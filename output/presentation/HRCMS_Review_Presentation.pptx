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0e9e2c10a2f4495" /><Relationship Type="http://schemas.openxmlformats.org/officeDocument/2006/relationships/extended-properties" Target="/docProps/app.xml" Id="R3acaa0155fa7495f" /><Relationship Type="http://schemas.openxmlformats.org/officeDocument/2006/relationships/officeDocument" Target="/ppt/presentation.xml" Id="Rf684c3b478344cde" /></Relationships>
</file>

<file path=ppt/presentation.xml><?xml version="1.0" encoding="utf-8"?>
<p:presentation xmlns:p="http://schemas.openxmlformats.org/presentationml/2006/main">
  <p:sldMasterIdLst>
    <p:sldMasterId xmlns:r="http://schemas.openxmlformats.org/officeDocument/2006/relationships" id="2147483648" r:id="Rd407a618cb584476"/>
  </p:sldMasterIdLst>
  <p:notesMasterIdLst>
    <p:notesMasterId xmlns:r="http://schemas.openxmlformats.org/officeDocument/2006/relationships" r:id="R7547640a3b194f54"/>
  </p:notesMasterIdLst>
  <p:sldIdLst>
    <p:sldId xmlns:r="http://schemas.openxmlformats.org/officeDocument/2006/relationships" id="256" r:id="R55546774456b4402"/>
    <p:sldId xmlns:r="http://schemas.openxmlformats.org/officeDocument/2006/relationships" id="257" r:id="R57a907d62d7d4aa0"/>
    <p:sldId xmlns:r="http://schemas.openxmlformats.org/officeDocument/2006/relationships" id="258" r:id="R2d2afee9705e4f93"/>
    <p:sldId xmlns:r="http://schemas.openxmlformats.org/officeDocument/2006/relationships" id="259" r:id="R70c3bfb6d4f74b3e"/>
    <p:sldId xmlns:r="http://schemas.openxmlformats.org/officeDocument/2006/relationships" id="260" r:id="R9ac2a5dc662f4e92"/>
    <p:sldId xmlns:r="http://schemas.openxmlformats.org/officeDocument/2006/relationships" id="261" r:id="R3c51d802d1aa4cbb"/>
    <p:sldId xmlns:r="http://schemas.openxmlformats.org/officeDocument/2006/relationships" id="262" r:id="R857bf940331d4d5c"/>
    <p:sldId xmlns:r="http://schemas.openxmlformats.org/officeDocument/2006/relationships" id="263" r:id="R61f464b9a76a4719"/>
    <p:sldId xmlns:r="http://schemas.openxmlformats.org/officeDocument/2006/relationships" id="264" r:id="R1f23353fd3274cdb"/>
    <p:sldId xmlns:r="http://schemas.openxmlformats.org/officeDocument/2006/relationships" id="265" r:id="R7ebf3a5455a149e3"/>
    <p:sldId xmlns:r="http://schemas.openxmlformats.org/officeDocument/2006/relationships" id="266" r:id="Rc8ef78e91b0c4cae"/>
    <p:sldId xmlns:r="http://schemas.openxmlformats.org/officeDocument/2006/relationships" id="267" r:id="Ra70e613b59fa473d"/>
    <p:sldId xmlns:r="http://schemas.openxmlformats.org/officeDocument/2006/relationships" id="268" r:id="Rf73a3cbfb60d400d"/>
    <p:sldId xmlns:r="http://schemas.openxmlformats.org/officeDocument/2006/relationships" id="269" r:id="R49453582cf604747"/>
    <p:sldId xmlns:r="http://schemas.openxmlformats.org/officeDocument/2006/relationships" id="270" r:id="R58867e908b76448e"/>
    <p:sldId xmlns:r="http://schemas.openxmlformats.org/officeDocument/2006/relationships" id="271" r:id="Re7112bd3dccc47dd"/>
    <p:sldId xmlns:r="http://schemas.openxmlformats.org/officeDocument/2006/relationships" id="272" r:id="R67ff736532cb4252"/>
    <p:sldId xmlns:r="http://schemas.openxmlformats.org/officeDocument/2006/relationships" id="273" r:id="R12370ef7fecc4c5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b9aee4129444ce1" /><Relationship Type="http://schemas.openxmlformats.org/officeDocument/2006/relationships/slideMaster" Target="/ppt/slideMasters/slideMaster1.xml" Id="Rd407a618cb584476" /><Relationship Type="http://schemas.openxmlformats.org/officeDocument/2006/relationships/notesMaster" Target="/ppt/notesMasters/notesMaster1.xml" Id="R7547640a3b194f54" /><Relationship Type="http://schemas.openxmlformats.org/officeDocument/2006/relationships/presProps" Target="/ppt/presProps.xml" Id="R700310a70c6f4c3b" /><Relationship Type="http://schemas.openxmlformats.org/officeDocument/2006/relationships/tableStyles" Target="/ppt/tableStyles.xml" Id="R6a27f6afcb9544e2" /><Relationship Type="http://schemas.openxmlformats.org/officeDocument/2006/relationships/slide" Target="/ppt/slides/slide1.xml" Id="R55546774456b4402" /><Relationship Type="http://schemas.openxmlformats.org/officeDocument/2006/relationships/slide" Target="/ppt/slides/slide2.xml" Id="R57a907d62d7d4aa0" /><Relationship Type="http://schemas.openxmlformats.org/officeDocument/2006/relationships/slide" Target="/ppt/slides/slide3.xml" Id="R2d2afee9705e4f93" /><Relationship Type="http://schemas.openxmlformats.org/officeDocument/2006/relationships/slide" Target="/ppt/slides/slide4.xml" Id="R70c3bfb6d4f74b3e" /><Relationship Type="http://schemas.openxmlformats.org/officeDocument/2006/relationships/slide" Target="/ppt/slides/slide5.xml" Id="R9ac2a5dc662f4e92" /><Relationship Type="http://schemas.openxmlformats.org/officeDocument/2006/relationships/slide" Target="/ppt/slides/slide6.xml" Id="R3c51d802d1aa4cbb" /><Relationship Type="http://schemas.openxmlformats.org/officeDocument/2006/relationships/slide" Target="/ppt/slides/slide7.xml" Id="R857bf940331d4d5c" /><Relationship Type="http://schemas.openxmlformats.org/officeDocument/2006/relationships/slide" Target="/ppt/slides/slide8.xml" Id="R61f464b9a76a4719" /><Relationship Type="http://schemas.openxmlformats.org/officeDocument/2006/relationships/slide" Target="/ppt/slides/slide9.xml" Id="R1f23353fd3274cdb" /><Relationship Type="http://schemas.openxmlformats.org/officeDocument/2006/relationships/slide" Target="/ppt/slides/slide10.xml" Id="R7ebf3a5455a149e3" /><Relationship Type="http://schemas.openxmlformats.org/officeDocument/2006/relationships/slide" Target="/ppt/slides/slide11.xml" Id="Rc8ef78e91b0c4cae" /><Relationship Type="http://schemas.openxmlformats.org/officeDocument/2006/relationships/slide" Target="/ppt/slides/slide12.xml" Id="Ra70e613b59fa473d" /><Relationship Type="http://schemas.openxmlformats.org/officeDocument/2006/relationships/slide" Target="/ppt/slides/slide13.xml" Id="Rf73a3cbfb60d400d" /><Relationship Type="http://schemas.openxmlformats.org/officeDocument/2006/relationships/slide" Target="/ppt/slides/slide14.xml" Id="R49453582cf604747" /><Relationship Type="http://schemas.openxmlformats.org/officeDocument/2006/relationships/slide" Target="/ppt/slides/slide15.xml" Id="R58867e908b76448e" /><Relationship Type="http://schemas.openxmlformats.org/officeDocument/2006/relationships/slide" Target="/ppt/slides/slide16.xml" Id="Re7112bd3dccc47dd" /><Relationship Type="http://schemas.openxmlformats.org/officeDocument/2006/relationships/slide" Target="/ppt/slides/slide17.xml" Id="R67ff736532cb4252" /><Relationship Type="http://schemas.openxmlformats.org/officeDocument/2006/relationships/slide" Target="/ppt/slides/slide18.xml" Id="R12370ef7fecc4c5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a3e3bce7071419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1c26c7929de40d3" /><Relationship Type="http://schemas.openxmlformats.org/officeDocument/2006/relationships/notesMaster" Target="/ppt/notesMasters/notesMaster1.xml" Id="Rc4f3946f5dc446aa" /></Relationships>
</file>

<file path=ppt/notesSlides/_rels/notesSlide2.xml.rels>&#65279;<?xml version="1.0" encoding="utf-8"?><Relationships xmlns="http://schemas.openxmlformats.org/package/2006/relationships"><Relationship Type="http://schemas.openxmlformats.org/officeDocument/2006/relationships/slide" Target="/ppt/slides/slide2.xml" Id="Rd04c4029fd154879" /><Relationship Type="http://schemas.openxmlformats.org/officeDocument/2006/relationships/notesMaster" Target="/ppt/notesMasters/notesMaster1.xml" Id="R46f31d946f6f4733" /></Relationships>
</file>

<file path=ppt/notesSlides/_rels/notesSlide3.xml.rels>&#65279;<?xml version="1.0" encoding="utf-8"?><Relationships xmlns="http://schemas.openxmlformats.org/package/2006/relationships"><Relationship Type="http://schemas.openxmlformats.org/officeDocument/2006/relationships/slide" Target="/ppt/slides/slide3.xml" Id="Rbdcd734863b84479" /><Relationship Type="http://schemas.openxmlformats.org/officeDocument/2006/relationships/notesMaster" Target="/ppt/notesMasters/notesMaster1.xml" Id="R1070b951bbba4773" /></Relationships>
</file>

<file path=ppt/notesSlides/_rels/notesSlide4.xml.rels>&#65279;<?xml version="1.0" encoding="utf-8"?><Relationships xmlns="http://schemas.openxmlformats.org/package/2006/relationships"><Relationship Type="http://schemas.openxmlformats.org/officeDocument/2006/relationships/slide" Target="/ppt/slides/slide4.xml" Id="R52a591b32fe6432d" /><Relationship Type="http://schemas.openxmlformats.org/officeDocument/2006/relationships/notesMaster" Target="/ppt/notesMasters/notesMaster1.xml" Id="R9e56e7361f9f43f8" /></Relationships>
</file>

<file path=ppt/notesSlides/_rels/notesSlide5.xml.rels>&#65279;<?xml version="1.0" encoding="utf-8"?><Relationships xmlns="http://schemas.openxmlformats.org/package/2006/relationships"><Relationship Type="http://schemas.openxmlformats.org/officeDocument/2006/relationships/slide" Target="/ppt/slides/slide5.xml" Id="R624b123fbb3f40de" /><Relationship Type="http://schemas.openxmlformats.org/officeDocument/2006/relationships/notesMaster" Target="/ppt/notesMasters/notesMaster1.xml" Id="R9f651c72afd04081" /></Relationships>
</file>

<file path=ppt/notesSlides/_rels/notesSlide6.xml.rels>&#65279;<?xml version="1.0" encoding="utf-8"?><Relationships xmlns="http://schemas.openxmlformats.org/package/2006/relationships"><Relationship Type="http://schemas.openxmlformats.org/officeDocument/2006/relationships/slide" Target="/ppt/slides/slide6.xml" Id="Rd1181acf963f4475" /><Relationship Type="http://schemas.openxmlformats.org/officeDocument/2006/relationships/notesMaster" Target="/ppt/notesMasters/notesMaster1.xml" Id="R856de1db0c754668" /></Relationships>
</file>

<file path=ppt/notesSlides/_rels/notesSlide7.xml.rels>&#65279;<?xml version="1.0" encoding="utf-8"?><Relationships xmlns="http://schemas.openxmlformats.org/package/2006/relationships"><Relationship Type="http://schemas.openxmlformats.org/officeDocument/2006/relationships/slide" Target="/ppt/slides/slide7.xml" Id="R53f880643d164a85" /><Relationship Type="http://schemas.openxmlformats.org/officeDocument/2006/relationships/notesMaster" Target="/ppt/notesMasters/notesMaster1.xml" Id="R25ee201ba69745a7" /></Relationships>
</file>

<file path=ppt/notesSlides/_rels/notesSlide8.xml.rels>&#65279;<?xml version="1.0" encoding="utf-8"?><Relationships xmlns="http://schemas.openxmlformats.org/package/2006/relationships"><Relationship Type="http://schemas.openxmlformats.org/officeDocument/2006/relationships/slide" Target="/ppt/slides/slide8.xml" Id="R736ff44b066e4b31" /><Relationship Type="http://schemas.openxmlformats.org/officeDocument/2006/relationships/notesMaster" Target="/ppt/notesMasters/notesMaster1.xml" Id="Racad6f4379634d33" /></Relationships>
</file>

<file path=ppt/notesSlides/_rels/notesSlide9.xml.rels>&#65279;<?xml version="1.0" encoding="utf-8"?><Relationships xmlns="http://schemas.openxmlformats.org/package/2006/relationships"><Relationship Type="http://schemas.openxmlformats.org/officeDocument/2006/relationships/slide" Target="/ppt/slides/slide9.xml" Id="R7587476237bf4350" /><Relationship Type="http://schemas.openxmlformats.org/officeDocument/2006/relationships/notesMaster" Target="/ppt/notesMasters/notesMaster1.xml" Id="R425e1e4f81a5456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562dc5ad39242f7" /><Relationship Type="http://schemas.openxmlformats.org/officeDocument/2006/relationships/notesMaster" Target="/ppt/notesMasters/notesMaster1.xml" Id="Ra64e331e1f68498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4a175c97f454247" /><Relationship Type="http://schemas.openxmlformats.org/officeDocument/2006/relationships/notesMaster" Target="/ppt/notesMasters/notesMaster1.xml" Id="Rb19fca90bf6546e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0cf7ebf09e94ae2" /><Relationship Type="http://schemas.openxmlformats.org/officeDocument/2006/relationships/notesMaster" Target="/ppt/notesMasters/notesMaster1.xml" Id="R0ef231b6c8624dc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0565dbca69e4785" /><Relationship Type="http://schemas.openxmlformats.org/officeDocument/2006/relationships/notesMaster" Target="/ppt/notesMasters/notesMaster1.xml" Id="Ra25dff4c60e549b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c0040907ddd477d" /><Relationship Type="http://schemas.openxmlformats.org/officeDocument/2006/relationships/notesMaster" Target="/ppt/notesMasters/notesMaster1.xml" Id="Rab02a0d7066d4d0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dfdaa44bb3d4aae" /><Relationship Type="http://schemas.openxmlformats.org/officeDocument/2006/relationships/notesMaster" Target="/ppt/notesMasters/notesMaster1.xml" Id="R9cb2c3079d0e47b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cc0876d7c2c4917" /><Relationship Type="http://schemas.openxmlformats.org/officeDocument/2006/relationships/notesMaster" Target="/ppt/notesMasters/notesMaster1.xml" Id="R626d2c25e960441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7a36e4529dc40d0" /><Relationship Type="http://schemas.openxmlformats.org/officeDocument/2006/relationships/notesMaster" Target="/ppt/notesMasters/notesMaster1.xml" Id="Re634b9c7ae7d419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9dc9b1736c64619" /><Relationship Type="http://schemas.openxmlformats.org/officeDocument/2006/relationships/notesMaster" Target="/ppt/notesMasters/notesMaster1.xml" Id="R8972ad4e6324447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aim is one connected database for room allotment and maintenance complaints. Functional requirements cover all four roles. Non-functional requirements include hashed passwords, parameterized SQL, data integrity, responsive forms and maintainable separation between frontend, API and MySQL. The design does not claim measured production performance. Team: M. Dhanush Sai and Nishaanth S.</a:t>
            </a:r>
          </a:p>
          <a:p xmlns:a="http://schemas.openxmlformats.org/drawingml/2006/main">
            <a:r>
              <a:t/>
            </a:r>
          </a:p>
          <a:p xmlns:a="http://schemas.openxmlformats.org/drawingml/2006/main">
            <a:r>
              <a:t>Sources: C:/Users/nisha/Documents/ChatGPT/DBMS/docs/SPEC.md; C:/Users/nisha/Documents/ChatGPT/DBMS/README.md; C:/Users/nisha/Documents/ChatGPT/DBMS/backend/src/auth.js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Conceptually USER specialization is total and disjoint, determined by role. The implementation uses superclass plus subclass tables and omits an ADMIN table because it has no additional attributes. PK/FK constraints enforce the shared identifier, while API transactions create the proper subtype and prevent role changes on existing accounts. Do not claim that foreign keys alone enforce disjointness. USER_PHONE maps the multivalued phone attribute to its own relation.</a:t>
            </a:r>
          </a:p>
          <a:p xmlns:a="http://schemas.openxmlformats.org/drawingml/2006/main">
            <a:r>
              <a:t/>
            </a:r>
          </a:p>
          <a:p xmlns:a="http://schemas.openxmlformats.org/drawingml/2006/main">
            <a:r>
              <a:t>Sources: C:/Users/nisha/Documents/ChatGPT/DBMS/database/01_schema.sql; C:/Users/nisha/Documents/ChatGPT/DBMS/backend/src/admin.js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five links on this slide map hostel_block.warden_id, room.block_id, room.type_code, room_allocation.student_id and room_allocation.room_id. MANAGES is optional on both sides, with a unique nullable warden_id. Student-to-room is many-to-many over time through ROOM_ALLOCATION. A generated unique active flag limits each student to one active allotment. The room’s identifying natural key is block_id plus room_number, while room_id is the implemented surrogate key.</a:t>
            </a:r>
          </a:p>
          <a:p xmlns:a="http://schemas.openxmlformats.org/drawingml/2006/main">
            <a:r>
              <a:t/>
            </a:r>
          </a:p>
          <a:p xmlns:a="http://schemas.openxmlformats.org/drawingml/2006/main">
            <a:r>
              <a:t>Sources: C:/Users/nisha/Documents/ChatGPT/DBMS/database/01_schema.sql; C:/Users/nisha/Documents/ChatGPT/DBMS/database/02_logic.sql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diagram covers six foreign keys: complaint.student_id, complaint.room_id, complaint.category_id, complaint.assigned_staff_id, complaint_log.complaint_id and feedback.complaint_id. Every complaint has one student, room and category. Assignment is optional. A complaint has many log entries and at most one feedback row. Unlike the conceptual weak-entity log_no in the report, the physical implementation uses the surrogate log_id primary key. The next slide completes staff specialization/block links and changed_by attribution.</a:t>
            </a:r>
          </a:p>
          <a:p xmlns:a="http://schemas.openxmlformats.org/drawingml/2006/main">
            <a:r>
              <a:t/>
            </a:r>
          </a:p>
          <a:p xmlns:a="http://schemas.openxmlformats.org/drawingml/2006/main">
            <a:r>
              <a:t>Sources: C:/Users/nisha/Documents/ChatGPT/DBMS/database/01_schema.sql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three additional foreign keys are maintenance_staff.block_id, maintenance_staff.category_id and complaint_log.changed_by. The staff_id-to-users link was already shown in the specialization diagram. changed_by is nullable and uses ON DELETE SET NULL so attribution history rows survive a deleted user. The API sets @app_user_id on the same connection as the write and clears it before returning the connection to the pool. All 18 foreign keys are represented across the four ER/EER slides.</a:t>
            </a:r>
          </a:p>
          <a:p xmlns:a="http://schemas.openxmlformats.org/drawingml/2006/main">
            <a:r>
              <a:t/>
            </a:r>
          </a:p>
          <a:p xmlns:a="http://schemas.openxmlformats.org/drawingml/2006/main">
            <a:r>
              <a:t>Sources: C:/Users/nisha/Documents/ChatGPT/DBMS/database/01_schema.sql; C:/Users/nisha/Documents/ChatGPT/DBMS/backend/src/db.js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Map strong entities to tables. Place foreign keys on the many side. Use a unique foreign key for the optional warden–block relationship. Map the allocation relationship to an associative table. Flatten guardian into guardian_name and guardian_phone. Do not create a table for ADMIN because the users role already identifies that case. The full attribute lists are in database/01_schema.sql.</a:t>
            </a:r>
          </a:p>
          <a:p xmlns:a="http://schemas.openxmlformats.org/drawingml/2006/main">
            <a:r>
              <a:t/>
            </a:r>
          </a:p>
          <a:p xmlns:a="http://schemas.openxmlformats.org/drawingml/2006/main">
            <a:r>
              <a:t>Sources: C:/Users/nisha/Documents/ChatGPT/DBMS/database/01_schema.sql; C:/Users/nisha/Documents/ChatGPT/DBMS/database/README.md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design targets 3NF under the functional dependencies described in the report. Examples are user_id determines user details, type_code determines capacity and annual_fee, category_id determines category details, and room_id determines its block and type. Complaint rows reference these entities instead of repeating their descriptive attributes. Avoid describing student plus academic year as the final allocation key: allocation_id is the implementation key and supports room changes within a year. No independent formal proof of BCNF is claimed here.</a:t>
            </a:r>
          </a:p>
          <a:p xmlns:a="http://schemas.openxmlformats.org/drawingml/2006/main">
            <a:r>
              <a:t/>
            </a:r>
          </a:p>
          <a:p xmlns:a="http://schemas.openxmlformats.org/drawingml/2006/main">
            <a:r>
              <a:t>Sources: C:/Users/nisha/Documents/ChatGPT/DBMS/database/01_schema.sql; C:/Users/nisha/Documents/ChatGPT/DBMS/database/README.md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There are 11 CHECK constraints in the schema. active_flag evaluates to 1 for ACTIVE allocations and NULL otherwise. MySQL unique indexes allow multiple NULL entries, so old VACATED rows do not block later allotments. A separate trigger and locked procedure check room capacity and block gender. The schema uses cascading deletes for selected dependents and SET NULL for optional historical attribution. The user-facing app deactivates records instead of exposing destructive deletes.</a:t>
            </a:r>
          </a:p>
          <a:p xmlns:a="http://schemas.openxmlformats.org/drawingml/2006/main">
            <a:r>
              <a:t/>
            </a:r>
          </a:p>
          <a:p xmlns:a="http://schemas.openxmlformats.org/drawingml/2006/main">
            <a:r>
              <a:t>Sources: C:/Users/nisha/Documents/ChatGPT/DBMS/database/01_schema.sql; C:/Users/nisha/Documents/ChatGPT/DBMS/database/02_logic.sql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left statement preserves the implemented room type fields and checks, with anonymous CHECK names for readability. The right block is explicitly a selection of clauses, not a standalone CREATE TABLE command. The complete DDL contains all 13 tables, 18 foreign keys and 11 CHECK constraints. The one-active-room rule relies on a generated 1/NULL flag and MySQL UNIQUE behavior. Numeric IDs identify most entities, while type_code is a natural key and user_phone uses a composite primary key.</a:t>
            </a:r>
          </a:p>
          <a:p xmlns:a="http://schemas.openxmlformats.org/drawingml/2006/main">
            <a:r>
              <a:t/>
            </a:r>
          </a:p>
          <a:p xmlns:a="http://schemas.openxmlformats.org/drawingml/2006/main">
            <a:r>
              <a:t>Sources: C:/Users/nisha/Documents/ChatGPT/DBMS/database/01_schema.sql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seed script is backend/scripts/seed.js. It inserts base identities and reference data, creates subclass rows, then calls the allocation and complaint procedures to produce valid workflow states. Passwords are bcrypt hashes. The 24 users are 12 students, 8 staff, 3 wardens and 1 admin. There are 11 active allotments and 1 vacated history row. Ten seeded complaints cover all six states and two feedback rows close two issues through triggers. One extra local browser-QA complaint appears in the screenshot, but it is not part of the repeatable seed. The INSERT shown is a demonstration of the population step, not an idempotent command for an already populated database.</a:t>
            </a:r>
          </a:p>
          <a:p xmlns:a="http://schemas.openxmlformats.org/drawingml/2006/main">
            <a:r>
              <a:t/>
            </a:r>
          </a:p>
          <a:p xmlns:a="http://schemas.openxmlformats.org/drawingml/2006/main">
            <a:r>
              <a:t>Sources: C:/Users/nisha/Documents/ChatGPT/DBMS/backend/scripts/seed.js; C:/Users/nisha/Documents/ChatGPT/DBMS/README.md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actual saved administrator overview screenshot from the project, not a generated mockup. The local browser QA added one completed complaint to the ten seeded complaints, so the screenshot shows eleven. Occupancy is 11 of 31 beds and 18 currently available beds, because the two beds in the maintenance room are blocked. The interface uses the Haven brand. You may switch to the live application during this slide.</a:t>
            </a:r>
          </a:p>
          <a:p xmlns:a="http://schemas.openxmlformats.org/drawingml/2006/main">
            <a:r>
              <a:t/>
            </a:r>
          </a:p>
          <a:p xmlns:a="http://schemas.openxmlformats.org/drawingml/2006/main">
            <a:r>
              <a:t>Sources: C:/Users/nisha/Documents/ChatGPT/DBMS/docs/screenshots/overview.png; C:/Users/nisha/Documents/ChatGPT/DBMS/docs/VALIDATION.md; C:/Users/nisha/Documents/ChatGPT/DBMS/frontend/src/main.jsx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six stored states are OPEN, ASSIGNED, IN_PROGRESS, RESOLVED, CLOSED and REJECTED. Rejection is allowed from OPEN or ASSIGNED. Only the complaint owner can reopen RESOLVED to OPEN. Only the assigned staff member can start or resolve work. Only the owning student can submit feedback on a resolved issue. A resolved issue still counts as active for duplicate detection. Assignment moves OPEN to ASSIGNED and reassignments keep ASSIGNED.</a:t>
            </a:r>
          </a:p>
          <a:p xmlns:a="http://schemas.openxmlformats.org/drawingml/2006/main">
            <a:r>
              <a:t/>
            </a:r>
          </a:p>
          <a:p xmlns:a="http://schemas.openxmlformats.org/drawingml/2006/main">
            <a:r>
              <a:t>Sources: C:/Users/nisha/Documents/ChatGPT/DBMS/database/02_logic.sql; C:/Users/nisha/Documents/ChatGPT/DBMS/backend/src/routes.js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a concrete chain: the student inserts feedback, the BEFORE trigger verifies ownership and resolved status, the CHECK constrains the rating, the AFTER trigger updates the complaint to CLOSED, and the complaint update trigger appends the closure history. The history user comes from @app_user_id on the same pooled database connection. The state transition trigger blocks an OPEN-to-RESOLVED shortcut.</a:t>
            </a:r>
          </a:p>
          <a:p xmlns:a="http://schemas.openxmlformats.org/drawingml/2006/main">
            <a:r>
              <a:t/>
            </a:r>
          </a:p>
          <a:p xmlns:a="http://schemas.openxmlformats.org/drawingml/2006/main">
            <a:r>
              <a:t>Sources: C:/Users/nisha/Documents/ChatGPT/DBMS/database/02_logic.sql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Procedures centralize the main database mutations, but authorization is also checked by the API. Parameters use the signed-in user rather than a client-supplied actor ID. sp_raise_complaint locks the room and rejects another unresolved issue in that category. MySQL SIGNAL SQLSTATE 45000 returns a domain error that Express maps to a readable HTTP 400 response.</a:t>
            </a:r>
          </a:p>
          <a:p xmlns:a="http://schemas.openxmlformats.org/drawingml/2006/main">
            <a:r>
              <a:t/>
            </a:r>
          </a:p>
          <a:p xmlns:a="http://schemas.openxmlformats.org/drawingml/2006/main">
            <a:r>
              <a:t>Sources: C:/Users/nisha/Documents/ChatGPT/DBMS/database/02_logic.sql; C:/Users/nisha/Documents/ChatGPT/DBMS/backend/src/db.js; C:/Users/nisha/Documents/ChatGPT/DBMS/backend/src/routes.js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Derived values are not copied into base tables. The views compute occupancy from ACTIVE allocations and complaint age from timestamps. Overdue means age exceeds sla_hours and the state is OPEN, ASSIGNED or IN_PROGRESS. Resolved issues do not appear as overdue. Dashboard summary queries calculate average ratings and resolution hours. CSV uses the scoped complaint listing and escapes potential spreadsheet formulas.</a:t>
            </a:r>
          </a:p>
          <a:p xmlns:a="http://schemas.openxmlformats.org/drawingml/2006/main">
            <a:r>
              <a:t/>
            </a:r>
          </a:p>
          <a:p xmlns:a="http://schemas.openxmlformats.org/drawingml/2006/main">
            <a:r>
              <a:t>Sources: C:/Users/nisha/Documents/ChatGPT/DBMS/database/02_logic.sql; C:/Users/nisha/Documents/ChatGPT/DBMS/backend/src/routes.js; C:/Users/nisha/Documents/ChatGPT/DBMS/frontend/src/main.jsx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API uses mysql2/promise and a reusable pool of up to ten connections. The driver gets credentials from backend/.env, which Git ignores. For writes, the API obtains one connection, begins a READ COMMITTED transaction, sets @app_user_id, calls the procedure, and commits or rolls back. It clears session variables before releasing the connection. Each new connection uses UTC so timestamps display correctly in the browser. JWTs last eight hours and account status and role are checked against MySQL. Local website/API is 127.0.0.1:5000 and the optional isolated MySQL instance is 127.0.0.1:3307. The code shown summarizes the implemented transaction pattern.</a:t>
            </a:r>
          </a:p>
          <a:p xmlns:a="http://schemas.openxmlformats.org/drawingml/2006/main">
            <a:r>
              <a:t/>
            </a:r>
          </a:p>
          <a:p xmlns:a="http://schemas.openxmlformats.org/drawingml/2006/main">
            <a:r>
              <a:t>Sources: C:/Users/nisha/Documents/ChatGPT/DBMS/backend/src/db.js; C:/Users/nisha/Documents/ChatGPT/DBMS/backend/src/config.js; C:/Users/nisha/Documents/ChatGPT/DBMS/backend/src/auth.js; C:/Users/nisha/Documents/ChatGPT/DBMS/README.md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validation record dated 25 October 2026 reports 31 passing Node test checks including the parent test. Supertest calls Express against a uniquely created MySQL database. The runner removes only that test database afterwards. The production frontend build and backend syntax checks passed. GitHub Actions also passed on commit c0a3340 with a MySQL 8.4 service. Browser checks covered the four role logins, a 390 by 844 phone layout, room details and the full complaint workflow. These are functional tests, not a load test or a measured availability guarantee.</a:t>
            </a:r>
          </a:p>
          <a:p xmlns:a="http://schemas.openxmlformats.org/drawingml/2006/main">
            <a:r>
              <a:t/>
            </a:r>
          </a:p>
          <a:p xmlns:a="http://schemas.openxmlformats.org/drawingml/2006/main">
            <a:r>
              <a:t>Sources: C:/Users/nisha/Documents/ChatGPT/DBMS/docs/VALIDATION.md; C:/Users/nisha/Documents/ChatGPT/DBMS/backend/test/integration.test.js; C:/Users/nisha/Documents/ChatGPT/DBMS/.github/workflows/ci.yml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arjun@student.edu, warden.a@hrcms.edu and vijay@hrcms.edu for an A101 Housekeeping demo. The seeded demo password is Hostel@123. Choose a category without another active complaint for that room. Use admin@hrcms.edu for administration and harish@student.edu to demonstrate rejection of a complaint from a student without a room. Start the local application before the review at http://127.0.0.1:5000. README documents setup and logins, API.md documents routes, database/README.md explains schema and transactions, and VALIDATION.md records the checks. GitHub source is private at https://github.com/S-Nishaanth/hrcms. The live database and .env credentials remain local.</a:t>
            </a:r>
          </a:p>
          <a:p xmlns:a="http://schemas.openxmlformats.org/drawingml/2006/main">
            <a:r>
              <a:t/>
            </a:r>
          </a:p>
          <a:p xmlns:a="http://schemas.openxmlformats.org/drawingml/2006/main">
            <a:r>
              <a:t>Sources: C:/Users/nisha/Documents/ChatGPT/DBMS/README.md; C:/Users/nisha/Documents/ChatGPT/DBMS/docs/API.md; C:/Users/nisha/Documents/ChatGPT/DBMS/database/README.md; C:/Users/nisha/Documents/ChatGPT/DBMS/docs/VALIDATION.md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2a4df39c7c3410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273081ddbd44d0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96d10fb9e464c3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dd759cb6297456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c900779ebbe412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6c70e6e938f4e0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8CFCF74-DAA8-469A-AA98-E15EDA0A8B0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CA07F00-3AE4-4FC5-8D5A-4AF3F7D98A2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8006806-43D5-4074-A81C-1A0F0C903AF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81D89C2-EC56-44CC-BD55-CC1B286EA59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DAA79A0-1D1E-45F8-A17C-73481AA7F52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833819F-EA5A-4382-823C-58ED7D69746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32D6A53-D6D2-4CB9-856F-2E060AFC43C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A0B9B15-57E7-41C4-94B1-4F6930BDD9B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AE02D1E-9863-4A64-ACF9-9C880D55AA1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58EB6DA-EF66-490A-AB08-D0FBEEC7A0F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568c68baf384327" /><Relationship Type="http://schemas.openxmlformats.org/officeDocument/2006/relationships/slideLayout" Target="/ppt/slideLayouts/slideLayout1.xml" Id="R062da8c1de714218" /><Relationship Type="http://schemas.openxmlformats.org/officeDocument/2006/relationships/slideLayout" Target="/ppt/slideLayouts/slideLayout2.xml" Id="Rfcfb18ffb99c4844" /><Relationship Type="http://schemas.openxmlformats.org/officeDocument/2006/relationships/slideLayout" Target="/ppt/slideLayouts/slideLayout3.xml" Id="Rb2afcad10d79408d" /><Relationship Type="http://schemas.openxmlformats.org/officeDocument/2006/relationships/slideLayout" Target="/ppt/slideLayouts/slideLayout4.xml" Id="Rc0c42a7981964b82" /><Relationship Type="http://schemas.openxmlformats.org/officeDocument/2006/relationships/slideLayout" Target="/ppt/slideLayouts/slideLayout5.xml" Id="R7a857b0103e441f6" /><Relationship Type="http://schemas.openxmlformats.org/officeDocument/2006/relationships/slideLayout" Target="/ppt/slideLayouts/slideLayout6.xml" Id="Rcaabf0d21eb8400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62da8c1de714218"/>
    <p:sldLayoutId xmlns:r="http://schemas.openxmlformats.org/officeDocument/2006/relationships" id="2147483650" r:id="Rfcfb18ffb99c4844"/>
    <p:sldLayoutId xmlns:r="http://schemas.openxmlformats.org/officeDocument/2006/relationships" id="2147483651" r:id="Rb2afcad10d79408d"/>
    <p:sldLayoutId xmlns:r="http://schemas.openxmlformats.org/officeDocument/2006/relationships" id="2147483652" r:id="Rc0c42a7981964b82"/>
    <p:sldLayoutId xmlns:r="http://schemas.openxmlformats.org/officeDocument/2006/relationships" id="2147483653" r:id="R7a857b0103e441f6"/>
    <p:sldLayoutId xmlns:r="http://schemas.openxmlformats.org/officeDocument/2006/relationships" id="2147483654" r:id="Rcaabf0d21eb8400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6f2c1a4871f4b5f" /><Relationship Type="http://schemas.openxmlformats.org/officeDocument/2006/relationships/notesSlide" Target="/ppt/notesSlides/notesSlide1.xml" Id="Re61ef4ccdc784f8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c4862a68f1f4f47" /><Relationship Type="http://schemas.openxmlformats.org/officeDocument/2006/relationships/notesSlide" Target="/ppt/notesSlides/notesSlide2.xml" Id="R0f8dff8c43a842b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4a06b302f03469b" /><Relationship Type="http://schemas.openxmlformats.org/officeDocument/2006/relationships/notesSlide" Target="/ppt/notesSlides/notesSlide3.xml" Id="R4ccb2df5a8494c3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9f063699cfa4c00" /><Relationship Type="http://schemas.openxmlformats.org/officeDocument/2006/relationships/notesSlide" Target="/ppt/notesSlides/notesSlide4.xml" Id="R773bda6d03d64e0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9d48cebb6d544cc" /><Relationship Type="http://schemas.openxmlformats.org/officeDocument/2006/relationships/notesSlide" Target="/ppt/notesSlides/notesSlide5.xml" Id="R6b1b3db365d3459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d2937e9664d4512" /><Relationship Type="http://schemas.openxmlformats.org/officeDocument/2006/relationships/notesSlide" Target="/ppt/notesSlides/notesSlide6.xml" Id="R4e9a1ff94b6942b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c7a773e65254dd3" /><Relationship Type="http://schemas.openxmlformats.org/officeDocument/2006/relationships/notesSlide" Target="/ppt/notesSlides/notesSlide7.xml" Id="Rbb14410776df414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2b3e464a5214cb6" /><Relationship Type="http://schemas.openxmlformats.org/officeDocument/2006/relationships/notesSlide" Target="/ppt/notesSlides/notesSlide8.xml" Id="R0a326308de48406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7c9f014ea714408" /><Relationship Type="http://schemas.openxmlformats.org/officeDocument/2006/relationships/notesSlide" Target="/ppt/notesSlides/notesSlide9.xml" Id="Rcf0cc3491ed34d7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dc42de5aca04c3f" /><Relationship Type="http://schemas.openxmlformats.org/officeDocument/2006/relationships/notesSlide" Target="/ppt/notesSlides/notesSlide10.xml" Id="R0057feb47d604db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5477b75ef1b4163" /><Relationship Type="http://schemas.openxmlformats.org/officeDocument/2006/relationships/image" Target="/ppt/media/image.jpeg" Id="Rfbac760dbfea4aea" /><Relationship Type="http://schemas.openxmlformats.org/officeDocument/2006/relationships/notesSlide" Target="/ppt/notesSlides/notesSlide11.xml" Id="R8eb8148ec614428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ece42678c314277" /><Relationship Type="http://schemas.openxmlformats.org/officeDocument/2006/relationships/notesSlide" Target="/ppt/notesSlides/notesSlide12.xml" Id="R0079d02cbbbb4ff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d8790fbaafef4282" /><Relationship Type="http://schemas.openxmlformats.org/officeDocument/2006/relationships/notesSlide" Target="/ppt/notesSlides/notesSlide13.xml" Id="R0eef06ae925a421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b62d85f641174e77" /><Relationship Type="http://schemas.openxmlformats.org/officeDocument/2006/relationships/notesSlide" Target="/ppt/notesSlides/notesSlide14.xml" Id="R17224b984b17428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0527fb8da1164dac" /><Relationship Type="http://schemas.openxmlformats.org/officeDocument/2006/relationships/notesSlide" Target="/ppt/notesSlides/notesSlide15.xml" Id="Rb9d45b4bfd29435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9f5c49ff0b824b6c" /><Relationship Type="http://schemas.openxmlformats.org/officeDocument/2006/relationships/notesSlide" Target="/ppt/notesSlides/notesSlide16.xml" Id="R698367b1240747d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77f027c79ad64a74" /><Relationship Type="http://schemas.openxmlformats.org/officeDocument/2006/relationships/notesSlide" Target="/ppt/notesSlides/notesSlide17.xml" Id="Rd7c1b59ba66e4e9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785dc223ebb84e18" /><Relationship Type="http://schemas.openxmlformats.org/officeDocument/2006/relationships/notesSlide" Target="/ppt/notesSlides/notesSlide18.xml" Id="Rc334505409674459" /></Relationships>
</file>

<file path=ppt/slides/slide1.xml><?xml version="1.0" encoding="utf-8"?>
<p:sld xmlns:p="http://schemas.openxmlformats.org/presentationml/2006/main">
  <p:cSld>
    <p:bg>
      <p:bgPr>
        <a:solidFill xmlns:a="http://schemas.openxmlformats.org/drawingml/2006/main">
          <a:srgbClr val="FAFBF7"/>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C030D985-F3AF-4A02-8FA0-11AD7F0A3011}"/>
              </a:ext>
            </a:extLst>
          </p:cNvPr>
          <p:cNvSpPr>
            <a:spLocks xmlns:a="http://schemas.openxmlformats.org/drawingml/2006/main" noGrp="1"/>
          </p:cNvSpPr>
          <p:nvPr/>
        </p:nvSpPr>
        <p:spPr>
          <a:xfrm xmlns:a="http://schemas.openxmlformats.org/drawingml/2006/main">
            <a:off x="609600" y="4572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775" b="1">
                <a:solidFill>
                  <a:srgbClr val="1F4D3B"/>
                </a:solidFill>
                <a:latin typeface="Arial"/>
                <a:ea typeface="Arial"/>
                <a:cs typeface="Arial"/>
              </a:defRPr>
            </a:defPPr>
            <a:lvl1pPr>
              <a:defRPr sz="2775" b="1">
                <a:solidFill>
                  <a:srgbClr val="1F4D3B"/>
                </a:solidFill>
                <a:latin typeface="Arial"/>
                <a:ea typeface="Arial"/>
                <a:cs typeface="Arial"/>
              </a:defRPr>
            </a:lvl1pPr>
            <a:lvl2pPr>
              <a:defRPr sz="2775" b="1">
                <a:solidFill>
                  <a:srgbClr val="1F4D3B"/>
                </a:solidFill>
                <a:latin typeface="Arial"/>
                <a:ea typeface="Arial"/>
                <a:cs typeface="Arial"/>
              </a:defRPr>
            </a:lvl2pPr>
            <a:lvl3pPr>
              <a:defRPr sz="2775" b="1">
                <a:solidFill>
                  <a:srgbClr val="1F4D3B"/>
                </a:solidFill>
                <a:latin typeface="Arial"/>
                <a:ea typeface="Arial"/>
                <a:cs typeface="Arial"/>
              </a:defRPr>
            </a:lvl3pPr>
            <a:lvl4pPr>
              <a:defRPr sz="2775" b="1">
                <a:solidFill>
                  <a:srgbClr val="1F4D3B"/>
                </a:solidFill>
                <a:latin typeface="Arial"/>
                <a:ea typeface="Arial"/>
                <a:cs typeface="Arial"/>
              </a:defRPr>
            </a:lvl4pPr>
            <a:lvl5pPr>
              <a:defRPr sz="2775" b="1">
                <a:solidFill>
                  <a:srgbClr val="1F4D3B"/>
                </a:solidFill>
                <a:latin typeface="Arial"/>
                <a:ea typeface="Arial"/>
                <a:cs typeface="Arial"/>
              </a:defRPr>
            </a:lvl5pPr>
            <a:lvl6pPr>
              <a:defRPr sz="2775" b="1">
                <a:solidFill>
                  <a:srgbClr val="1F4D3B"/>
                </a:solidFill>
                <a:latin typeface="Arial"/>
                <a:ea typeface="Arial"/>
                <a:cs typeface="Arial"/>
              </a:defRPr>
            </a:lvl6pPr>
            <a:lvl7pPr>
              <a:defRPr sz="2775" b="1">
                <a:solidFill>
                  <a:srgbClr val="1F4D3B"/>
                </a:solidFill>
                <a:latin typeface="Arial"/>
                <a:ea typeface="Arial"/>
                <a:cs typeface="Arial"/>
              </a:defRPr>
            </a:lvl7pPr>
            <a:lvl8pPr>
              <a:defRPr sz="2775" b="1">
                <a:solidFill>
                  <a:srgbClr val="1F4D3B"/>
                </a:solidFill>
                <a:latin typeface="Arial"/>
                <a:ea typeface="Arial"/>
                <a:cs typeface="Arial"/>
              </a:defRPr>
            </a:lvl8pPr>
            <a:lvl9pPr>
              <a:defRPr sz="2775" b="1">
                <a:solidFill>
                  <a:srgbClr val="1F4D3B"/>
                </a:solidFill>
                <a:latin typeface="Arial"/>
                <a:ea typeface="Arial"/>
                <a:cs typeface="Arial"/>
              </a:defRPr>
            </a:lvl9pPr>
          </a:lstStyle>
          <a:p xmlns:a="http://schemas.openxmlformats.org/drawingml/2006/main">
            <a:pPr>
              <a:defRPr sz="2775" b="1">
                <a:solidFill>
                  <a:srgbClr val="1F4D3B"/>
                </a:solidFill>
                <a:latin typeface="Arial"/>
                <a:ea typeface="Arial"/>
                <a:cs typeface="Arial"/>
              </a:defRPr>
            </a:pPr>
            <a:r>
              <a:rPr sz="2775" b="1">
                <a:solidFill>
                  <a:srgbClr val="1F4D3B"/>
                </a:solidFill>
                <a:latin typeface="Arial"/>
                <a:ea typeface="Arial"/>
                <a:cs typeface="Arial"/>
              </a:rPr>
              <a:t>Problem Identification and Requirement Analysis</a:t>
            </a:r>
          </a:p>
        </p:txBody>
      </p:sp>
      <p:sp>
        <p:nvSpPr>
          <p:cNvPr id="3" name="footer">
            <a:extLst xmlns:a="http://schemas.openxmlformats.org/drawingml/2006/main">
              <a:ext uri="{FF2B5EF4-FFF2-40B4-BE49-F238E27FC236}">
                <a16:creationId xmlns:a16="http://schemas.microsoft.com/office/drawing/2014/main" id="{EF1C24AB-0E95-4C68-BA0D-24A9E79AD523}"/>
              </a:ext>
            </a:extLst>
          </p:cNvPr>
          <p:cNvSpPr>
            <a:spLocks xmlns:a="http://schemas.openxmlformats.org/drawingml/2006/main" noGrp="1"/>
          </p:cNvSpPr>
          <p:nvPr/>
        </p:nvSpPr>
        <p:spPr>
          <a:xfrm xmlns:a="http://schemas.openxmlformats.org/drawingml/2006/main">
            <a:off x="609600" y="6477000"/>
            <a:ext cx="428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60735E"/>
                </a:solidFill>
                <a:latin typeface="Arial"/>
                <a:ea typeface="Arial"/>
                <a:cs typeface="Arial"/>
              </a:defRPr>
            </a:defPPr>
            <a:lvl1pPr>
              <a:defRPr sz="1050" b="0">
                <a:solidFill>
                  <a:srgbClr val="60735E"/>
                </a:solidFill>
                <a:latin typeface="Arial"/>
                <a:ea typeface="Arial"/>
                <a:cs typeface="Arial"/>
              </a:defRPr>
            </a:lvl1pPr>
            <a:lvl2pPr>
              <a:defRPr sz="1050" b="0">
                <a:solidFill>
                  <a:srgbClr val="60735E"/>
                </a:solidFill>
                <a:latin typeface="Arial"/>
                <a:ea typeface="Arial"/>
                <a:cs typeface="Arial"/>
              </a:defRPr>
            </a:lvl2pPr>
            <a:lvl3pPr>
              <a:defRPr sz="1050" b="0">
                <a:solidFill>
                  <a:srgbClr val="60735E"/>
                </a:solidFill>
                <a:latin typeface="Arial"/>
                <a:ea typeface="Arial"/>
                <a:cs typeface="Arial"/>
              </a:defRPr>
            </a:lvl3pPr>
            <a:lvl4pPr>
              <a:defRPr sz="1050" b="0">
                <a:solidFill>
                  <a:srgbClr val="60735E"/>
                </a:solidFill>
                <a:latin typeface="Arial"/>
                <a:ea typeface="Arial"/>
                <a:cs typeface="Arial"/>
              </a:defRPr>
            </a:lvl4pPr>
            <a:lvl5pPr>
              <a:defRPr sz="1050" b="0">
                <a:solidFill>
                  <a:srgbClr val="60735E"/>
                </a:solidFill>
                <a:latin typeface="Arial"/>
                <a:ea typeface="Arial"/>
                <a:cs typeface="Arial"/>
              </a:defRPr>
            </a:lvl5pPr>
            <a:lvl6pPr>
              <a:defRPr sz="1050" b="0">
                <a:solidFill>
                  <a:srgbClr val="60735E"/>
                </a:solidFill>
                <a:latin typeface="Arial"/>
                <a:ea typeface="Arial"/>
                <a:cs typeface="Arial"/>
              </a:defRPr>
            </a:lvl6pPr>
            <a:lvl7pPr>
              <a:defRPr sz="1050" b="0">
                <a:solidFill>
                  <a:srgbClr val="60735E"/>
                </a:solidFill>
                <a:latin typeface="Arial"/>
                <a:ea typeface="Arial"/>
                <a:cs typeface="Arial"/>
              </a:defRPr>
            </a:lvl7pPr>
            <a:lvl8pPr>
              <a:defRPr sz="1050" b="0">
                <a:solidFill>
                  <a:srgbClr val="60735E"/>
                </a:solidFill>
                <a:latin typeface="Arial"/>
                <a:ea typeface="Arial"/>
                <a:cs typeface="Arial"/>
              </a:defRPr>
            </a:lvl8pPr>
            <a:lvl9pPr>
              <a:defRPr sz="1050" b="0">
                <a:solidFill>
                  <a:srgbClr val="60735E"/>
                </a:solidFill>
                <a:latin typeface="Arial"/>
                <a:ea typeface="Arial"/>
                <a:cs typeface="Arial"/>
              </a:defRPr>
            </a:lvl9pPr>
          </a:lstStyle>
          <a:p xmlns:a="http://schemas.openxmlformats.org/drawingml/2006/main">
            <a:pPr>
              <a:defRPr sz="1050" b="0">
                <a:solidFill>
                  <a:srgbClr val="60735E"/>
                </a:solidFill>
                <a:latin typeface="Arial"/>
                <a:ea typeface="Arial"/>
                <a:cs typeface="Arial"/>
              </a:defRPr>
            </a:pPr>
            <a:r>
              <a:rPr sz="1050" b="0">
                <a:solidFill>
                  <a:srgbClr val="60735E"/>
                </a:solidFill>
                <a:latin typeface="Arial"/>
                <a:ea typeface="Arial"/>
                <a:cs typeface="Arial"/>
              </a:rPr>
              <a:t>HRCMS / HAVEN</a:t>
            </a:r>
          </a:p>
        </p:txBody>
      </p:sp>
      <p:sp>
        <p:nvSpPr>
          <p:cNvPr id="4" name="page-number">
            <a:extLst xmlns:a="http://schemas.openxmlformats.org/drawingml/2006/main">
              <a:ext uri="{FF2B5EF4-FFF2-40B4-BE49-F238E27FC236}">
                <a16:creationId xmlns:a16="http://schemas.microsoft.com/office/drawing/2014/main" id="{D5F89210-56DE-4A30-8555-1FE779C46999}"/>
              </a:ext>
            </a:extLst>
          </p:cNvPr>
          <p:cNvSpPr>
            <a:spLocks xmlns:a="http://schemas.openxmlformats.org/drawingml/2006/main" noGrp="1"/>
          </p:cNvSpPr>
          <p:nvPr/>
        </p:nvSpPr>
        <p:spPr>
          <a:xfrm xmlns:a="http://schemas.openxmlformats.org/drawingml/2006/main">
            <a:off x="10763250" y="6477000"/>
            <a:ext cx="819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60735E"/>
                </a:solidFill>
                <a:latin typeface="Arial"/>
                <a:ea typeface="Arial"/>
                <a:cs typeface="Arial"/>
              </a:defRPr>
            </a:defPPr>
            <a:lvl1pPr>
              <a:defRPr sz="1050" b="0">
                <a:solidFill>
                  <a:srgbClr val="60735E"/>
                </a:solidFill>
                <a:latin typeface="Arial"/>
                <a:ea typeface="Arial"/>
                <a:cs typeface="Arial"/>
              </a:defRPr>
            </a:lvl1pPr>
            <a:lvl2pPr>
              <a:defRPr sz="1050" b="0">
                <a:solidFill>
                  <a:srgbClr val="60735E"/>
                </a:solidFill>
                <a:latin typeface="Arial"/>
                <a:ea typeface="Arial"/>
                <a:cs typeface="Arial"/>
              </a:defRPr>
            </a:lvl2pPr>
            <a:lvl3pPr>
              <a:defRPr sz="1050" b="0">
                <a:solidFill>
                  <a:srgbClr val="60735E"/>
                </a:solidFill>
                <a:latin typeface="Arial"/>
                <a:ea typeface="Arial"/>
                <a:cs typeface="Arial"/>
              </a:defRPr>
            </a:lvl3pPr>
            <a:lvl4pPr>
              <a:defRPr sz="1050" b="0">
                <a:solidFill>
                  <a:srgbClr val="60735E"/>
                </a:solidFill>
                <a:latin typeface="Arial"/>
                <a:ea typeface="Arial"/>
                <a:cs typeface="Arial"/>
              </a:defRPr>
            </a:lvl4pPr>
            <a:lvl5pPr>
              <a:defRPr sz="1050" b="0">
                <a:solidFill>
                  <a:srgbClr val="60735E"/>
                </a:solidFill>
                <a:latin typeface="Arial"/>
                <a:ea typeface="Arial"/>
                <a:cs typeface="Arial"/>
              </a:defRPr>
            </a:lvl5pPr>
            <a:lvl6pPr>
              <a:defRPr sz="1050" b="0">
                <a:solidFill>
                  <a:srgbClr val="60735E"/>
                </a:solidFill>
                <a:latin typeface="Arial"/>
                <a:ea typeface="Arial"/>
                <a:cs typeface="Arial"/>
              </a:defRPr>
            </a:lvl6pPr>
            <a:lvl7pPr>
              <a:defRPr sz="1050" b="0">
                <a:solidFill>
                  <a:srgbClr val="60735E"/>
                </a:solidFill>
                <a:latin typeface="Arial"/>
                <a:ea typeface="Arial"/>
                <a:cs typeface="Arial"/>
              </a:defRPr>
            </a:lvl7pPr>
            <a:lvl8pPr>
              <a:defRPr sz="1050" b="0">
                <a:solidFill>
                  <a:srgbClr val="60735E"/>
                </a:solidFill>
                <a:latin typeface="Arial"/>
                <a:ea typeface="Arial"/>
                <a:cs typeface="Arial"/>
              </a:defRPr>
            </a:lvl8pPr>
            <a:lvl9pPr>
              <a:defRPr sz="1050" b="0">
                <a:solidFill>
                  <a:srgbClr val="60735E"/>
                </a:solidFill>
                <a:latin typeface="Arial"/>
                <a:ea typeface="Arial"/>
                <a:cs typeface="Arial"/>
              </a:defRPr>
            </a:lvl9pPr>
          </a:lstStyle>
          <a:p xmlns:a="http://schemas.openxmlformats.org/drawingml/2006/main">
            <a:pPr>
              <a:defRPr sz="1050" b="0">
                <a:solidFill>
                  <a:srgbClr val="60735E"/>
                </a:solidFill>
                <a:latin typeface="Arial"/>
                <a:ea typeface="Arial"/>
                <a:cs typeface="Arial"/>
              </a:defRPr>
            </a:pPr>
            <a:r>
              <a:rPr sz="1050" b="0">
                <a:solidFill>
                  <a:srgbClr val="60735E"/>
                </a:solidFill>
                <a:latin typeface="Arial"/>
                <a:ea typeface="Arial"/>
                <a:cs typeface="Arial"/>
              </a:rPr>
              <a:t>01 / 18</a:t>
            </a:r>
          </a:p>
        </p:txBody>
      </p:sp>
      <p:sp>
        <p:nvSpPr>
          <p:cNvPr id="5" name="text">
            <a:extLst xmlns:a="http://schemas.openxmlformats.org/drawingml/2006/main">
              <a:ext uri="{FF2B5EF4-FFF2-40B4-BE49-F238E27FC236}">
                <a16:creationId xmlns:a16="http://schemas.microsoft.com/office/drawing/2014/main" id="{A59E1979-12EC-413D-9994-1B65D5DCF8EE}"/>
              </a:ext>
            </a:extLst>
          </p:cNvPr>
          <p:cNvSpPr>
            <a:spLocks xmlns:a="http://schemas.openxmlformats.org/drawingml/2006/main" noGrp="1"/>
          </p:cNvSpPr>
          <p:nvPr/>
        </p:nvSpPr>
        <p:spPr>
          <a:xfrm xmlns:a="http://schemas.openxmlformats.org/drawingml/2006/main">
            <a:off x="628650" y="1552575"/>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1F4D3B"/>
                </a:solidFill>
                <a:latin typeface="Arial"/>
                <a:ea typeface="Arial"/>
                <a:cs typeface="Arial"/>
              </a:defRPr>
            </a:defPPr>
            <a:lvl1pPr>
              <a:defRPr sz="2025" b="1">
                <a:solidFill>
                  <a:srgbClr val="1F4D3B"/>
                </a:solidFill>
                <a:latin typeface="Arial"/>
                <a:ea typeface="Arial"/>
                <a:cs typeface="Arial"/>
              </a:defRPr>
            </a:lvl1pPr>
            <a:lvl2pPr>
              <a:defRPr sz="2025" b="1">
                <a:solidFill>
                  <a:srgbClr val="1F4D3B"/>
                </a:solidFill>
                <a:latin typeface="Arial"/>
                <a:ea typeface="Arial"/>
                <a:cs typeface="Arial"/>
              </a:defRPr>
            </a:lvl2pPr>
            <a:lvl3pPr>
              <a:defRPr sz="2025" b="1">
                <a:solidFill>
                  <a:srgbClr val="1F4D3B"/>
                </a:solidFill>
                <a:latin typeface="Arial"/>
                <a:ea typeface="Arial"/>
                <a:cs typeface="Arial"/>
              </a:defRPr>
            </a:lvl3pPr>
            <a:lvl4pPr>
              <a:defRPr sz="2025" b="1">
                <a:solidFill>
                  <a:srgbClr val="1F4D3B"/>
                </a:solidFill>
                <a:latin typeface="Arial"/>
                <a:ea typeface="Arial"/>
                <a:cs typeface="Arial"/>
              </a:defRPr>
            </a:lvl4pPr>
            <a:lvl5pPr>
              <a:defRPr sz="2025" b="1">
                <a:solidFill>
                  <a:srgbClr val="1F4D3B"/>
                </a:solidFill>
                <a:latin typeface="Arial"/>
                <a:ea typeface="Arial"/>
                <a:cs typeface="Arial"/>
              </a:defRPr>
            </a:lvl5pPr>
            <a:lvl6pPr>
              <a:defRPr sz="2025" b="1">
                <a:solidFill>
                  <a:srgbClr val="1F4D3B"/>
                </a:solidFill>
                <a:latin typeface="Arial"/>
                <a:ea typeface="Arial"/>
                <a:cs typeface="Arial"/>
              </a:defRPr>
            </a:lvl6pPr>
            <a:lvl7pPr>
              <a:defRPr sz="2025" b="1">
                <a:solidFill>
                  <a:srgbClr val="1F4D3B"/>
                </a:solidFill>
                <a:latin typeface="Arial"/>
                <a:ea typeface="Arial"/>
                <a:cs typeface="Arial"/>
              </a:defRPr>
            </a:lvl7pPr>
            <a:lvl8pPr>
              <a:defRPr sz="2025" b="1">
                <a:solidFill>
                  <a:srgbClr val="1F4D3B"/>
                </a:solidFill>
                <a:latin typeface="Arial"/>
                <a:ea typeface="Arial"/>
                <a:cs typeface="Arial"/>
              </a:defRPr>
            </a:lvl8pPr>
            <a:lvl9pPr>
              <a:defRPr sz="2025" b="1">
                <a:solidFill>
                  <a:srgbClr val="1F4D3B"/>
                </a:solidFill>
                <a:latin typeface="Arial"/>
                <a:ea typeface="Arial"/>
                <a:cs typeface="Arial"/>
              </a:defRPr>
            </a:lvl9pPr>
          </a:lstStyle>
          <a:p xmlns:a="http://schemas.openxmlformats.org/drawingml/2006/main">
            <a:pPr>
              <a:defRPr sz="2025" b="1">
                <a:solidFill>
                  <a:srgbClr val="1F4D3B"/>
                </a:solidFill>
                <a:latin typeface="Arial"/>
                <a:ea typeface="Arial"/>
                <a:cs typeface="Arial"/>
              </a:defRPr>
            </a:pPr>
            <a:r>
              <a:rPr sz="2025" b="1">
                <a:solidFill>
                  <a:srgbClr val="1F4D3B"/>
                </a:solidFill>
                <a:latin typeface="Arial"/>
                <a:ea typeface="Arial"/>
                <a:cs typeface="Arial"/>
              </a:rPr>
              <a:t>Problem</a:t>
            </a:r>
          </a:p>
        </p:txBody>
      </p:sp>
      <p:sp>
        <p:nvSpPr>
          <p:cNvPr id="6" name="text">
            <a:extLst xmlns:a="http://schemas.openxmlformats.org/drawingml/2006/main">
              <a:ext uri="{FF2B5EF4-FFF2-40B4-BE49-F238E27FC236}">
                <a16:creationId xmlns:a16="http://schemas.microsoft.com/office/drawing/2014/main" id="{1F6C729B-EA54-49BF-8BB6-0998A7B81004}"/>
              </a:ext>
            </a:extLst>
          </p:cNvPr>
          <p:cNvSpPr>
            <a:spLocks xmlns:a="http://schemas.openxmlformats.org/drawingml/2006/main" noGrp="1"/>
          </p:cNvSpPr>
          <p:nvPr/>
        </p:nvSpPr>
        <p:spPr>
          <a:xfrm xmlns:a="http://schemas.openxmlformats.org/drawingml/2006/main">
            <a:off x="628650" y="1943100"/>
            <a:ext cx="1085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60735E"/>
                </a:solidFill>
                <a:latin typeface="Arial"/>
                <a:ea typeface="Arial"/>
                <a:cs typeface="Arial"/>
              </a:defRPr>
            </a:defPPr>
            <a:lvl1pPr>
              <a:defRPr sz="1950" b="0">
                <a:solidFill>
                  <a:srgbClr val="60735E"/>
                </a:solidFill>
                <a:latin typeface="Arial"/>
                <a:ea typeface="Arial"/>
                <a:cs typeface="Arial"/>
              </a:defRPr>
            </a:lvl1pPr>
            <a:lvl2pPr>
              <a:defRPr sz="1950" b="0">
                <a:solidFill>
                  <a:srgbClr val="60735E"/>
                </a:solidFill>
                <a:latin typeface="Arial"/>
                <a:ea typeface="Arial"/>
                <a:cs typeface="Arial"/>
              </a:defRPr>
            </a:lvl2pPr>
            <a:lvl3pPr>
              <a:defRPr sz="1950" b="0">
                <a:solidFill>
                  <a:srgbClr val="60735E"/>
                </a:solidFill>
                <a:latin typeface="Arial"/>
                <a:ea typeface="Arial"/>
                <a:cs typeface="Arial"/>
              </a:defRPr>
            </a:lvl3pPr>
            <a:lvl4pPr>
              <a:defRPr sz="1950" b="0">
                <a:solidFill>
                  <a:srgbClr val="60735E"/>
                </a:solidFill>
                <a:latin typeface="Arial"/>
                <a:ea typeface="Arial"/>
                <a:cs typeface="Arial"/>
              </a:defRPr>
            </a:lvl4pPr>
            <a:lvl5pPr>
              <a:defRPr sz="1950" b="0">
                <a:solidFill>
                  <a:srgbClr val="60735E"/>
                </a:solidFill>
                <a:latin typeface="Arial"/>
                <a:ea typeface="Arial"/>
                <a:cs typeface="Arial"/>
              </a:defRPr>
            </a:lvl5pPr>
            <a:lvl6pPr>
              <a:defRPr sz="1950" b="0">
                <a:solidFill>
                  <a:srgbClr val="60735E"/>
                </a:solidFill>
                <a:latin typeface="Arial"/>
                <a:ea typeface="Arial"/>
                <a:cs typeface="Arial"/>
              </a:defRPr>
            </a:lvl6pPr>
            <a:lvl7pPr>
              <a:defRPr sz="1950" b="0">
                <a:solidFill>
                  <a:srgbClr val="60735E"/>
                </a:solidFill>
                <a:latin typeface="Arial"/>
                <a:ea typeface="Arial"/>
                <a:cs typeface="Arial"/>
              </a:defRPr>
            </a:lvl7pPr>
            <a:lvl8pPr>
              <a:defRPr sz="1950" b="0">
                <a:solidFill>
                  <a:srgbClr val="60735E"/>
                </a:solidFill>
                <a:latin typeface="Arial"/>
                <a:ea typeface="Arial"/>
                <a:cs typeface="Arial"/>
              </a:defRPr>
            </a:lvl8pPr>
            <a:lvl9pPr>
              <a:defRPr sz="1950" b="0">
                <a:solidFill>
                  <a:srgbClr val="60735E"/>
                </a:solidFill>
                <a:latin typeface="Arial"/>
                <a:ea typeface="Arial"/>
                <a:cs typeface="Arial"/>
              </a:defRPr>
            </a:lvl9pPr>
          </a:lstStyle>
          <a:p xmlns:a="http://schemas.openxmlformats.org/drawingml/2006/main">
            <a:pPr>
              <a:defRPr sz="1950" b="0">
                <a:solidFill>
                  <a:srgbClr val="60735E"/>
                </a:solidFill>
                <a:latin typeface="Arial"/>
                <a:ea typeface="Arial"/>
                <a:cs typeface="Arial"/>
              </a:defRPr>
            </a:pPr>
            <a:r>
              <a:rPr sz="1950" b="0">
                <a:solidFill>
                  <a:srgbClr val="60735E"/>
                </a:solidFill>
                <a:latin typeface="Arial"/>
                <a:ea typeface="Arial"/>
                <a:cs typeface="Arial"/>
              </a:rPr>
              <a:t>Manual room registers and informal complaints create conflicting allotments, lost requests and unclear responsibility.</a:t>
            </a:r>
          </a:p>
        </p:txBody>
      </p:sp>
      <p:graphicFrame>
        <p:nvGraphicFramePr>
          <p:cNvPr id="7" name="">
            <a:extLst xmlns:a="http://schemas.openxmlformats.org/drawingml/2006/main">
              <a:ext uri="{FF2B5EF4-FFF2-40B4-BE49-F238E27FC236}">
                <a16:creationId xmlns:a16="http://schemas.microsoft.com/office/drawing/2014/main" id="{C2AAC5DB-7209-4A92-8C23-D694CEDF3749}"/>
              </a:ext>
            </a:extLst>
          </p:cNvPr>
          <p:cNvGraphicFramePr/>
          <p:nvPr/>
        </p:nvGraphicFramePr>
        <p:xfrm>
          <a:off xmlns:a="http://schemas.openxmlformats.org/drawingml/2006/main" x="609600" y="2781300"/>
          <a:ext xmlns:a="http://schemas.openxmlformats.org/drawingml/2006/main" cx="10972800" cy="2457450"/>
        </p:xfrm>
        <a:graphic xmlns:a="http://schemas.openxmlformats.org/drawingml/2006/main">
          <a:graphicData uri="http://schemas.openxmlformats.org/drawingml/2006/table">
            <a:tbl>
              <a:tblPr/>
              <a:tblGrid>
                <a:gridCol w="2857500"/>
                <a:gridCol w="8115300"/>
              </a:tblGrid>
              <a:tr h="457200">
                <a:tc>
                  <a:txBody>
                    <a:bodyPr lIns="114300" tIns="114300" rIns="114300" bIns="114300"/>
                    <a:lstStyle/>
                    <a:p>
                      <a:r>
                        <a:rPr sz="1650" b="1">
                          <a:solidFill>
                            <a:srgbClr val="FFFFFF"/>
                          </a:solidFill>
                          <a:latin typeface="Arial"/>
                          <a:ea typeface="Arial"/>
                          <a:cs typeface="Arial"/>
                        </a:rPr>
                        <a:t>User</a:t>
                      </a:r>
                    </a:p>
                  </a:txBody>
                  <a:tcPr marL="91440" marR="91440" marT="45720" marB="45720" anchor="ctr">
                    <a:lnL w="9525">
                      <a:solidFill>
                        <a:srgbClr val="DDE5D7"/>
                      </a:solidFill>
                      <a:prstDash val="solid"/>
                    </a:lnL>
                    <a:lnR w="9525">
                      <a:solidFill>
                        <a:srgbClr val="DDE5D7"/>
                      </a:solidFill>
                      <a:prstDash val="solid"/>
                    </a:lnR>
                    <a:lnT w="9525">
                      <a:solidFill>
                        <a:srgbClr val="DDE5D7"/>
                      </a:solidFill>
                      <a:prstDash val="solid"/>
                    </a:lnT>
                    <a:lnB w="9525">
                      <a:solidFill>
                        <a:srgbClr val="DDE5D7"/>
                      </a:solidFill>
                      <a:prstDash val="solid"/>
                    </a:lnB>
                    <a:solidFill>
                      <a:srgbClr val="1F4D3B"/>
                    </a:solidFill>
                  </a:tcPr>
                </a:tc>
                <a:tc>
                  <a:txBody>
                    <a:bodyPr lIns="114300" tIns="114300" rIns="114300" bIns="114300"/>
                    <a:lstStyle/>
                    <a:p>
                      <a:r>
                        <a:rPr sz="1650" b="1">
                          <a:solidFill>
                            <a:srgbClr val="FFFFFF"/>
                          </a:solidFill>
                          <a:latin typeface="Arial"/>
                          <a:ea typeface="Arial"/>
                          <a:cs typeface="Arial"/>
                        </a:rPr>
                        <a:t>Required access and actions</a:t>
                      </a:r>
                    </a:p>
                  </a:txBody>
                  <a:tcPr marL="91440" marR="91440" marT="45720" marB="45720" anchor="ctr">
                    <a:lnR w="9525">
                      <a:solidFill>
                        <a:srgbClr val="DDE5D7"/>
                      </a:solidFill>
                      <a:prstDash val="solid"/>
                    </a:lnR>
                    <a:lnT w="9525">
                      <a:solidFill>
                        <a:srgbClr val="DDE5D7"/>
                      </a:solidFill>
                      <a:prstDash val="solid"/>
                    </a:lnT>
                    <a:lnB w="9525">
                      <a:solidFill>
                        <a:srgbClr val="DDE5D7"/>
                      </a:solidFill>
                      <a:prstDash val="solid"/>
                    </a:lnB>
                    <a:solidFill>
                      <a:srgbClr val="1F4D3B"/>
                    </a:solidFill>
                  </a:tcPr>
                </a:tc>
              </a:tr>
              <a:tr h="500063">
                <a:tc>
                  <a:txBody>
                    <a:bodyPr lIns="114300" tIns="114300" rIns="114300" bIns="114300"/>
                    <a:lstStyle/>
                    <a:p>
                      <a:r>
                        <a:rPr sz="1725" b="0">
                          <a:solidFill>
                            <a:srgbClr val="243B2D"/>
                          </a:solidFill>
                          <a:latin typeface="Arial"/>
                          <a:ea typeface="Arial"/>
                          <a:cs typeface="Arial"/>
                        </a:rPr>
                        <a:t>Student</a:t>
                      </a:r>
                    </a:p>
                  </a:txBody>
                  <a:tcPr marL="91440" marR="91440" marT="45720" marB="45720" anchor="ctr">
                    <a:lnL w="9525">
                      <a:solidFill>
                        <a:srgbClr val="DDE5D7"/>
                      </a:solidFill>
                      <a:prstDash val="solid"/>
                    </a:lnL>
                    <a:lnR w="9525">
                      <a:solidFill>
                        <a:srgbClr val="DDE5D7"/>
                      </a:solidFill>
                      <a:prstDash val="solid"/>
                    </a:lnR>
                    <a:lnB w="9525">
                      <a:solidFill>
                        <a:srgbClr val="DDE5D7"/>
                      </a:solidFill>
                      <a:prstDash val="solid"/>
                    </a:lnB>
                    <a:solidFill>
                      <a:srgbClr val="FFFFFF"/>
                    </a:solidFill>
                  </a:tcPr>
                </a:tc>
                <a:tc>
                  <a:txBody>
                    <a:bodyPr lIns="114300" tIns="114300" rIns="114300" bIns="114300"/>
                    <a:lstStyle/>
                    <a:p>
                      <a:r>
                        <a:rPr sz="1725" b="0">
                          <a:solidFill>
                            <a:srgbClr val="243B2D"/>
                          </a:solidFill>
                          <a:latin typeface="Arial"/>
                          <a:ea typeface="Arial"/>
                          <a:cs typeface="Arial"/>
                        </a:rPr>
                        <a:t>Own room, complaints, progress and resolved feedback</a:t>
                      </a:r>
                    </a:p>
                  </a:txBody>
                  <a:tcPr marL="91440" marR="91440" marT="45720" marB="45720" anchor="ctr">
                    <a:lnR w="9525">
                      <a:solidFill>
                        <a:srgbClr val="DDE5D7"/>
                      </a:solidFill>
                      <a:prstDash val="solid"/>
                    </a:lnR>
                    <a:lnB w="9525">
                      <a:solidFill>
                        <a:srgbClr val="DDE5D7"/>
                      </a:solidFill>
                      <a:prstDash val="solid"/>
                    </a:lnB>
                    <a:solidFill>
                      <a:srgbClr val="FFFFFF"/>
                    </a:solidFill>
                  </a:tcPr>
                </a:tc>
              </a:tr>
              <a:tr h="500063">
                <a:tc>
                  <a:txBody>
                    <a:bodyPr lIns="114300" tIns="114300" rIns="114300" bIns="114300"/>
                    <a:lstStyle/>
                    <a:p>
                      <a:r>
                        <a:rPr sz="1725" b="0">
                          <a:solidFill>
                            <a:srgbClr val="243B2D"/>
                          </a:solidFill>
                          <a:latin typeface="Arial"/>
                          <a:ea typeface="Arial"/>
                          <a:cs typeface="Arial"/>
                        </a:rPr>
                        <a:t>Warden</a:t>
                      </a:r>
                    </a:p>
                  </a:txBody>
                  <a:tcPr marL="91440" marR="91440" marT="45720" marB="45720" anchor="ctr">
                    <a:lnL w="9525">
                      <a:solidFill>
                        <a:srgbClr val="DDE5D7"/>
                      </a:solidFill>
                      <a:prstDash val="solid"/>
                    </a:lnL>
                    <a:lnR w="9525">
                      <a:solidFill>
                        <a:srgbClr val="DDE5D7"/>
                      </a:solidFill>
                      <a:prstDash val="solid"/>
                    </a:lnR>
                    <a:lnB w="9525">
                      <a:solidFill>
                        <a:srgbClr val="DDE5D7"/>
                      </a:solidFill>
                      <a:prstDash val="solid"/>
                    </a:lnB>
                    <a:solidFill>
                      <a:srgbClr val="F0F4E9"/>
                    </a:solidFill>
                  </a:tcPr>
                </a:tc>
                <a:tc>
                  <a:txBody>
                    <a:bodyPr lIns="114300" tIns="114300" rIns="114300" bIns="114300"/>
                    <a:lstStyle/>
                    <a:p>
                      <a:r>
                        <a:rPr sz="1725" b="0">
                          <a:solidFill>
                            <a:srgbClr val="243B2D"/>
                          </a:solidFill>
                          <a:latin typeface="Arial"/>
                          <a:ea typeface="Arial"/>
                          <a:cs typeface="Arial"/>
                        </a:rPr>
                        <a:t>Managed block, allotments, complaint assignment and reports</a:t>
                      </a:r>
                    </a:p>
                  </a:txBody>
                  <a:tcPr marL="91440" marR="91440" marT="45720" marB="45720" anchor="ctr">
                    <a:lnR w="9525">
                      <a:solidFill>
                        <a:srgbClr val="DDE5D7"/>
                      </a:solidFill>
                      <a:prstDash val="solid"/>
                    </a:lnR>
                    <a:lnB w="9525">
                      <a:solidFill>
                        <a:srgbClr val="DDE5D7"/>
                      </a:solidFill>
                      <a:prstDash val="solid"/>
                    </a:lnB>
                    <a:solidFill>
                      <a:srgbClr val="F0F4E9"/>
                    </a:solidFill>
                  </a:tcPr>
                </a:tc>
              </a:tr>
              <a:tr h="500063">
                <a:tc>
                  <a:txBody>
                    <a:bodyPr lIns="114300" tIns="114300" rIns="114300" bIns="114300"/>
                    <a:lstStyle/>
                    <a:p>
                      <a:r>
                        <a:rPr sz="1725" b="0">
                          <a:solidFill>
                            <a:srgbClr val="243B2D"/>
                          </a:solidFill>
                          <a:latin typeface="Arial"/>
                          <a:ea typeface="Arial"/>
                          <a:cs typeface="Arial"/>
                        </a:rPr>
                        <a:t>Maintenance staff</a:t>
                      </a:r>
                    </a:p>
                  </a:txBody>
                  <a:tcPr marL="91440" marR="91440" marT="45720" marB="45720" anchor="ctr">
                    <a:lnL w="9525">
                      <a:solidFill>
                        <a:srgbClr val="DDE5D7"/>
                      </a:solidFill>
                      <a:prstDash val="solid"/>
                    </a:lnL>
                    <a:lnR w="9525">
                      <a:solidFill>
                        <a:srgbClr val="DDE5D7"/>
                      </a:solidFill>
                      <a:prstDash val="solid"/>
                    </a:lnR>
                    <a:lnB w="9525">
                      <a:solidFill>
                        <a:srgbClr val="DDE5D7"/>
                      </a:solidFill>
                      <a:prstDash val="solid"/>
                    </a:lnB>
                    <a:solidFill>
                      <a:srgbClr val="FFFFFF"/>
                    </a:solidFill>
                  </a:tcPr>
                </a:tc>
                <a:tc>
                  <a:txBody>
                    <a:bodyPr lIns="114300" tIns="114300" rIns="114300" bIns="114300"/>
                    <a:lstStyle/>
                    <a:p>
                      <a:r>
                        <a:rPr sz="1725" b="0">
                          <a:solidFill>
                            <a:srgbClr val="243B2D"/>
                          </a:solidFill>
                          <a:latin typeface="Arial"/>
                          <a:ea typeface="Arial"/>
                          <a:cs typeface="Arial"/>
                        </a:rPr>
                        <a:t>Assigned work orders with progress and repair remarks</a:t>
                      </a:r>
                    </a:p>
                  </a:txBody>
                  <a:tcPr marL="91440" marR="91440" marT="45720" marB="45720" anchor="ctr">
                    <a:lnR w="9525">
                      <a:solidFill>
                        <a:srgbClr val="DDE5D7"/>
                      </a:solidFill>
                      <a:prstDash val="solid"/>
                    </a:lnR>
                    <a:lnB w="9525">
                      <a:solidFill>
                        <a:srgbClr val="DDE5D7"/>
                      </a:solidFill>
                      <a:prstDash val="solid"/>
                    </a:lnB>
                    <a:solidFill>
                      <a:srgbClr val="FFFFFF"/>
                    </a:solidFill>
                  </a:tcPr>
                </a:tc>
              </a:tr>
              <a:tr h="500063">
                <a:tc>
                  <a:txBody>
                    <a:bodyPr lIns="114300" tIns="114300" rIns="114300" bIns="114300"/>
                    <a:lstStyle/>
                    <a:p>
                      <a:r>
                        <a:rPr sz="1725" b="0">
                          <a:solidFill>
                            <a:srgbClr val="243B2D"/>
                          </a:solidFill>
                          <a:latin typeface="Arial"/>
                          <a:ea typeface="Arial"/>
                          <a:cs typeface="Arial"/>
                        </a:rPr>
                        <a:t>Administrator</a:t>
                      </a:r>
                    </a:p>
                  </a:txBody>
                  <a:tcPr marL="91440" marR="91440" marT="45720" marB="45720" anchor="ctr">
                    <a:lnL w="9525">
                      <a:solidFill>
                        <a:srgbClr val="DDE5D7"/>
                      </a:solidFill>
                      <a:prstDash val="solid"/>
                    </a:lnL>
                    <a:lnR w="9525">
                      <a:solidFill>
                        <a:srgbClr val="DDE5D7"/>
                      </a:solidFill>
                      <a:prstDash val="solid"/>
                    </a:lnR>
                    <a:lnB w="9525">
                      <a:solidFill>
                        <a:srgbClr val="DDE5D7"/>
                      </a:solidFill>
                      <a:prstDash val="solid"/>
                    </a:lnB>
                    <a:solidFill>
                      <a:srgbClr val="F0F4E9"/>
                    </a:solidFill>
                  </a:tcPr>
                </a:tc>
                <a:tc>
                  <a:txBody>
                    <a:bodyPr lIns="114300" tIns="114300" rIns="114300" bIns="114300"/>
                    <a:lstStyle/>
                    <a:p>
                      <a:r>
                        <a:rPr sz="1725" b="0">
                          <a:solidFill>
                            <a:srgbClr val="243B2D"/>
                          </a:solidFill>
                          <a:latin typeface="Arial"/>
                          <a:ea typeface="Arial"/>
                          <a:cs typeface="Arial"/>
                        </a:rPr>
                        <a:t>Users, hostel blocks, rooms, room types and categories</a:t>
                      </a:r>
                    </a:p>
                  </a:txBody>
                  <a:tcPr marL="91440" marR="91440" marT="45720" marB="45720" anchor="ctr">
                    <a:lnR w="9525">
                      <a:solidFill>
                        <a:srgbClr val="DDE5D7"/>
                      </a:solidFill>
                      <a:prstDash val="solid"/>
                    </a:lnR>
                    <a:lnB w="9525">
                      <a:solidFill>
                        <a:srgbClr val="DDE5D7"/>
                      </a:solidFill>
                      <a:prstDash val="solid"/>
                    </a:lnB>
                    <a:solidFill>
                      <a:srgbClr val="F0F4E9"/>
                    </a:solidFill>
                  </a:tcPr>
                </a:tc>
              </a:tr>
            </a:tbl>
          </a:graphicData>
        </a:graphic>
      </p:graphicFrame>
      <p:sp>
        <p:nvSpPr>
          <p:cNvPr id="8" name="text">
            <a:extLst xmlns:a="http://schemas.openxmlformats.org/drawingml/2006/main">
              <a:ext uri="{FF2B5EF4-FFF2-40B4-BE49-F238E27FC236}">
                <a16:creationId xmlns:a16="http://schemas.microsoft.com/office/drawing/2014/main" id="{F1A27141-EE97-4D84-99C0-1D1ED52B1530}"/>
              </a:ext>
            </a:extLst>
          </p:cNvPr>
          <p:cNvSpPr>
            <a:spLocks xmlns:a="http://schemas.openxmlformats.org/drawingml/2006/main" noGrp="1"/>
          </p:cNvSpPr>
          <p:nvPr/>
        </p:nvSpPr>
        <p:spPr>
          <a:xfrm xmlns:a="http://schemas.openxmlformats.org/drawingml/2006/main">
            <a:off x="628650" y="55054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1F4D3B"/>
                </a:solidFill>
                <a:latin typeface="Arial"/>
                <a:ea typeface="Arial"/>
                <a:cs typeface="Arial"/>
              </a:defRPr>
            </a:defPPr>
            <a:lvl1pPr>
              <a:defRPr sz="1950" b="1">
                <a:solidFill>
                  <a:srgbClr val="1F4D3B"/>
                </a:solidFill>
                <a:latin typeface="Arial"/>
                <a:ea typeface="Arial"/>
                <a:cs typeface="Arial"/>
              </a:defRPr>
            </a:lvl1pPr>
            <a:lvl2pPr>
              <a:defRPr sz="1950" b="1">
                <a:solidFill>
                  <a:srgbClr val="1F4D3B"/>
                </a:solidFill>
                <a:latin typeface="Arial"/>
                <a:ea typeface="Arial"/>
                <a:cs typeface="Arial"/>
              </a:defRPr>
            </a:lvl2pPr>
            <a:lvl3pPr>
              <a:defRPr sz="1950" b="1">
                <a:solidFill>
                  <a:srgbClr val="1F4D3B"/>
                </a:solidFill>
                <a:latin typeface="Arial"/>
                <a:ea typeface="Arial"/>
                <a:cs typeface="Arial"/>
              </a:defRPr>
            </a:lvl3pPr>
            <a:lvl4pPr>
              <a:defRPr sz="1950" b="1">
                <a:solidFill>
                  <a:srgbClr val="1F4D3B"/>
                </a:solidFill>
                <a:latin typeface="Arial"/>
                <a:ea typeface="Arial"/>
                <a:cs typeface="Arial"/>
              </a:defRPr>
            </a:lvl4pPr>
            <a:lvl5pPr>
              <a:defRPr sz="1950" b="1">
                <a:solidFill>
                  <a:srgbClr val="1F4D3B"/>
                </a:solidFill>
                <a:latin typeface="Arial"/>
                <a:ea typeface="Arial"/>
                <a:cs typeface="Arial"/>
              </a:defRPr>
            </a:lvl5pPr>
            <a:lvl6pPr>
              <a:defRPr sz="1950" b="1">
                <a:solidFill>
                  <a:srgbClr val="1F4D3B"/>
                </a:solidFill>
                <a:latin typeface="Arial"/>
                <a:ea typeface="Arial"/>
                <a:cs typeface="Arial"/>
              </a:defRPr>
            </a:lvl6pPr>
            <a:lvl7pPr>
              <a:defRPr sz="1950" b="1">
                <a:solidFill>
                  <a:srgbClr val="1F4D3B"/>
                </a:solidFill>
                <a:latin typeface="Arial"/>
                <a:ea typeface="Arial"/>
                <a:cs typeface="Arial"/>
              </a:defRPr>
            </a:lvl7pPr>
            <a:lvl8pPr>
              <a:defRPr sz="1950" b="1">
                <a:solidFill>
                  <a:srgbClr val="1F4D3B"/>
                </a:solidFill>
                <a:latin typeface="Arial"/>
                <a:ea typeface="Arial"/>
                <a:cs typeface="Arial"/>
              </a:defRPr>
            </a:lvl8pPr>
            <a:lvl9pPr>
              <a:defRPr sz="1950" b="1">
                <a:solidFill>
                  <a:srgbClr val="1F4D3B"/>
                </a:solidFill>
                <a:latin typeface="Arial"/>
                <a:ea typeface="Arial"/>
                <a:cs typeface="Arial"/>
              </a:defRPr>
            </a:lvl9pPr>
          </a:lstStyle>
          <a:p xmlns:a="http://schemas.openxmlformats.org/drawingml/2006/main">
            <a:pPr>
              <a:defRPr sz="1950" b="1">
                <a:solidFill>
                  <a:srgbClr val="1F4D3B"/>
                </a:solidFill>
                <a:latin typeface="Arial"/>
                <a:ea typeface="Arial"/>
                <a:cs typeface="Arial"/>
              </a:defRPr>
            </a:pPr>
            <a:r>
              <a:rPr sz="1950" b="1">
                <a:solidFill>
                  <a:srgbClr val="1F4D3B"/>
                </a:solidFill>
                <a:latin typeface="Arial"/>
                <a:ea typeface="Arial"/>
                <a:cs typeface="Arial"/>
              </a:rPr>
              <a:t>Integrity requirements</a:t>
            </a:r>
          </a:p>
        </p:txBody>
      </p:sp>
      <p:sp>
        <p:nvSpPr>
          <p:cNvPr id="9" name="text">
            <a:extLst xmlns:a="http://schemas.openxmlformats.org/drawingml/2006/main">
              <a:ext uri="{FF2B5EF4-FFF2-40B4-BE49-F238E27FC236}">
                <a16:creationId xmlns:a16="http://schemas.microsoft.com/office/drawing/2014/main" id="{981EACD7-FD9C-426A-803D-C3ECAEBE1E32}"/>
              </a:ext>
            </a:extLst>
          </p:cNvPr>
          <p:cNvSpPr>
            <a:spLocks xmlns:a="http://schemas.openxmlformats.org/drawingml/2006/main" noGrp="1"/>
          </p:cNvSpPr>
          <p:nvPr/>
        </p:nvSpPr>
        <p:spPr>
          <a:xfrm xmlns:a="http://schemas.openxmlformats.org/drawingml/2006/main">
            <a:off x="628650" y="5886450"/>
            <a:ext cx="1085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60735E"/>
                </a:solidFill>
                <a:latin typeface="Arial"/>
                <a:ea typeface="Arial"/>
                <a:cs typeface="Arial"/>
              </a:defRPr>
            </a:defPPr>
            <a:lvl1pPr>
              <a:defRPr sz="1800" b="0">
                <a:solidFill>
                  <a:srgbClr val="60735E"/>
                </a:solidFill>
                <a:latin typeface="Arial"/>
                <a:ea typeface="Arial"/>
                <a:cs typeface="Arial"/>
              </a:defRPr>
            </a:lvl1pPr>
            <a:lvl2pPr>
              <a:defRPr sz="1800" b="0">
                <a:solidFill>
                  <a:srgbClr val="60735E"/>
                </a:solidFill>
                <a:latin typeface="Arial"/>
                <a:ea typeface="Arial"/>
                <a:cs typeface="Arial"/>
              </a:defRPr>
            </a:lvl2pPr>
            <a:lvl3pPr>
              <a:defRPr sz="1800" b="0">
                <a:solidFill>
                  <a:srgbClr val="60735E"/>
                </a:solidFill>
                <a:latin typeface="Arial"/>
                <a:ea typeface="Arial"/>
                <a:cs typeface="Arial"/>
              </a:defRPr>
            </a:lvl3pPr>
            <a:lvl4pPr>
              <a:defRPr sz="1800" b="0">
                <a:solidFill>
                  <a:srgbClr val="60735E"/>
                </a:solidFill>
                <a:latin typeface="Arial"/>
                <a:ea typeface="Arial"/>
                <a:cs typeface="Arial"/>
              </a:defRPr>
            </a:lvl4pPr>
            <a:lvl5pPr>
              <a:defRPr sz="1800" b="0">
                <a:solidFill>
                  <a:srgbClr val="60735E"/>
                </a:solidFill>
                <a:latin typeface="Arial"/>
                <a:ea typeface="Arial"/>
                <a:cs typeface="Arial"/>
              </a:defRPr>
            </a:lvl5pPr>
            <a:lvl6pPr>
              <a:defRPr sz="1800" b="0">
                <a:solidFill>
                  <a:srgbClr val="60735E"/>
                </a:solidFill>
                <a:latin typeface="Arial"/>
                <a:ea typeface="Arial"/>
                <a:cs typeface="Arial"/>
              </a:defRPr>
            </a:lvl6pPr>
            <a:lvl7pPr>
              <a:defRPr sz="1800" b="0">
                <a:solidFill>
                  <a:srgbClr val="60735E"/>
                </a:solidFill>
                <a:latin typeface="Arial"/>
                <a:ea typeface="Arial"/>
                <a:cs typeface="Arial"/>
              </a:defRPr>
            </a:lvl7pPr>
            <a:lvl8pPr>
              <a:defRPr sz="1800" b="0">
                <a:solidFill>
                  <a:srgbClr val="60735E"/>
                </a:solidFill>
                <a:latin typeface="Arial"/>
                <a:ea typeface="Arial"/>
                <a:cs typeface="Arial"/>
              </a:defRPr>
            </a:lvl8pPr>
            <a:lvl9pPr>
              <a:defRPr sz="1800" b="0">
                <a:solidFill>
                  <a:srgbClr val="60735E"/>
                </a:solidFill>
                <a:latin typeface="Arial"/>
                <a:ea typeface="Arial"/>
                <a:cs typeface="Arial"/>
              </a:defRPr>
            </a:lvl9pPr>
          </a:lstStyle>
          <a:p xmlns:a="http://schemas.openxmlformats.org/drawingml/2006/main">
            <a:pPr>
              <a:defRPr sz="1800" b="0">
                <a:solidFill>
                  <a:srgbClr val="60735E"/>
                </a:solidFill>
                <a:latin typeface="Arial"/>
                <a:ea typeface="Arial"/>
                <a:cs typeface="Arial"/>
              </a:defRPr>
            </a:pPr>
            <a:r>
              <a:rPr sz="1800" b="0">
                <a:solidFill>
                  <a:srgbClr val="60735E"/>
                </a:solidFill>
                <a:latin typeface="Arial"/>
                <a:ea typeface="Arial"/>
                <a:cs typeface="Arial"/>
              </a:rPr>
              <a:t>Capacity and gender checks, one active room per student, role permissions and automatic complaint history.</a:t>
            </a:r>
          </a:p>
        </p:txBody>
      </p:sp>
    </p:spTree>
    <p:extLst>
      <p:ext uri="{BB962C8B-B14F-4D97-AF65-F5344CB8AC3E}">
        <p14:creationId xmlns:p14="http://schemas.microsoft.com/office/powerpoint/2010/main" val="283042012"/>
      </p:ext>
    </p:extLst>
  </p:cSld>
</p:sld>
</file>

<file path=ppt/slides/slide2.xml><?xml version="1.0" encoding="utf-8"?>
<p:sld xmlns:p="http://schemas.openxmlformats.org/presentationml/2006/main">
  <p:cSld>
    <p:bg>
      <p:bgPr>
        <a:solidFill xmlns:a="http://schemas.openxmlformats.org/drawingml/2006/main">
          <a:srgbClr val="FAFBF7"/>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E13FCED5-FC78-49EA-9443-6A584A8B3154}"/>
              </a:ext>
            </a:extLst>
          </p:cNvPr>
          <p:cNvSpPr>
            <a:spLocks xmlns:a="http://schemas.openxmlformats.org/drawingml/2006/main" noGrp="1"/>
          </p:cNvSpPr>
          <p:nvPr/>
        </p:nvSpPr>
        <p:spPr>
          <a:xfrm xmlns:a="http://schemas.openxmlformats.org/drawingml/2006/main">
            <a:off x="609600" y="4572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F4D3B"/>
                </a:solidFill>
                <a:latin typeface="Arial"/>
                <a:ea typeface="Arial"/>
                <a:cs typeface="Arial"/>
              </a:defRPr>
            </a:defPPr>
            <a:lvl1pPr>
              <a:defRPr sz="3300" b="1">
                <a:solidFill>
                  <a:srgbClr val="1F4D3B"/>
                </a:solidFill>
                <a:latin typeface="Arial"/>
                <a:ea typeface="Arial"/>
                <a:cs typeface="Arial"/>
              </a:defRPr>
            </a:lvl1pPr>
            <a:lvl2pPr>
              <a:defRPr sz="3300" b="1">
                <a:solidFill>
                  <a:srgbClr val="1F4D3B"/>
                </a:solidFill>
                <a:latin typeface="Arial"/>
                <a:ea typeface="Arial"/>
                <a:cs typeface="Arial"/>
              </a:defRPr>
            </a:lvl2pPr>
            <a:lvl3pPr>
              <a:defRPr sz="3300" b="1">
                <a:solidFill>
                  <a:srgbClr val="1F4D3B"/>
                </a:solidFill>
                <a:latin typeface="Arial"/>
                <a:ea typeface="Arial"/>
                <a:cs typeface="Arial"/>
              </a:defRPr>
            </a:lvl3pPr>
            <a:lvl4pPr>
              <a:defRPr sz="3300" b="1">
                <a:solidFill>
                  <a:srgbClr val="1F4D3B"/>
                </a:solidFill>
                <a:latin typeface="Arial"/>
                <a:ea typeface="Arial"/>
                <a:cs typeface="Arial"/>
              </a:defRPr>
            </a:lvl4pPr>
            <a:lvl5pPr>
              <a:defRPr sz="3300" b="1">
                <a:solidFill>
                  <a:srgbClr val="1F4D3B"/>
                </a:solidFill>
                <a:latin typeface="Arial"/>
                <a:ea typeface="Arial"/>
                <a:cs typeface="Arial"/>
              </a:defRPr>
            </a:lvl5pPr>
            <a:lvl6pPr>
              <a:defRPr sz="3300" b="1">
                <a:solidFill>
                  <a:srgbClr val="1F4D3B"/>
                </a:solidFill>
                <a:latin typeface="Arial"/>
                <a:ea typeface="Arial"/>
                <a:cs typeface="Arial"/>
              </a:defRPr>
            </a:lvl6pPr>
            <a:lvl7pPr>
              <a:defRPr sz="3300" b="1">
                <a:solidFill>
                  <a:srgbClr val="1F4D3B"/>
                </a:solidFill>
                <a:latin typeface="Arial"/>
                <a:ea typeface="Arial"/>
                <a:cs typeface="Arial"/>
              </a:defRPr>
            </a:lvl7pPr>
            <a:lvl8pPr>
              <a:defRPr sz="3300" b="1">
                <a:solidFill>
                  <a:srgbClr val="1F4D3B"/>
                </a:solidFill>
                <a:latin typeface="Arial"/>
                <a:ea typeface="Arial"/>
                <a:cs typeface="Arial"/>
              </a:defRPr>
            </a:lvl8pPr>
            <a:lvl9pPr>
              <a:defRPr sz="3300" b="1">
                <a:solidFill>
                  <a:srgbClr val="1F4D3B"/>
                </a:solidFill>
                <a:latin typeface="Arial"/>
                <a:ea typeface="Arial"/>
                <a:cs typeface="Arial"/>
              </a:defRPr>
            </a:lvl9pPr>
          </a:lstStyle>
          <a:p xmlns:a="http://schemas.openxmlformats.org/drawingml/2006/main">
            <a:pPr>
              <a:defRPr sz="3300" b="1">
                <a:solidFill>
                  <a:srgbClr val="1F4D3B"/>
                </a:solidFill>
                <a:latin typeface="Arial"/>
                <a:ea typeface="Arial"/>
                <a:cs typeface="Arial"/>
              </a:defRPr>
            </a:pPr>
            <a:r>
              <a:rPr sz="3300" b="1">
                <a:solidFill>
                  <a:srgbClr val="1F4D3B"/>
                </a:solidFill>
                <a:latin typeface="Arial"/>
                <a:ea typeface="Arial"/>
                <a:cs typeface="Arial"/>
              </a:rPr>
              <a:t>Construction of ER/EER Diagram</a:t>
            </a:r>
          </a:p>
        </p:txBody>
      </p:sp>
      <p:sp>
        <p:nvSpPr>
          <p:cNvPr id="3" name="slide-subtitle">
            <a:extLst xmlns:a="http://schemas.openxmlformats.org/drawingml/2006/main">
              <a:ext uri="{FF2B5EF4-FFF2-40B4-BE49-F238E27FC236}">
                <a16:creationId xmlns:a16="http://schemas.microsoft.com/office/drawing/2014/main" id="{B70A4AE9-CCEE-4543-90AF-C32B93B34D51}"/>
              </a:ext>
            </a:extLst>
          </p:cNvPr>
          <p:cNvSpPr>
            <a:spLocks xmlns:a="http://schemas.openxmlformats.org/drawingml/2006/main" noGrp="1"/>
          </p:cNvSpPr>
          <p:nvPr/>
        </p:nvSpPr>
        <p:spPr>
          <a:xfrm xmlns:a="http://schemas.openxmlformats.org/drawingml/2006/main">
            <a:off x="628650" y="1190625"/>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60735E"/>
                </a:solidFill>
                <a:latin typeface="Arial"/>
                <a:ea typeface="Arial"/>
                <a:cs typeface="Arial"/>
              </a:defRPr>
            </a:defPPr>
            <a:lvl1pPr>
              <a:defRPr sz="1650" b="0">
                <a:solidFill>
                  <a:srgbClr val="60735E"/>
                </a:solidFill>
                <a:latin typeface="Arial"/>
                <a:ea typeface="Arial"/>
                <a:cs typeface="Arial"/>
              </a:defRPr>
            </a:lvl1pPr>
            <a:lvl2pPr>
              <a:defRPr sz="1650" b="0">
                <a:solidFill>
                  <a:srgbClr val="60735E"/>
                </a:solidFill>
                <a:latin typeface="Arial"/>
                <a:ea typeface="Arial"/>
                <a:cs typeface="Arial"/>
              </a:defRPr>
            </a:lvl2pPr>
            <a:lvl3pPr>
              <a:defRPr sz="1650" b="0">
                <a:solidFill>
                  <a:srgbClr val="60735E"/>
                </a:solidFill>
                <a:latin typeface="Arial"/>
                <a:ea typeface="Arial"/>
                <a:cs typeface="Arial"/>
              </a:defRPr>
            </a:lvl3pPr>
            <a:lvl4pPr>
              <a:defRPr sz="1650" b="0">
                <a:solidFill>
                  <a:srgbClr val="60735E"/>
                </a:solidFill>
                <a:latin typeface="Arial"/>
                <a:ea typeface="Arial"/>
                <a:cs typeface="Arial"/>
              </a:defRPr>
            </a:lvl4pPr>
            <a:lvl5pPr>
              <a:defRPr sz="1650" b="0">
                <a:solidFill>
                  <a:srgbClr val="60735E"/>
                </a:solidFill>
                <a:latin typeface="Arial"/>
                <a:ea typeface="Arial"/>
                <a:cs typeface="Arial"/>
              </a:defRPr>
            </a:lvl5pPr>
            <a:lvl6pPr>
              <a:defRPr sz="1650" b="0">
                <a:solidFill>
                  <a:srgbClr val="60735E"/>
                </a:solidFill>
                <a:latin typeface="Arial"/>
                <a:ea typeface="Arial"/>
                <a:cs typeface="Arial"/>
              </a:defRPr>
            </a:lvl6pPr>
            <a:lvl7pPr>
              <a:defRPr sz="1650" b="0">
                <a:solidFill>
                  <a:srgbClr val="60735E"/>
                </a:solidFill>
                <a:latin typeface="Arial"/>
                <a:ea typeface="Arial"/>
                <a:cs typeface="Arial"/>
              </a:defRPr>
            </a:lvl7pPr>
            <a:lvl8pPr>
              <a:defRPr sz="1650" b="0">
                <a:solidFill>
                  <a:srgbClr val="60735E"/>
                </a:solidFill>
                <a:latin typeface="Arial"/>
                <a:ea typeface="Arial"/>
                <a:cs typeface="Arial"/>
              </a:defRPr>
            </a:lvl8pPr>
            <a:lvl9pPr>
              <a:defRPr sz="1650" b="0">
                <a:solidFill>
                  <a:srgbClr val="60735E"/>
                </a:solidFill>
                <a:latin typeface="Arial"/>
                <a:ea typeface="Arial"/>
                <a:cs typeface="Arial"/>
              </a:defRPr>
            </a:lvl9pPr>
          </a:lstStyle>
          <a:p xmlns:a="http://schemas.openxmlformats.org/drawingml/2006/main">
            <a:pPr>
              <a:defRPr sz="1650" b="0">
                <a:solidFill>
                  <a:srgbClr val="60735E"/>
                </a:solidFill>
                <a:latin typeface="Arial"/>
                <a:ea typeface="Arial"/>
                <a:cs typeface="Arial"/>
              </a:defRPr>
            </a:pPr>
            <a:r>
              <a:rPr sz="1650" b="0">
                <a:solidFill>
                  <a:srgbClr val="60735E"/>
                </a:solidFill>
                <a:latin typeface="Arial"/>
                <a:ea typeface="Arial"/>
                <a:cs typeface="Arial"/>
              </a:rPr>
              <a:t>Identity and specialization. Shared USERS data with student, warden and staff subtypes.</a:t>
            </a:r>
          </a:p>
        </p:txBody>
      </p:sp>
      <p:sp>
        <p:nvSpPr>
          <p:cNvPr id="4" name="footer">
            <a:extLst xmlns:a="http://schemas.openxmlformats.org/drawingml/2006/main">
              <a:ext uri="{FF2B5EF4-FFF2-40B4-BE49-F238E27FC236}">
                <a16:creationId xmlns:a16="http://schemas.microsoft.com/office/drawing/2014/main" id="{94C742A2-9DD2-4747-8CFC-CA248949E3DC}"/>
              </a:ext>
            </a:extLst>
          </p:cNvPr>
          <p:cNvSpPr>
            <a:spLocks xmlns:a="http://schemas.openxmlformats.org/drawingml/2006/main" noGrp="1"/>
          </p:cNvSpPr>
          <p:nvPr/>
        </p:nvSpPr>
        <p:spPr>
          <a:xfrm xmlns:a="http://schemas.openxmlformats.org/drawingml/2006/main">
            <a:off x="609600" y="6477000"/>
            <a:ext cx="428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60735E"/>
                </a:solidFill>
                <a:latin typeface="Arial"/>
                <a:ea typeface="Arial"/>
                <a:cs typeface="Arial"/>
              </a:defRPr>
            </a:defPPr>
            <a:lvl1pPr>
              <a:defRPr sz="1050" b="0">
                <a:solidFill>
                  <a:srgbClr val="60735E"/>
                </a:solidFill>
                <a:latin typeface="Arial"/>
                <a:ea typeface="Arial"/>
                <a:cs typeface="Arial"/>
              </a:defRPr>
            </a:lvl1pPr>
            <a:lvl2pPr>
              <a:defRPr sz="1050" b="0">
                <a:solidFill>
                  <a:srgbClr val="60735E"/>
                </a:solidFill>
                <a:latin typeface="Arial"/>
                <a:ea typeface="Arial"/>
                <a:cs typeface="Arial"/>
              </a:defRPr>
            </a:lvl2pPr>
            <a:lvl3pPr>
              <a:defRPr sz="1050" b="0">
                <a:solidFill>
                  <a:srgbClr val="60735E"/>
                </a:solidFill>
                <a:latin typeface="Arial"/>
                <a:ea typeface="Arial"/>
                <a:cs typeface="Arial"/>
              </a:defRPr>
            </a:lvl3pPr>
            <a:lvl4pPr>
              <a:defRPr sz="1050" b="0">
                <a:solidFill>
                  <a:srgbClr val="60735E"/>
                </a:solidFill>
                <a:latin typeface="Arial"/>
                <a:ea typeface="Arial"/>
                <a:cs typeface="Arial"/>
              </a:defRPr>
            </a:lvl4pPr>
            <a:lvl5pPr>
              <a:defRPr sz="1050" b="0">
                <a:solidFill>
                  <a:srgbClr val="60735E"/>
                </a:solidFill>
                <a:latin typeface="Arial"/>
                <a:ea typeface="Arial"/>
                <a:cs typeface="Arial"/>
              </a:defRPr>
            </a:lvl5pPr>
            <a:lvl6pPr>
              <a:defRPr sz="1050" b="0">
                <a:solidFill>
                  <a:srgbClr val="60735E"/>
                </a:solidFill>
                <a:latin typeface="Arial"/>
                <a:ea typeface="Arial"/>
                <a:cs typeface="Arial"/>
              </a:defRPr>
            </a:lvl6pPr>
            <a:lvl7pPr>
              <a:defRPr sz="1050" b="0">
                <a:solidFill>
                  <a:srgbClr val="60735E"/>
                </a:solidFill>
                <a:latin typeface="Arial"/>
                <a:ea typeface="Arial"/>
                <a:cs typeface="Arial"/>
              </a:defRPr>
            </a:lvl7pPr>
            <a:lvl8pPr>
              <a:defRPr sz="1050" b="0">
                <a:solidFill>
                  <a:srgbClr val="60735E"/>
                </a:solidFill>
                <a:latin typeface="Arial"/>
                <a:ea typeface="Arial"/>
                <a:cs typeface="Arial"/>
              </a:defRPr>
            </a:lvl8pPr>
            <a:lvl9pPr>
              <a:defRPr sz="1050" b="0">
                <a:solidFill>
                  <a:srgbClr val="60735E"/>
                </a:solidFill>
                <a:latin typeface="Arial"/>
                <a:ea typeface="Arial"/>
                <a:cs typeface="Arial"/>
              </a:defRPr>
            </a:lvl9pPr>
          </a:lstStyle>
          <a:p xmlns:a="http://schemas.openxmlformats.org/drawingml/2006/main">
            <a:pPr>
              <a:defRPr sz="1050" b="0">
                <a:solidFill>
                  <a:srgbClr val="60735E"/>
                </a:solidFill>
                <a:latin typeface="Arial"/>
                <a:ea typeface="Arial"/>
                <a:cs typeface="Arial"/>
              </a:defRPr>
            </a:pPr>
            <a:r>
              <a:rPr sz="1050" b="0">
                <a:solidFill>
                  <a:srgbClr val="60735E"/>
                </a:solidFill>
                <a:latin typeface="Arial"/>
                <a:ea typeface="Arial"/>
                <a:cs typeface="Arial"/>
              </a:rPr>
              <a:t>HRCMS / HAVEN</a:t>
            </a:r>
          </a:p>
        </p:txBody>
      </p:sp>
      <p:sp>
        <p:nvSpPr>
          <p:cNvPr id="5" name="page-number">
            <a:extLst xmlns:a="http://schemas.openxmlformats.org/drawingml/2006/main">
              <a:ext uri="{FF2B5EF4-FFF2-40B4-BE49-F238E27FC236}">
                <a16:creationId xmlns:a16="http://schemas.microsoft.com/office/drawing/2014/main" id="{494F78AA-57DF-4681-B395-3AE95AF821F8}"/>
              </a:ext>
            </a:extLst>
          </p:cNvPr>
          <p:cNvSpPr>
            <a:spLocks xmlns:a="http://schemas.openxmlformats.org/drawingml/2006/main" noGrp="1"/>
          </p:cNvSpPr>
          <p:nvPr/>
        </p:nvSpPr>
        <p:spPr>
          <a:xfrm xmlns:a="http://schemas.openxmlformats.org/drawingml/2006/main">
            <a:off x="10763250" y="6477000"/>
            <a:ext cx="819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60735E"/>
                </a:solidFill>
                <a:latin typeface="Arial"/>
                <a:ea typeface="Arial"/>
                <a:cs typeface="Arial"/>
              </a:defRPr>
            </a:defPPr>
            <a:lvl1pPr>
              <a:defRPr sz="1050" b="0">
                <a:solidFill>
                  <a:srgbClr val="60735E"/>
                </a:solidFill>
                <a:latin typeface="Arial"/>
                <a:ea typeface="Arial"/>
                <a:cs typeface="Arial"/>
              </a:defRPr>
            </a:lvl1pPr>
            <a:lvl2pPr>
              <a:defRPr sz="1050" b="0">
                <a:solidFill>
                  <a:srgbClr val="60735E"/>
                </a:solidFill>
                <a:latin typeface="Arial"/>
                <a:ea typeface="Arial"/>
                <a:cs typeface="Arial"/>
              </a:defRPr>
            </a:lvl2pPr>
            <a:lvl3pPr>
              <a:defRPr sz="1050" b="0">
                <a:solidFill>
                  <a:srgbClr val="60735E"/>
                </a:solidFill>
                <a:latin typeface="Arial"/>
                <a:ea typeface="Arial"/>
                <a:cs typeface="Arial"/>
              </a:defRPr>
            </a:lvl3pPr>
            <a:lvl4pPr>
              <a:defRPr sz="1050" b="0">
                <a:solidFill>
                  <a:srgbClr val="60735E"/>
                </a:solidFill>
                <a:latin typeface="Arial"/>
                <a:ea typeface="Arial"/>
                <a:cs typeface="Arial"/>
              </a:defRPr>
            </a:lvl4pPr>
            <a:lvl5pPr>
              <a:defRPr sz="1050" b="0">
                <a:solidFill>
                  <a:srgbClr val="60735E"/>
                </a:solidFill>
                <a:latin typeface="Arial"/>
                <a:ea typeface="Arial"/>
                <a:cs typeface="Arial"/>
              </a:defRPr>
            </a:lvl5pPr>
            <a:lvl6pPr>
              <a:defRPr sz="1050" b="0">
                <a:solidFill>
                  <a:srgbClr val="60735E"/>
                </a:solidFill>
                <a:latin typeface="Arial"/>
                <a:ea typeface="Arial"/>
                <a:cs typeface="Arial"/>
              </a:defRPr>
            </a:lvl6pPr>
            <a:lvl7pPr>
              <a:defRPr sz="1050" b="0">
                <a:solidFill>
                  <a:srgbClr val="60735E"/>
                </a:solidFill>
                <a:latin typeface="Arial"/>
                <a:ea typeface="Arial"/>
                <a:cs typeface="Arial"/>
              </a:defRPr>
            </a:lvl7pPr>
            <a:lvl8pPr>
              <a:defRPr sz="1050" b="0">
                <a:solidFill>
                  <a:srgbClr val="60735E"/>
                </a:solidFill>
                <a:latin typeface="Arial"/>
                <a:ea typeface="Arial"/>
                <a:cs typeface="Arial"/>
              </a:defRPr>
            </a:lvl8pPr>
            <a:lvl9pPr>
              <a:defRPr sz="1050" b="0">
                <a:solidFill>
                  <a:srgbClr val="60735E"/>
                </a:solidFill>
                <a:latin typeface="Arial"/>
                <a:ea typeface="Arial"/>
                <a:cs typeface="Arial"/>
              </a:defRPr>
            </a:lvl9pPr>
          </a:lstStyle>
          <a:p xmlns:a="http://schemas.openxmlformats.org/drawingml/2006/main">
            <a:pPr>
              <a:defRPr sz="1050" b="0">
                <a:solidFill>
                  <a:srgbClr val="60735E"/>
                </a:solidFill>
                <a:latin typeface="Arial"/>
                <a:ea typeface="Arial"/>
                <a:cs typeface="Arial"/>
              </a:defRPr>
            </a:pPr>
            <a:r>
              <a:rPr sz="1050" b="0">
                <a:solidFill>
                  <a:srgbClr val="60735E"/>
                </a:solidFill>
                <a:latin typeface="Arial"/>
                <a:ea typeface="Arial"/>
                <a:cs typeface="Arial"/>
              </a:rPr>
              <a:t>02 / 18</a:t>
            </a:r>
          </a:p>
        </p:txBody>
      </p:sp>
      <p:sp>
        <p:nvSpPr>
          <p:cNvPr id="6" name="entity-USERS">
            <a:extLst xmlns:a="http://schemas.openxmlformats.org/drawingml/2006/main">
              <a:ext uri="{FF2B5EF4-FFF2-40B4-BE49-F238E27FC236}">
                <a16:creationId xmlns:a16="http://schemas.microsoft.com/office/drawing/2014/main" id="{11E9FB6F-2B48-4228-A36A-07C6C1227D0E}"/>
              </a:ext>
            </a:extLst>
          </p:cNvPr>
          <p:cNvSpPr>
            <a:spLocks xmlns:a="http://schemas.openxmlformats.org/drawingml/2006/main" noGrp="1"/>
          </p:cNvSpPr>
          <p:nvPr/>
        </p:nvSpPr>
        <p:spPr>
          <a:xfrm xmlns:a="http://schemas.openxmlformats.org/drawingml/2006/main">
            <a:off x="4429125" y="1762125"/>
            <a:ext cx="3333750" cy="1381125"/>
          </a:xfrm>
          <a:prstGeom xmlns:a="http://schemas.openxmlformats.org/drawingml/2006/main" prst="rect">
            <a:avLst/>
          </a:prstGeom>
          <a:solidFill xmlns:a="http://schemas.openxmlformats.org/drawingml/2006/main">
            <a:srgbClr val="FFFFFF"/>
          </a:solidFill>
          <a:ln xmlns:a="http://schemas.openxmlformats.org/drawingml/2006/main" w="14288">
            <a:solidFill>
              <a:srgbClr val="72916C"/>
            </a:solidFill>
          </a:ln>
        </p:spPr>
      </p:sp>
      <p:sp>
        <p:nvSpPr>
          <p:cNvPr id="7" name="entity-name-USERS">
            <a:extLst xmlns:a="http://schemas.openxmlformats.org/drawingml/2006/main">
              <a:ext uri="{FF2B5EF4-FFF2-40B4-BE49-F238E27FC236}">
                <a16:creationId xmlns:a16="http://schemas.microsoft.com/office/drawing/2014/main" id="{C8FBAD10-69F2-4FA7-A11C-79EBEA901CC1}"/>
              </a:ext>
            </a:extLst>
          </p:cNvPr>
          <p:cNvSpPr>
            <a:spLocks xmlns:a="http://schemas.openxmlformats.org/drawingml/2006/main" noGrp="1"/>
          </p:cNvSpPr>
          <p:nvPr/>
        </p:nvSpPr>
        <p:spPr>
          <a:xfrm xmlns:a="http://schemas.openxmlformats.org/drawingml/2006/main">
            <a:off x="4552950" y="1857375"/>
            <a:ext cx="3086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1">
                <a:solidFill>
                  <a:srgbClr val="1F4D3B"/>
                </a:solidFill>
                <a:latin typeface="Arial"/>
                <a:ea typeface="Arial"/>
                <a:cs typeface="Arial"/>
              </a:defRPr>
            </a:defPPr>
            <a:lvl1pPr>
              <a:defRPr sz="1650" b="1">
                <a:solidFill>
                  <a:srgbClr val="1F4D3B"/>
                </a:solidFill>
                <a:latin typeface="Arial"/>
                <a:ea typeface="Arial"/>
                <a:cs typeface="Arial"/>
              </a:defRPr>
            </a:lvl1pPr>
            <a:lvl2pPr>
              <a:defRPr sz="1650" b="1">
                <a:solidFill>
                  <a:srgbClr val="1F4D3B"/>
                </a:solidFill>
                <a:latin typeface="Arial"/>
                <a:ea typeface="Arial"/>
                <a:cs typeface="Arial"/>
              </a:defRPr>
            </a:lvl2pPr>
            <a:lvl3pPr>
              <a:defRPr sz="1650" b="1">
                <a:solidFill>
                  <a:srgbClr val="1F4D3B"/>
                </a:solidFill>
                <a:latin typeface="Arial"/>
                <a:ea typeface="Arial"/>
                <a:cs typeface="Arial"/>
              </a:defRPr>
            </a:lvl3pPr>
            <a:lvl4pPr>
              <a:defRPr sz="1650" b="1">
                <a:solidFill>
                  <a:srgbClr val="1F4D3B"/>
                </a:solidFill>
                <a:latin typeface="Arial"/>
                <a:ea typeface="Arial"/>
                <a:cs typeface="Arial"/>
              </a:defRPr>
            </a:lvl4pPr>
            <a:lvl5pPr>
              <a:defRPr sz="1650" b="1">
                <a:solidFill>
                  <a:srgbClr val="1F4D3B"/>
                </a:solidFill>
                <a:latin typeface="Arial"/>
                <a:ea typeface="Arial"/>
                <a:cs typeface="Arial"/>
              </a:defRPr>
            </a:lvl5pPr>
            <a:lvl6pPr>
              <a:defRPr sz="1650" b="1">
                <a:solidFill>
                  <a:srgbClr val="1F4D3B"/>
                </a:solidFill>
                <a:latin typeface="Arial"/>
                <a:ea typeface="Arial"/>
                <a:cs typeface="Arial"/>
              </a:defRPr>
            </a:lvl6pPr>
            <a:lvl7pPr>
              <a:defRPr sz="1650" b="1">
                <a:solidFill>
                  <a:srgbClr val="1F4D3B"/>
                </a:solidFill>
                <a:latin typeface="Arial"/>
                <a:ea typeface="Arial"/>
                <a:cs typeface="Arial"/>
              </a:defRPr>
            </a:lvl7pPr>
            <a:lvl8pPr>
              <a:defRPr sz="1650" b="1">
                <a:solidFill>
                  <a:srgbClr val="1F4D3B"/>
                </a:solidFill>
                <a:latin typeface="Arial"/>
                <a:ea typeface="Arial"/>
                <a:cs typeface="Arial"/>
              </a:defRPr>
            </a:lvl8pPr>
            <a:lvl9pPr>
              <a:defRPr sz="1650" b="1">
                <a:solidFill>
                  <a:srgbClr val="1F4D3B"/>
                </a:solidFill>
                <a:latin typeface="Arial"/>
                <a:ea typeface="Arial"/>
                <a:cs typeface="Arial"/>
              </a:defRPr>
            </a:lvl9pPr>
          </a:lstStyle>
          <a:p xmlns:a="http://schemas.openxmlformats.org/drawingml/2006/main">
            <a:pPr>
              <a:defRPr sz="1650" b="1">
                <a:solidFill>
                  <a:srgbClr val="1F4D3B"/>
                </a:solidFill>
                <a:latin typeface="Arial"/>
                <a:ea typeface="Arial"/>
                <a:cs typeface="Arial"/>
              </a:defRPr>
            </a:pPr>
            <a:r>
              <a:rPr sz="1650" b="1">
                <a:solidFill>
                  <a:srgbClr val="1F4D3B"/>
                </a:solidFill>
                <a:latin typeface="Arial"/>
                <a:ea typeface="Arial"/>
                <a:cs typeface="Arial"/>
              </a:rPr>
              <a:t>USERS</a:t>
            </a:r>
          </a:p>
        </p:txBody>
      </p:sp>
      <p:sp>
        <p:nvSpPr>
          <p:cNvPr id="8" name="entity-fields-USERS">
            <a:extLst xmlns:a="http://schemas.openxmlformats.org/drawingml/2006/main">
              <a:ext uri="{FF2B5EF4-FFF2-40B4-BE49-F238E27FC236}">
                <a16:creationId xmlns:a16="http://schemas.microsoft.com/office/drawing/2014/main" id="{643760F1-F264-438F-99A1-483635788456}"/>
              </a:ext>
            </a:extLst>
          </p:cNvPr>
          <p:cNvSpPr>
            <a:spLocks xmlns:a="http://schemas.openxmlformats.org/drawingml/2006/main" noGrp="1"/>
          </p:cNvSpPr>
          <p:nvPr/>
        </p:nvSpPr>
        <p:spPr>
          <a:xfrm xmlns:a="http://schemas.openxmlformats.org/drawingml/2006/main">
            <a:off x="4552950" y="2219325"/>
            <a:ext cx="30861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243B2D"/>
                </a:solidFill>
                <a:latin typeface="Arial"/>
                <a:ea typeface="Arial"/>
                <a:cs typeface="Arial"/>
              </a:defRPr>
            </a:defPPr>
            <a:lvl1pPr>
              <a:defRPr sz="1500" b="0">
                <a:solidFill>
                  <a:srgbClr val="243B2D"/>
                </a:solidFill>
                <a:latin typeface="Arial"/>
                <a:ea typeface="Arial"/>
                <a:cs typeface="Arial"/>
              </a:defRPr>
            </a:lvl1pPr>
            <a:lvl2pPr>
              <a:defRPr sz="1500" b="0">
                <a:solidFill>
                  <a:srgbClr val="243B2D"/>
                </a:solidFill>
                <a:latin typeface="Arial"/>
                <a:ea typeface="Arial"/>
                <a:cs typeface="Arial"/>
              </a:defRPr>
            </a:lvl2pPr>
            <a:lvl3pPr>
              <a:defRPr sz="1500" b="0">
                <a:solidFill>
                  <a:srgbClr val="243B2D"/>
                </a:solidFill>
                <a:latin typeface="Arial"/>
                <a:ea typeface="Arial"/>
                <a:cs typeface="Arial"/>
              </a:defRPr>
            </a:lvl3pPr>
            <a:lvl4pPr>
              <a:defRPr sz="1500" b="0">
                <a:solidFill>
                  <a:srgbClr val="243B2D"/>
                </a:solidFill>
                <a:latin typeface="Arial"/>
                <a:ea typeface="Arial"/>
                <a:cs typeface="Arial"/>
              </a:defRPr>
            </a:lvl4pPr>
            <a:lvl5pPr>
              <a:defRPr sz="1500" b="0">
                <a:solidFill>
                  <a:srgbClr val="243B2D"/>
                </a:solidFill>
                <a:latin typeface="Arial"/>
                <a:ea typeface="Arial"/>
                <a:cs typeface="Arial"/>
              </a:defRPr>
            </a:lvl5pPr>
            <a:lvl6pPr>
              <a:defRPr sz="1500" b="0">
                <a:solidFill>
                  <a:srgbClr val="243B2D"/>
                </a:solidFill>
                <a:latin typeface="Arial"/>
                <a:ea typeface="Arial"/>
                <a:cs typeface="Arial"/>
              </a:defRPr>
            </a:lvl6pPr>
            <a:lvl7pPr>
              <a:defRPr sz="1500" b="0">
                <a:solidFill>
                  <a:srgbClr val="243B2D"/>
                </a:solidFill>
                <a:latin typeface="Arial"/>
                <a:ea typeface="Arial"/>
                <a:cs typeface="Arial"/>
              </a:defRPr>
            </a:lvl7pPr>
            <a:lvl8pPr>
              <a:defRPr sz="1500" b="0">
                <a:solidFill>
                  <a:srgbClr val="243B2D"/>
                </a:solidFill>
                <a:latin typeface="Arial"/>
                <a:ea typeface="Arial"/>
                <a:cs typeface="Arial"/>
              </a:defRPr>
            </a:lvl8pPr>
            <a:lvl9pPr>
              <a:defRPr sz="1500" b="0">
                <a:solidFill>
                  <a:srgbClr val="243B2D"/>
                </a:solidFill>
                <a:latin typeface="Arial"/>
                <a:ea typeface="Arial"/>
                <a:cs typeface="Arial"/>
              </a:defRPr>
            </a:lvl9pPr>
          </a:lstStyle>
          <a:p xmlns:a="http://schemas.openxmlformats.org/drawingml/2006/main">
            <a:pPr>
              <a:defRPr sz="1500" b="0">
                <a:solidFill>
                  <a:srgbClr val="243B2D"/>
                </a:solidFill>
                <a:latin typeface="Arial"/>
                <a:ea typeface="Arial"/>
                <a:cs typeface="Arial"/>
              </a:defRPr>
            </a:pPr>
            <a:r>
              <a:rPr sz="1500" b="0">
                <a:solidFill>
                  <a:srgbClr val="243B2D"/>
                </a:solidFill>
                <a:latin typeface="Arial"/>
                <a:ea typeface="Arial"/>
                <a:cs typeface="Arial"/>
              </a:rPr>
              <a:t>PK user_id</a:t>
            </a:r>
          </a:p>
          <a:p xmlns:a="http://schemas.openxmlformats.org/drawingml/2006/main">
            <a:pPr>
              <a:defRPr sz="1500" b="0">
                <a:solidFill>
                  <a:srgbClr val="243B2D"/>
                </a:solidFill>
                <a:latin typeface="Arial"/>
                <a:ea typeface="Arial"/>
                <a:cs typeface="Arial"/>
              </a:defRPr>
            </a:pPr>
            <a:r>
              <a:rPr sz="1500" b="0">
                <a:solidFill>
                  <a:srgbClr val="243B2D"/>
                </a:solidFill>
                <a:latin typeface="Arial"/>
                <a:ea typeface="Arial"/>
                <a:cs typeface="Arial"/>
              </a:rPr>
              <a:t>UQ email</a:t>
            </a:r>
          </a:p>
          <a:p xmlns:a="http://schemas.openxmlformats.org/drawingml/2006/main">
            <a:pPr>
              <a:defRPr sz="1500" b="0">
                <a:solidFill>
                  <a:srgbClr val="243B2D"/>
                </a:solidFill>
                <a:latin typeface="Arial"/>
                <a:ea typeface="Arial"/>
                <a:cs typeface="Arial"/>
              </a:defRPr>
            </a:pPr>
            <a:r>
              <a:rPr sz="1500" b="0">
                <a:solidFill>
                  <a:srgbClr val="243B2D"/>
                </a:solidFill>
                <a:latin typeface="Arial"/>
                <a:ea typeface="Arial"/>
                <a:cs typeface="Arial"/>
              </a:rPr>
              <a:t>full_name, password_hash, role</a:t>
            </a:r>
          </a:p>
        </p:txBody>
      </p:sp>
      <p:sp>
        <p:nvSpPr>
          <p:cNvPr id="9" name="entity-USER_PHONE">
            <a:extLst xmlns:a="http://schemas.openxmlformats.org/drawingml/2006/main">
              <a:ext uri="{FF2B5EF4-FFF2-40B4-BE49-F238E27FC236}">
                <a16:creationId xmlns:a16="http://schemas.microsoft.com/office/drawing/2014/main" id="{FB8A0E81-9F17-4442-9E46-4B55EA39763C}"/>
              </a:ext>
            </a:extLst>
          </p:cNvPr>
          <p:cNvSpPr>
            <a:spLocks xmlns:a="http://schemas.openxmlformats.org/drawingml/2006/main" noGrp="1"/>
          </p:cNvSpPr>
          <p:nvPr/>
        </p:nvSpPr>
        <p:spPr>
          <a:xfrm xmlns:a="http://schemas.openxmlformats.org/drawingml/2006/main">
            <a:off x="666750" y="1762125"/>
            <a:ext cx="2476500" cy="1381125"/>
          </a:xfrm>
          <a:prstGeom xmlns:a="http://schemas.openxmlformats.org/drawingml/2006/main" prst="rect">
            <a:avLst/>
          </a:prstGeom>
          <a:solidFill xmlns:a="http://schemas.openxmlformats.org/drawingml/2006/main">
            <a:srgbClr val="FFFFFF"/>
          </a:solidFill>
          <a:ln xmlns:a="http://schemas.openxmlformats.org/drawingml/2006/main" w="14288">
            <a:solidFill>
              <a:srgbClr val="72916C"/>
            </a:solidFill>
          </a:ln>
        </p:spPr>
      </p:sp>
      <p:sp>
        <p:nvSpPr>
          <p:cNvPr id="10" name="entity-name-USER_PHONE">
            <a:extLst xmlns:a="http://schemas.openxmlformats.org/drawingml/2006/main">
              <a:ext uri="{FF2B5EF4-FFF2-40B4-BE49-F238E27FC236}">
                <a16:creationId xmlns:a16="http://schemas.microsoft.com/office/drawing/2014/main" id="{52A1AA6E-F7FF-443F-B69B-C4AACA707863}"/>
              </a:ext>
            </a:extLst>
          </p:cNvPr>
          <p:cNvSpPr>
            <a:spLocks xmlns:a="http://schemas.openxmlformats.org/drawingml/2006/main" noGrp="1"/>
          </p:cNvSpPr>
          <p:nvPr/>
        </p:nvSpPr>
        <p:spPr>
          <a:xfrm xmlns:a="http://schemas.openxmlformats.org/drawingml/2006/main">
            <a:off x="790575" y="1857375"/>
            <a:ext cx="2228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1">
                <a:solidFill>
                  <a:srgbClr val="1F4D3B"/>
                </a:solidFill>
                <a:latin typeface="Arial"/>
                <a:ea typeface="Arial"/>
                <a:cs typeface="Arial"/>
              </a:defRPr>
            </a:defPPr>
            <a:lvl1pPr>
              <a:defRPr sz="1650" b="1">
                <a:solidFill>
                  <a:srgbClr val="1F4D3B"/>
                </a:solidFill>
                <a:latin typeface="Arial"/>
                <a:ea typeface="Arial"/>
                <a:cs typeface="Arial"/>
              </a:defRPr>
            </a:lvl1pPr>
            <a:lvl2pPr>
              <a:defRPr sz="1650" b="1">
                <a:solidFill>
                  <a:srgbClr val="1F4D3B"/>
                </a:solidFill>
                <a:latin typeface="Arial"/>
                <a:ea typeface="Arial"/>
                <a:cs typeface="Arial"/>
              </a:defRPr>
            </a:lvl2pPr>
            <a:lvl3pPr>
              <a:defRPr sz="1650" b="1">
                <a:solidFill>
                  <a:srgbClr val="1F4D3B"/>
                </a:solidFill>
                <a:latin typeface="Arial"/>
                <a:ea typeface="Arial"/>
                <a:cs typeface="Arial"/>
              </a:defRPr>
            </a:lvl3pPr>
            <a:lvl4pPr>
              <a:defRPr sz="1650" b="1">
                <a:solidFill>
                  <a:srgbClr val="1F4D3B"/>
                </a:solidFill>
                <a:latin typeface="Arial"/>
                <a:ea typeface="Arial"/>
                <a:cs typeface="Arial"/>
              </a:defRPr>
            </a:lvl4pPr>
            <a:lvl5pPr>
              <a:defRPr sz="1650" b="1">
                <a:solidFill>
                  <a:srgbClr val="1F4D3B"/>
                </a:solidFill>
                <a:latin typeface="Arial"/>
                <a:ea typeface="Arial"/>
                <a:cs typeface="Arial"/>
              </a:defRPr>
            </a:lvl5pPr>
            <a:lvl6pPr>
              <a:defRPr sz="1650" b="1">
                <a:solidFill>
                  <a:srgbClr val="1F4D3B"/>
                </a:solidFill>
                <a:latin typeface="Arial"/>
                <a:ea typeface="Arial"/>
                <a:cs typeface="Arial"/>
              </a:defRPr>
            </a:lvl6pPr>
            <a:lvl7pPr>
              <a:defRPr sz="1650" b="1">
                <a:solidFill>
                  <a:srgbClr val="1F4D3B"/>
                </a:solidFill>
                <a:latin typeface="Arial"/>
                <a:ea typeface="Arial"/>
                <a:cs typeface="Arial"/>
              </a:defRPr>
            </a:lvl7pPr>
            <a:lvl8pPr>
              <a:defRPr sz="1650" b="1">
                <a:solidFill>
                  <a:srgbClr val="1F4D3B"/>
                </a:solidFill>
                <a:latin typeface="Arial"/>
                <a:ea typeface="Arial"/>
                <a:cs typeface="Arial"/>
              </a:defRPr>
            </a:lvl8pPr>
            <a:lvl9pPr>
              <a:defRPr sz="1650" b="1">
                <a:solidFill>
                  <a:srgbClr val="1F4D3B"/>
                </a:solidFill>
                <a:latin typeface="Arial"/>
                <a:ea typeface="Arial"/>
                <a:cs typeface="Arial"/>
              </a:defRPr>
            </a:lvl9pPr>
          </a:lstStyle>
          <a:p xmlns:a="http://schemas.openxmlformats.org/drawingml/2006/main">
            <a:pPr>
              <a:defRPr sz="1650" b="1">
                <a:solidFill>
                  <a:srgbClr val="1F4D3B"/>
                </a:solidFill>
                <a:latin typeface="Arial"/>
                <a:ea typeface="Arial"/>
                <a:cs typeface="Arial"/>
              </a:defRPr>
            </a:pPr>
            <a:r>
              <a:rPr sz="1650" b="1">
                <a:solidFill>
                  <a:srgbClr val="1F4D3B"/>
                </a:solidFill>
                <a:latin typeface="Arial"/>
                <a:ea typeface="Arial"/>
                <a:cs typeface="Arial"/>
              </a:rPr>
              <a:t>USER_PHONE</a:t>
            </a:r>
          </a:p>
        </p:txBody>
      </p:sp>
      <p:sp>
        <p:nvSpPr>
          <p:cNvPr id="11" name="entity-fields-USER_PHONE">
            <a:extLst xmlns:a="http://schemas.openxmlformats.org/drawingml/2006/main">
              <a:ext uri="{FF2B5EF4-FFF2-40B4-BE49-F238E27FC236}">
                <a16:creationId xmlns:a16="http://schemas.microsoft.com/office/drawing/2014/main" id="{8D87BF73-0CC2-41F9-8E37-1DF26B26F988}"/>
              </a:ext>
            </a:extLst>
          </p:cNvPr>
          <p:cNvSpPr>
            <a:spLocks xmlns:a="http://schemas.openxmlformats.org/drawingml/2006/main" noGrp="1"/>
          </p:cNvSpPr>
          <p:nvPr/>
        </p:nvSpPr>
        <p:spPr>
          <a:xfrm xmlns:a="http://schemas.openxmlformats.org/drawingml/2006/main">
            <a:off x="790575" y="2219325"/>
            <a:ext cx="22288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243B2D"/>
                </a:solidFill>
                <a:latin typeface="Arial"/>
                <a:ea typeface="Arial"/>
                <a:cs typeface="Arial"/>
              </a:defRPr>
            </a:defPPr>
            <a:lvl1pPr>
              <a:defRPr sz="1500" b="0">
                <a:solidFill>
                  <a:srgbClr val="243B2D"/>
                </a:solidFill>
                <a:latin typeface="Arial"/>
                <a:ea typeface="Arial"/>
                <a:cs typeface="Arial"/>
              </a:defRPr>
            </a:lvl1pPr>
            <a:lvl2pPr>
              <a:defRPr sz="1500" b="0">
                <a:solidFill>
                  <a:srgbClr val="243B2D"/>
                </a:solidFill>
                <a:latin typeface="Arial"/>
                <a:ea typeface="Arial"/>
                <a:cs typeface="Arial"/>
              </a:defRPr>
            </a:lvl2pPr>
            <a:lvl3pPr>
              <a:defRPr sz="1500" b="0">
                <a:solidFill>
                  <a:srgbClr val="243B2D"/>
                </a:solidFill>
                <a:latin typeface="Arial"/>
                <a:ea typeface="Arial"/>
                <a:cs typeface="Arial"/>
              </a:defRPr>
            </a:lvl3pPr>
            <a:lvl4pPr>
              <a:defRPr sz="1500" b="0">
                <a:solidFill>
                  <a:srgbClr val="243B2D"/>
                </a:solidFill>
                <a:latin typeface="Arial"/>
                <a:ea typeface="Arial"/>
                <a:cs typeface="Arial"/>
              </a:defRPr>
            </a:lvl4pPr>
            <a:lvl5pPr>
              <a:defRPr sz="1500" b="0">
                <a:solidFill>
                  <a:srgbClr val="243B2D"/>
                </a:solidFill>
                <a:latin typeface="Arial"/>
                <a:ea typeface="Arial"/>
                <a:cs typeface="Arial"/>
              </a:defRPr>
            </a:lvl5pPr>
            <a:lvl6pPr>
              <a:defRPr sz="1500" b="0">
                <a:solidFill>
                  <a:srgbClr val="243B2D"/>
                </a:solidFill>
                <a:latin typeface="Arial"/>
                <a:ea typeface="Arial"/>
                <a:cs typeface="Arial"/>
              </a:defRPr>
            </a:lvl6pPr>
            <a:lvl7pPr>
              <a:defRPr sz="1500" b="0">
                <a:solidFill>
                  <a:srgbClr val="243B2D"/>
                </a:solidFill>
                <a:latin typeface="Arial"/>
                <a:ea typeface="Arial"/>
                <a:cs typeface="Arial"/>
              </a:defRPr>
            </a:lvl7pPr>
            <a:lvl8pPr>
              <a:defRPr sz="1500" b="0">
                <a:solidFill>
                  <a:srgbClr val="243B2D"/>
                </a:solidFill>
                <a:latin typeface="Arial"/>
                <a:ea typeface="Arial"/>
                <a:cs typeface="Arial"/>
              </a:defRPr>
            </a:lvl8pPr>
            <a:lvl9pPr>
              <a:defRPr sz="1500" b="0">
                <a:solidFill>
                  <a:srgbClr val="243B2D"/>
                </a:solidFill>
                <a:latin typeface="Arial"/>
                <a:ea typeface="Arial"/>
                <a:cs typeface="Arial"/>
              </a:defRPr>
            </a:lvl9pPr>
          </a:lstStyle>
          <a:p xmlns:a="http://schemas.openxmlformats.org/drawingml/2006/main">
            <a:pPr>
              <a:defRPr sz="1500" b="0">
                <a:solidFill>
                  <a:srgbClr val="243B2D"/>
                </a:solidFill>
                <a:latin typeface="Arial"/>
                <a:ea typeface="Arial"/>
                <a:cs typeface="Arial"/>
              </a:defRPr>
            </a:pPr>
            <a:r>
              <a:rPr sz="1500" b="0">
                <a:solidFill>
                  <a:srgbClr val="243B2D"/>
                </a:solidFill>
                <a:latin typeface="Arial"/>
                <a:ea typeface="Arial"/>
                <a:cs typeface="Arial"/>
              </a:rPr>
              <a:t>PK/FK user_id</a:t>
            </a:r>
          </a:p>
          <a:p xmlns:a="http://schemas.openxmlformats.org/drawingml/2006/main">
            <a:pPr>
              <a:defRPr sz="1500" b="0">
                <a:solidFill>
                  <a:srgbClr val="243B2D"/>
                </a:solidFill>
                <a:latin typeface="Arial"/>
                <a:ea typeface="Arial"/>
                <a:cs typeface="Arial"/>
              </a:defRPr>
            </a:pPr>
            <a:r>
              <a:rPr sz="1500" b="0">
                <a:solidFill>
                  <a:srgbClr val="243B2D"/>
                </a:solidFill>
                <a:latin typeface="Arial"/>
                <a:ea typeface="Arial"/>
                <a:cs typeface="Arial"/>
              </a:rPr>
              <a:t>PK phone_no</a:t>
            </a:r>
          </a:p>
        </p:txBody>
      </p:sp>
      <p:cxnSp>
        <p:nvCxnSpPr>
          <p:cNvPr id="12" name="">
            <a:extLst xmlns:a="http://schemas.openxmlformats.org/drawingml/2006/main">
              <a:ext uri="{FF2B5EF4-FFF2-40B4-BE49-F238E27FC236}">
                <a16:creationId xmlns:a16="http://schemas.microsoft.com/office/drawing/2014/main" id="{8A349692-45F2-4B27-8E20-34E925076530}"/>
              </a:ext>
            </a:extLst>
          </p:cNvPr>
          <p:cNvCxnSpPr/>
          <p:nvPr/>
        </p:nvCxnSpPr>
        <p:spPr>
          <a:xfrm xmlns:a="http://schemas.openxmlformats.org/drawingml/2006/main" flipH="0" flipV="0">
            <a:off x="3143250" y="2428875"/>
            <a:ext cx="1285875" cy="0"/>
          </a:xfrm>
          <a:prstGeom xmlns:a="http://schemas.openxmlformats.org/drawingml/2006/main" prst="straightConnector1">
            <a:avLst/>
          </a:prstGeom>
          <a:ln xmlns:a="http://schemas.openxmlformats.org/drawingml/2006/main" w="19050">
            <a:solidFill>
              <a:srgbClr val="789272"/>
            </a:solidFill>
          </a:ln>
        </p:spPr>
      </p:cxnSp>
      <p:sp>
        <p:nvSpPr>
          <p:cNvPr id="13" name="text">
            <a:extLst xmlns:a="http://schemas.openxmlformats.org/drawingml/2006/main">
              <a:ext uri="{FF2B5EF4-FFF2-40B4-BE49-F238E27FC236}">
                <a16:creationId xmlns:a16="http://schemas.microsoft.com/office/drawing/2014/main" id="{E367E203-D312-4ADF-B4D0-AC7FD49601A2}"/>
              </a:ext>
            </a:extLst>
          </p:cNvPr>
          <p:cNvSpPr>
            <a:spLocks xmlns:a="http://schemas.openxmlformats.org/drawingml/2006/main" noGrp="1"/>
          </p:cNvSpPr>
          <p:nvPr/>
        </p:nvSpPr>
        <p:spPr>
          <a:xfrm xmlns:a="http://schemas.openxmlformats.org/drawingml/2006/main">
            <a:off x="3409950" y="2076450"/>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1">
                <a:solidFill>
                  <a:srgbClr val="60735E"/>
                </a:solidFill>
                <a:latin typeface="Arial"/>
                <a:ea typeface="Arial"/>
                <a:cs typeface="Arial"/>
              </a:defRPr>
            </a:defPPr>
            <a:lvl1pPr>
              <a:defRPr sz="1350" b="1">
                <a:solidFill>
                  <a:srgbClr val="60735E"/>
                </a:solidFill>
                <a:latin typeface="Arial"/>
                <a:ea typeface="Arial"/>
                <a:cs typeface="Arial"/>
              </a:defRPr>
            </a:lvl1pPr>
            <a:lvl2pPr>
              <a:defRPr sz="1350" b="1">
                <a:solidFill>
                  <a:srgbClr val="60735E"/>
                </a:solidFill>
                <a:latin typeface="Arial"/>
                <a:ea typeface="Arial"/>
                <a:cs typeface="Arial"/>
              </a:defRPr>
            </a:lvl2pPr>
            <a:lvl3pPr>
              <a:defRPr sz="1350" b="1">
                <a:solidFill>
                  <a:srgbClr val="60735E"/>
                </a:solidFill>
                <a:latin typeface="Arial"/>
                <a:ea typeface="Arial"/>
                <a:cs typeface="Arial"/>
              </a:defRPr>
            </a:lvl3pPr>
            <a:lvl4pPr>
              <a:defRPr sz="1350" b="1">
                <a:solidFill>
                  <a:srgbClr val="60735E"/>
                </a:solidFill>
                <a:latin typeface="Arial"/>
                <a:ea typeface="Arial"/>
                <a:cs typeface="Arial"/>
              </a:defRPr>
            </a:lvl4pPr>
            <a:lvl5pPr>
              <a:defRPr sz="1350" b="1">
                <a:solidFill>
                  <a:srgbClr val="60735E"/>
                </a:solidFill>
                <a:latin typeface="Arial"/>
                <a:ea typeface="Arial"/>
                <a:cs typeface="Arial"/>
              </a:defRPr>
            </a:lvl5pPr>
            <a:lvl6pPr>
              <a:defRPr sz="1350" b="1">
                <a:solidFill>
                  <a:srgbClr val="60735E"/>
                </a:solidFill>
                <a:latin typeface="Arial"/>
                <a:ea typeface="Arial"/>
                <a:cs typeface="Arial"/>
              </a:defRPr>
            </a:lvl6pPr>
            <a:lvl7pPr>
              <a:defRPr sz="1350" b="1">
                <a:solidFill>
                  <a:srgbClr val="60735E"/>
                </a:solidFill>
                <a:latin typeface="Arial"/>
                <a:ea typeface="Arial"/>
                <a:cs typeface="Arial"/>
              </a:defRPr>
            </a:lvl7pPr>
            <a:lvl8pPr>
              <a:defRPr sz="1350" b="1">
                <a:solidFill>
                  <a:srgbClr val="60735E"/>
                </a:solidFill>
                <a:latin typeface="Arial"/>
                <a:ea typeface="Arial"/>
                <a:cs typeface="Arial"/>
              </a:defRPr>
            </a:lvl8pPr>
            <a:lvl9pPr>
              <a:defRPr sz="1350" b="1">
                <a:solidFill>
                  <a:srgbClr val="60735E"/>
                </a:solidFill>
                <a:latin typeface="Arial"/>
                <a:ea typeface="Arial"/>
                <a:cs typeface="Arial"/>
              </a:defRPr>
            </a:lvl9pPr>
          </a:lstStyle>
          <a:p xmlns:a="http://schemas.openxmlformats.org/drawingml/2006/main">
            <a:pPr>
              <a:defRPr sz="1350" b="1">
                <a:solidFill>
                  <a:srgbClr val="60735E"/>
                </a:solidFill>
                <a:latin typeface="Arial"/>
                <a:ea typeface="Arial"/>
                <a:cs typeface="Arial"/>
              </a:defRPr>
            </a:pPr>
            <a:r>
              <a:rPr sz="1350" b="1">
                <a:solidFill>
                  <a:srgbClr val="60735E"/>
                </a:solidFill>
                <a:latin typeface="Arial"/>
                <a:ea typeface="Arial"/>
                <a:cs typeface="Arial"/>
              </a:rPr>
              <a:t>N : 1</a:t>
            </a:r>
          </a:p>
        </p:txBody>
      </p:sp>
      <p:sp>
        <p:nvSpPr>
          <p:cNvPr id="14" name="entity-STUDENT">
            <a:extLst xmlns:a="http://schemas.openxmlformats.org/drawingml/2006/main">
              <a:ext uri="{FF2B5EF4-FFF2-40B4-BE49-F238E27FC236}">
                <a16:creationId xmlns:a16="http://schemas.microsoft.com/office/drawing/2014/main" id="{1679EE99-9DDE-4F9F-82FB-4394CA8926DA}"/>
              </a:ext>
            </a:extLst>
          </p:cNvPr>
          <p:cNvSpPr>
            <a:spLocks xmlns:a="http://schemas.openxmlformats.org/drawingml/2006/main" noGrp="1"/>
          </p:cNvSpPr>
          <p:nvPr/>
        </p:nvSpPr>
        <p:spPr>
          <a:xfrm xmlns:a="http://schemas.openxmlformats.org/drawingml/2006/main">
            <a:off x="619125" y="4476750"/>
            <a:ext cx="2762250" cy="1381125"/>
          </a:xfrm>
          <a:prstGeom xmlns:a="http://schemas.openxmlformats.org/drawingml/2006/main" prst="rect">
            <a:avLst/>
          </a:prstGeom>
          <a:solidFill xmlns:a="http://schemas.openxmlformats.org/drawingml/2006/main">
            <a:srgbClr val="FFFFFF"/>
          </a:solidFill>
          <a:ln xmlns:a="http://schemas.openxmlformats.org/drawingml/2006/main" w="14288">
            <a:solidFill>
              <a:srgbClr val="72916C"/>
            </a:solidFill>
          </a:ln>
        </p:spPr>
      </p:sp>
      <p:sp>
        <p:nvSpPr>
          <p:cNvPr id="15" name="entity-name-STUDENT">
            <a:extLst xmlns:a="http://schemas.openxmlformats.org/drawingml/2006/main">
              <a:ext uri="{FF2B5EF4-FFF2-40B4-BE49-F238E27FC236}">
                <a16:creationId xmlns:a16="http://schemas.microsoft.com/office/drawing/2014/main" id="{8DABE20B-FDEC-4D18-ADBD-A50677796585}"/>
              </a:ext>
            </a:extLst>
          </p:cNvPr>
          <p:cNvSpPr>
            <a:spLocks xmlns:a="http://schemas.openxmlformats.org/drawingml/2006/main" noGrp="1"/>
          </p:cNvSpPr>
          <p:nvPr/>
        </p:nvSpPr>
        <p:spPr>
          <a:xfrm xmlns:a="http://schemas.openxmlformats.org/drawingml/2006/main">
            <a:off x="742950" y="4572000"/>
            <a:ext cx="2514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1">
                <a:solidFill>
                  <a:srgbClr val="1F4D3B"/>
                </a:solidFill>
                <a:latin typeface="Arial"/>
                <a:ea typeface="Arial"/>
                <a:cs typeface="Arial"/>
              </a:defRPr>
            </a:defPPr>
            <a:lvl1pPr>
              <a:defRPr sz="1650" b="1">
                <a:solidFill>
                  <a:srgbClr val="1F4D3B"/>
                </a:solidFill>
                <a:latin typeface="Arial"/>
                <a:ea typeface="Arial"/>
                <a:cs typeface="Arial"/>
              </a:defRPr>
            </a:lvl1pPr>
            <a:lvl2pPr>
              <a:defRPr sz="1650" b="1">
                <a:solidFill>
                  <a:srgbClr val="1F4D3B"/>
                </a:solidFill>
                <a:latin typeface="Arial"/>
                <a:ea typeface="Arial"/>
                <a:cs typeface="Arial"/>
              </a:defRPr>
            </a:lvl2pPr>
            <a:lvl3pPr>
              <a:defRPr sz="1650" b="1">
                <a:solidFill>
                  <a:srgbClr val="1F4D3B"/>
                </a:solidFill>
                <a:latin typeface="Arial"/>
                <a:ea typeface="Arial"/>
                <a:cs typeface="Arial"/>
              </a:defRPr>
            </a:lvl3pPr>
            <a:lvl4pPr>
              <a:defRPr sz="1650" b="1">
                <a:solidFill>
                  <a:srgbClr val="1F4D3B"/>
                </a:solidFill>
                <a:latin typeface="Arial"/>
                <a:ea typeface="Arial"/>
                <a:cs typeface="Arial"/>
              </a:defRPr>
            </a:lvl4pPr>
            <a:lvl5pPr>
              <a:defRPr sz="1650" b="1">
                <a:solidFill>
                  <a:srgbClr val="1F4D3B"/>
                </a:solidFill>
                <a:latin typeface="Arial"/>
                <a:ea typeface="Arial"/>
                <a:cs typeface="Arial"/>
              </a:defRPr>
            </a:lvl5pPr>
            <a:lvl6pPr>
              <a:defRPr sz="1650" b="1">
                <a:solidFill>
                  <a:srgbClr val="1F4D3B"/>
                </a:solidFill>
                <a:latin typeface="Arial"/>
                <a:ea typeface="Arial"/>
                <a:cs typeface="Arial"/>
              </a:defRPr>
            </a:lvl6pPr>
            <a:lvl7pPr>
              <a:defRPr sz="1650" b="1">
                <a:solidFill>
                  <a:srgbClr val="1F4D3B"/>
                </a:solidFill>
                <a:latin typeface="Arial"/>
                <a:ea typeface="Arial"/>
                <a:cs typeface="Arial"/>
              </a:defRPr>
            </a:lvl7pPr>
            <a:lvl8pPr>
              <a:defRPr sz="1650" b="1">
                <a:solidFill>
                  <a:srgbClr val="1F4D3B"/>
                </a:solidFill>
                <a:latin typeface="Arial"/>
                <a:ea typeface="Arial"/>
                <a:cs typeface="Arial"/>
              </a:defRPr>
            </a:lvl8pPr>
            <a:lvl9pPr>
              <a:defRPr sz="1650" b="1">
                <a:solidFill>
                  <a:srgbClr val="1F4D3B"/>
                </a:solidFill>
                <a:latin typeface="Arial"/>
                <a:ea typeface="Arial"/>
                <a:cs typeface="Arial"/>
              </a:defRPr>
            </a:lvl9pPr>
          </a:lstStyle>
          <a:p xmlns:a="http://schemas.openxmlformats.org/drawingml/2006/main">
            <a:pPr>
              <a:defRPr sz="1650" b="1">
                <a:solidFill>
                  <a:srgbClr val="1F4D3B"/>
                </a:solidFill>
                <a:latin typeface="Arial"/>
                <a:ea typeface="Arial"/>
                <a:cs typeface="Arial"/>
              </a:defRPr>
            </a:pPr>
            <a:r>
              <a:rPr sz="1650" b="1">
                <a:solidFill>
                  <a:srgbClr val="1F4D3B"/>
                </a:solidFill>
                <a:latin typeface="Arial"/>
                <a:ea typeface="Arial"/>
                <a:cs typeface="Arial"/>
              </a:rPr>
              <a:t>STUDENT</a:t>
            </a:r>
          </a:p>
        </p:txBody>
      </p:sp>
      <p:sp>
        <p:nvSpPr>
          <p:cNvPr id="16" name="entity-fields-STUDENT">
            <a:extLst xmlns:a="http://schemas.openxmlformats.org/drawingml/2006/main">
              <a:ext uri="{FF2B5EF4-FFF2-40B4-BE49-F238E27FC236}">
                <a16:creationId xmlns:a16="http://schemas.microsoft.com/office/drawing/2014/main" id="{4E4609C1-0C92-4283-9CBB-06A68EEF5131}"/>
              </a:ext>
            </a:extLst>
          </p:cNvPr>
          <p:cNvSpPr>
            <a:spLocks xmlns:a="http://schemas.openxmlformats.org/drawingml/2006/main" noGrp="1"/>
          </p:cNvSpPr>
          <p:nvPr/>
        </p:nvSpPr>
        <p:spPr>
          <a:xfrm xmlns:a="http://schemas.openxmlformats.org/drawingml/2006/main">
            <a:off x="742950" y="4933950"/>
            <a:ext cx="2514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243B2D"/>
                </a:solidFill>
                <a:latin typeface="Arial"/>
                <a:ea typeface="Arial"/>
                <a:cs typeface="Arial"/>
              </a:defRPr>
            </a:defPPr>
            <a:lvl1pPr>
              <a:defRPr sz="1500" b="0">
                <a:solidFill>
                  <a:srgbClr val="243B2D"/>
                </a:solidFill>
                <a:latin typeface="Arial"/>
                <a:ea typeface="Arial"/>
                <a:cs typeface="Arial"/>
              </a:defRPr>
            </a:lvl1pPr>
            <a:lvl2pPr>
              <a:defRPr sz="1500" b="0">
                <a:solidFill>
                  <a:srgbClr val="243B2D"/>
                </a:solidFill>
                <a:latin typeface="Arial"/>
                <a:ea typeface="Arial"/>
                <a:cs typeface="Arial"/>
              </a:defRPr>
            </a:lvl2pPr>
            <a:lvl3pPr>
              <a:defRPr sz="1500" b="0">
                <a:solidFill>
                  <a:srgbClr val="243B2D"/>
                </a:solidFill>
                <a:latin typeface="Arial"/>
                <a:ea typeface="Arial"/>
                <a:cs typeface="Arial"/>
              </a:defRPr>
            </a:lvl3pPr>
            <a:lvl4pPr>
              <a:defRPr sz="1500" b="0">
                <a:solidFill>
                  <a:srgbClr val="243B2D"/>
                </a:solidFill>
                <a:latin typeface="Arial"/>
                <a:ea typeface="Arial"/>
                <a:cs typeface="Arial"/>
              </a:defRPr>
            </a:lvl4pPr>
            <a:lvl5pPr>
              <a:defRPr sz="1500" b="0">
                <a:solidFill>
                  <a:srgbClr val="243B2D"/>
                </a:solidFill>
                <a:latin typeface="Arial"/>
                <a:ea typeface="Arial"/>
                <a:cs typeface="Arial"/>
              </a:defRPr>
            </a:lvl5pPr>
            <a:lvl6pPr>
              <a:defRPr sz="1500" b="0">
                <a:solidFill>
                  <a:srgbClr val="243B2D"/>
                </a:solidFill>
                <a:latin typeface="Arial"/>
                <a:ea typeface="Arial"/>
                <a:cs typeface="Arial"/>
              </a:defRPr>
            </a:lvl6pPr>
            <a:lvl7pPr>
              <a:defRPr sz="1500" b="0">
                <a:solidFill>
                  <a:srgbClr val="243B2D"/>
                </a:solidFill>
                <a:latin typeface="Arial"/>
                <a:ea typeface="Arial"/>
                <a:cs typeface="Arial"/>
              </a:defRPr>
            </a:lvl7pPr>
            <a:lvl8pPr>
              <a:defRPr sz="1500" b="0">
                <a:solidFill>
                  <a:srgbClr val="243B2D"/>
                </a:solidFill>
                <a:latin typeface="Arial"/>
                <a:ea typeface="Arial"/>
                <a:cs typeface="Arial"/>
              </a:defRPr>
            </a:lvl8pPr>
            <a:lvl9pPr>
              <a:defRPr sz="1500" b="0">
                <a:solidFill>
                  <a:srgbClr val="243B2D"/>
                </a:solidFill>
                <a:latin typeface="Arial"/>
                <a:ea typeface="Arial"/>
                <a:cs typeface="Arial"/>
              </a:defRPr>
            </a:lvl9pPr>
          </a:lstStyle>
          <a:p xmlns:a="http://schemas.openxmlformats.org/drawingml/2006/main">
            <a:pPr>
              <a:defRPr sz="1500" b="0">
                <a:solidFill>
                  <a:srgbClr val="243B2D"/>
                </a:solidFill>
                <a:latin typeface="Arial"/>
                <a:ea typeface="Arial"/>
                <a:cs typeface="Arial"/>
              </a:defRPr>
            </a:pPr>
            <a:r>
              <a:rPr sz="1500" b="0">
                <a:solidFill>
                  <a:srgbClr val="243B2D"/>
                </a:solidFill>
                <a:latin typeface="Arial"/>
                <a:ea typeface="Arial"/>
                <a:cs typeface="Arial"/>
              </a:rPr>
              <a:t>PK/FK student_id</a:t>
            </a:r>
          </a:p>
          <a:p xmlns:a="http://schemas.openxmlformats.org/drawingml/2006/main">
            <a:pPr>
              <a:defRPr sz="1500" b="0">
                <a:solidFill>
                  <a:srgbClr val="243B2D"/>
                </a:solidFill>
                <a:latin typeface="Arial"/>
                <a:ea typeface="Arial"/>
                <a:cs typeface="Arial"/>
              </a:defRPr>
            </a:pPr>
            <a:r>
              <a:rPr sz="1500" b="0">
                <a:solidFill>
                  <a:srgbClr val="243B2D"/>
                </a:solidFill>
                <a:latin typeface="Arial"/>
                <a:ea typeface="Arial"/>
                <a:cs typeface="Arial"/>
              </a:rPr>
              <a:t>UQ reg_no</a:t>
            </a:r>
          </a:p>
          <a:p xmlns:a="http://schemas.openxmlformats.org/drawingml/2006/main">
            <a:pPr>
              <a:defRPr sz="1500" b="0">
                <a:solidFill>
                  <a:srgbClr val="243B2D"/>
                </a:solidFill>
                <a:latin typeface="Arial"/>
                <a:ea typeface="Arial"/>
                <a:cs typeface="Arial"/>
              </a:defRPr>
            </a:pPr>
            <a:r>
              <a:rPr sz="1500" b="0">
                <a:solidFill>
                  <a:srgbClr val="243B2D"/>
                </a:solidFill>
                <a:latin typeface="Arial"/>
                <a:ea typeface="Arial"/>
                <a:cs typeface="Arial"/>
              </a:rPr>
              <a:t>gender, department, year</a:t>
            </a:r>
          </a:p>
        </p:txBody>
      </p:sp>
      <p:sp>
        <p:nvSpPr>
          <p:cNvPr id="17" name="entity-WARDEN">
            <a:extLst xmlns:a="http://schemas.openxmlformats.org/drawingml/2006/main">
              <a:ext uri="{FF2B5EF4-FFF2-40B4-BE49-F238E27FC236}">
                <a16:creationId xmlns:a16="http://schemas.microsoft.com/office/drawing/2014/main" id="{E0C34E9B-D2BA-4C77-B67A-251102A586F9}"/>
              </a:ext>
            </a:extLst>
          </p:cNvPr>
          <p:cNvSpPr>
            <a:spLocks xmlns:a="http://schemas.openxmlformats.org/drawingml/2006/main" noGrp="1"/>
          </p:cNvSpPr>
          <p:nvPr/>
        </p:nvSpPr>
        <p:spPr>
          <a:xfrm xmlns:a="http://schemas.openxmlformats.org/drawingml/2006/main">
            <a:off x="4714875" y="4476750"/>
            <a:ext cx="2762250" cy="1381125"/>
          </a:xfrm>
          <a:prstGeom xmlns:a="http://schemas.openxmlformats.org/drawingml/2006/main" prst="rect">
            <a:avLst/>
          </a:prstGeom>
          <a:solidFill xmlns:a="http://schemas.openxmlformats.org/drawingml/2006/main">
            <a:srgbClr val="FFFFFF"/>
          </a:solidFill>
          <a:ln xmlns:a="http://schemas.openxmlformats.org/drawingml/2006/main" w="14288">
            <a:solidFill>
              <a:srgbClr val="72916C"/>
            </a:solidFill>
          </a:ln>
        </p:spPr>
      </p:sp>
      <p:sp>
        <p:nvSpPr>
          <p:cNvPr id="18" name="entity-name-WARDEN">
            <a:extLst xmlns:a="http://schemas.openxmlformats.org/drawingml/2006/main">
              <a:ext uri="{FF2B5EF4-FFF2-40B4-BE49-F238E27FC236}">
                <a16:creationId xmlns:a16="http://schemas.microsoft.com/office/drawing/2014/main" id="{0C7F27AD-1A95-4F6C-8FBE-2A5B5AA9A682}"/>
              </a:ext>
            </a:extLst>
          </p:cNvPr>
          <p:cNvSpPr>
            <a:spLocks xmlns:a="http://schemas.openxmlformats.org/drawingml/2006/main" noGrp="1"/>
          </p:cNvSpPr>
          <p:nvPr/>
        </p:nvSpPr>
        <p:spPr>
          <a:xfrm xmlns:a="http://schemas.openxmlformats.org/drawingml/2006/main">
            <a:off x="4838700" y="4572000"/>
            <a:ext cx="2514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1">
                <a:solidFill>
                  <a:srgbClr val="1F4D3B"/>
                </a:solidFill>
                <a:latin typeface="Arial"/>
                <a:ea typeface="Arial"/>
                <a:cs typeface="Arial"/>
              </a:defRPr>
            </a:defPPr>
            <a:lvl1pPr>
              <a:defRPr sz="1650" b="1">
                <a:solidFill>
                  <a:srgbClr val="1F4D3B"/>
                </a:solidFill>
                <a:latin typeface="Arial"/>
                <a:ea typeface="Arial"/>
                <a:cs typeface="Arial"/>
              </a:defRPr>
            </a:lvl1pPr>
            <a:lvl2pPr>
              <a:defRPr sz="1650" b="1">
                <a:solidFill>
                  <a:srgbClr val="1F4D3B"/>
                </a:solidFill>
                <a:latin typeface="Arial"/>
                <a:ea typeface="Arial"/>
                <a:cs typeface="Arial"/>
              </a:defRPr>
            </a:lvl2pPr>
            <a:lvl3pPr>
              <a:defRPr sz="1650" b="1">
                <a:solidFill>
                  <a:srgbClr val="1F4D3B"/>
                </a:solidFill>
                <a:latin typeface="Arial"/>
                <a:ea typeface="Arial"/>
                <a:cs typeface="Arial"/>
              </a:defRPr>
            </a:lvl3pPr>
            <a:lvl4pPr>
              <a:defRPr sz="1650" b="1">
                <a:solidFill>
                  <a:srgbClr val="1F4D3B"/>
                </a:solidFill>
                <a:latin typeface="Arial"/>
                <a:ea typeface="Arial"/>
                <a:cs typeface="Arial"/>
              </a:defRPr>
            </a:lvl4pPr>
            <a:lvl5pPr>
              <a:defRPr sz="1650" b="1">
                <a:solidFill>
                  <a:srgbClr val="1F4D3B"/>
                </a:solidFill>
                <a:latin typeface="Arial"/>
                <a:ea typeface="Arial"/>
                <a:cs typeface="Arial"/>
              </a:defRPr>
            </a:lvl5pPr>
            <a:lvl6pPr>
              <a:defRPr sz="1650" b="1">
                <a:solidFill>
                  <a:srgbClr val="1F4D3B"/>
                </a:solidFill>
                <a:latin typeface="Arial"/>
                <a:ea typeface="Arial"/>
                <a:cs typeface="Arial"/>
              </a:defRPr>
            </a:lvl6pPr>
            <a:lvl7pPr>
              <a:defRPr sz="1650" b="1">
                <a:solidFill>
                  <a:srgbClr val="1F4D3B"/>
                </a:solidFill>
                <a:latin typeface="Arial"/>
                <a:ea typeface="Arial"/>
                <a:cs typeface="Arial"/>
              </a:defRPr>
            </a:lvl7pPr>
            <a:lvl8pPr>
              <a:defRPr sz="1650" b="1">
                <a:solidFill>
                  <a:srgbClr val="1F4D3B"/>
                </a:solidFill>
                <a:latin typeface="Arial"/>
                <a:ea typeface="Arial"/>
                <a:cs typeface="Arial"/>
              </a:defRPr>
            </a:lvl8pPr>
            <a:lvl9pPr>
              <a:defRPr sz="1650" b="1">
                <a:solidFill>
                  <a:srgbClr val="1F4D3B"/>
                </a:solidFill>
                <a:latin typeface="Arial"/>
                <a:ea typeface="Arial"/>
                <a:cs typeface="Arial"/>
              </a:defRPr>
            </a:lvl9pPr>
          </a:lstStyle>
          <a:p xmlns:a="http://schemas.openxmlformats.org/drawingml/2006/main">
            <a:pPr>
              <a:defRPr sz="1650" b="1">
                <a:solidFill>
                  <a:srgbClr val="1F4D3B"/>
                </a:solidFill>
                <a:latin typeface="Arial"/>
                <a:ea typeface="Arial"/>
                <a:cs typeface="Arial"/>
              </a:defRPr>
            </a:pPr>
            <a:r>
              <a:rPr sz="1650" b="1">
                <a:solidFill>
                  <a:srgbClr val="1F4D3B"/>
                </a:solidFill>
                <a:latin typeface="Arial"/>
                <a:ea typeface="Arial"/>
                <a:cs typeface="Arial"/>
              </a:rPr>
              <a:t>WARDEN</a:t>
            </a:r>
          </a:p>
        </p:txBody>
      </p:sp>
      <p:sp>
        <p:nvSpPr>
          <p:cNvPr id="19" name="entity-fields-WARDEN">
            <a:extLst xmlns:a="http://schemas.openxmlformats.org/drawingml/2006/main">
              <a:ext uri="{FF2B5EF4-FFF2-40B4-BE49-F238E27FC236}">
                <a16:creationId xmlns:a16="http://schemas.microsoft.com/office/drawing/2014/main" id="{65E11683-D53B-42BE-A404-6361FD990F74}"/>
              </a:ext>
            </a:extLst>
          </p:cNvPr>
          <p:cNvSpPr>
            <a:spLocks xmlns:a="http://schemas.openxmlformats.org/drawingml/2006/main" noGrp="1"/>
          </p:cNvSpPr>
          <p:nvPr/>
        </p:nvSpPr>
        <p:spPr>
          <a:xfrm xmlns:a="http://schemas.openxmlformats.org/drawingml/2006/main">
            <a:off x="4838700" y="4933950"/>
            <a:ext cx="2514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243B2D"/>
                </a:solidFill>
                <a:latin typeface="Arial"/>
                <a:ea typeface="Arial"/>
                <a:cs typeface="Arial"/>
              </a:defRPr>
            </a:defPPr>
            <a:lvl1pPr>
              <a:defRPr sz="1500" b="0">
                <a:solidFill>
                  <a:srgbClr val="243B2D"/>
                </a:solidFill>
                <a:latin typeface="Arial"/>
                <a:ea typeface="Arial"/>
                <a:cs typeface="Arial"/>
              </a:defRPr>
            </a:lvl1pPr>
            <a:lvl2pPr>
              <a:defRPr sz="1500" b="0">
                <a:solidFill>
                  <a:srgbClr val="243B2D"/>
                </a:solidFill>
                <a:latin typeface="Arial"/>
                <a:ea typeface="Arial"/>
                <a:cs typeface="Arial"/>
              </a:defRPr>
            </a:lvl2pPr>
            <a:lvl3pPr>
              <a:defRPr sz="1500" b="0">
                <a:solidFill>
                  <a:srgbClr val="243B2D"/>
                </a:solidFill>
                <a:latin typeface="Arial"/>
                <a:ea typeface="Arial"/>
                <a:cs typeface="Arial"/>
              </a:defRPr>
            </a:lvl3pPr>
            <a:lvl4pPr>
              <a:defRPr sz="1500" b="0">
                <a:solidFill>
                  <a:srgbClr val="243B2D"/>
                </a:solidFill>
                <a:latin typeface="Arial"/>
                <a:ea typeface="Arial"/>
                <a:cs typeface="Arial"/>
              </a:defRPr>
            </a:lvl4pPr>
            <a:lvl5pPr>
              <a:defRPr sz="1500" b="0">
                <a:solidFill>
                  <a:srgbClr val="243B2D"/>
                </a:solidFill>
                <a:latin typeface="Arial"/>
                <a:ea typeface="Arial"/>
                <a:cs typeface="Arial"/>
              </a:defRPr>
            </a:lvl5pPr>
            <a:lvl6pPr>
              <a:defRPr sz="1500" b="0">
                <a:solidFill>
                  <a:srgbClr val="243B2D"/>
                </a:solidFill>
                <a:latin typeface="Arial"/>
                <a:ea typeface="Arial"/>
                <a:cs typeface="Arial"/>
              </a:defRPr>
            </a:lvl6pPr>
            <a:lvl7pPr>
              <a:defRPr sz="1500" b="0">
                <a:solidFill>
                  <a:srgbClr val="243B2D"/>
                </a:solidFill>
                <a:latin typeface="Arial"/>
                <a:ea typeface="Arial"/>
                <a:cs typeface="Arial"/>
              </a:defRPr>
            </a:lvl7pPr>
            <a:lvl8pPr>
              <a:defRPr sz="1500" b="0">
                <a:solidFill>
                  <a:srgbClr val="243B2D"/>
                </a:solidFill>
                <a:latin typeface="Arial"/>
                <a:ea typeface="Arial"/>
                <a:cs typeface="Arial"/>
              </a:defRPr>
            </a:lvl8pPr>
            <a:lvl9pPr>
              <a:defRPr sz="1500" b="0">
                <a:solidFill>
                  <a:srgbClr val="243B2D"/>
                </a:solidFill>
                <a:latin typeface="Arial"/>
                <a:ea typeface="Arial"/>
                <a:cs typeface="Arial"/>
              </a:defRPr>
            </a:lvl9pPr>
          </a:lstStyle>
          <a:p xmlns:a="http://schemas.openxmlformats.org/drawingml/2006/main">
            <a:pPr>
              <a:defRPr sz="1500" b="0">
                <a:solidFill>
                  <a:srgbClr val="243B2D"/>
                </a:solidFill>
                <a:latin typeface="Arial"/>
                <a:ea typeface="Arial"/>
                <a:cs typeface="Arial"/>
              </a:defRPr>
            </a:pPr>
            <a:r>
              <a:rPr sz="1500" b="0">
                <a:solidFill>
                  <a:srgbClr val="243B2D"/>
                </a:solidFill>
                <a:latin typeface="Arial"/>
                <a:ea typeface="Arial"/>
                <a:cs typeface="Arial"/>
              </a:rPr>
              <a:t>PK/FK warden_id</a:t>
            </a:r>
          </a:p>
          <a:p xmlns:a="http://schemas.openxmlformats.org/drawingml/2006/main">
            <a:pPr>
              <a:defRPr sz="1500" b="0">
                <a:solidFill>
                  <a:srgbClr val="243B2D"/>
                </a:solidFill>
                <a:latin typeface="Arial"/>
                <a:ea typeface="Arial"/>
                <a:cs typeface="Arial"/>
              </a:defRPr>
            </a:pPr>
            <a:r>
              <a:rPr sz="1500" b="0">
                <a:solidFill>
                  <a:srgbClr val="243B2D"/>
                </a:solidFill>
                <a:latin typeface="Arial"/>
                <a:ea typeface="Arial"/>
                <a:cs typeface="Arial"/>
              </a:rPr>
              <a:t>designation, office_room</a:t>
            </a:r>
          </a:p>
        </p:txBody>
      </p:sp>
      <p:sp>
        <p:nvSpPr>
          <p:cNvPr id="20" name="entity-MAINTENANCE_STAFF">
            <a:extLst xmlns:a="http://schemas.openxmlformats.org/drawingml/2006/main">
              <a:ext uri="{FF2B5EF4-FFF2-40B4-BE49-F238E27FC236}">
                <a16:creationId xmlns:a16="http://schemas.microsoft.com/office/drawing/2014/main" id="{052DAC95-C45B-4A8E-87BF-874AE45B2D50}"/>
              </a:ext>
            </a:extLst>
          </p:cNvPr>
          <p:cNvSpPr>
            <a:spLocks xmlns:a="http://schemas.openxmlformats.org/drawingml/2006/main" noGrp="1"/>
          </p:cNvSpPr>
          <p:nvPr/>
        </p:nvSpPr>
        <p:spPr>
          <a:xfrm xmlns:a="http://schemas.openxmlformats.org/drawingml/2006/main">
            <a:off x="8810625" y="4476750"/>
            <a:ext cx="2762250" cy="1381125"/>
          </a:xfrm>
          <a:prstGeom xmlns:a="http://schemas.openxmlformats.org/drawingml/2006/main" prst="rect">
            <a:avLst/>
          </a:prstGeom>
          <a:solidFill xmlns:a="http://schemas.openxmlformats.org/drawingml/2006/main">
            <a:srgbClr val="FFFFFF"/>
          </a:solidFill>
          <a:ln xmlns:a="http://schemas.openxmlformats.org/drawingml/2006/main" w="14288">
            <a:solidFill>
              <a:srgbClr val="72916C"/>
            </a:solidFill>
          </a:ln>
        </p:spPr>
      </p:sp>
      <p:sp>
        <p:nvSpPr>
          <p:cNvPr id="21" name="entity-name-MAINTENANCE_STAFF">
            <a:extLst xmlns:a="http://schemas.openxmlformats.org/drawingml/2006/main">
              <a:ext uri="{FF2B5EF4-FFF2-40B4-BE49-F238E27FC236}">
                <a16:creationId xmlns:a16="http://schemas.microsoft.com/office/drawing/2014/main" id="{E07117A5-0009-4159-82DE-F7623DDE3C51}"/>
              </a:ext>
            </a:extLst>
          </p:cNvPr>
          <p:cNvSpPr>
            <a:spLocks xmlns:a="http://schemas.openxmlformats.org/drawingml/2006/main" noGrp="1"/>
          </p:cNvSpPr>
          <p:nvPr/>
        </p:nvSpPr>
        <p:spPr>
          <a:xfrm xmlns:a="http://schemas.openxmlformats.org/drawingml/2006/main">
            <a:off x="8934450" y="4572000"/>
            <a:ext cx="2514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1">
                <a:solidFill>
                  <a:srgbClr val="1F4D3B"/>
                </a:solidFill>
                <a:latin typeface="Arial"/>
                <a:ea typeface="Arial"/>
                <a:cs typeface="Arial"/>
              </a:defRPr>
            </a:defPPr>
            <a:lvl1pPr>
              <a:defRPr sz="1650" b="1">
                <a:solidFill>
                  <a:srgbClr val="1F4D3B"/>
                </a:solidFill>
                <a:latin typeface="Arial"/>
                <a:ea typeface="Arial"/>
                <a:cs typeface="Arial"/>
              </a:defRPr>
            </a:lvl1pPr>
            <a:lvl2pPr>
              <a:defRPr sz="1650" b="1">
                <a:solidFill>
                  <a:srgbClr val="1F4D3B"/>
                </a:solidFill>
                <a:latin typeface="Arial"/>
                <a:ea typeface="Arial"/>
                <a:cs typeface="Arial"/>
              </a:defRPr>
            </a:lvl2pPr>
            <a:lvl3pPr>
              <a:defRPr sz="1650" b="1">
                <a:solidFill>
                  <a:srgbClr val="1F4D3B"/>
                </a:solidFill>
                <a:latin typeface="Arial"/>
                <a:ea typeface="Arial"/>
                <a:cs typeface="Arial"/>
              </a:defRPr>
            </a:lvl3pPr>
            <a:lvl4pPr>
              <a:defRPr sz="1650" b="1">
                <a:solidFill>
                  <a:srgbClr val="1F4D3B"/>
                </a:solidFill>
                <a:latin typeface="Arial"/>
                <a:ea typeface="Arial"/>
                <a:cs typeface="Arial"/>
              </a:defRPr>
            </a:lvl4pPr>
            <a:lvl5pPr>
              <a:defRPr sz="1650" b="1">
                <a:solidFill>
                  <a:srgbClr val="1F4D3B"/>
                </a:solidFill>
                <a:latin typeface="Arial"/>
                <a:ea typeface="Arial"/>
                <a:cs typeface="Arial"/>
              </a:defRPr>
            </a:lvl5pPr>
            <a:lvl6pPr>
              <a:defRPr sz="1650" b="1">
                <a:solidFill>
                  <a:srgbClr val="1F4D3B"/>
                </a:solidFill>
                <a:latin typeface="Arial"/>
                <a:ea typeface="Arial"/>
                <a:cs typeface="Arial"/>
              </a:defRPr>
            </a:lvl6pPr>
            <a:lvl7pPr>
              <a:defRPr sz="1650" b="1">
                <a:solidFill>
                  <a:srgbClr val="1F4D3B"/>
                </a:solidFill>
                <a:latin typeface="Arial"/>
                <a:ea typeface="Arial"/>
                <a:cs typeface="Arial"/>
              </a:defRPr>
            </a:lvl7pPr>
            <a:lvl8pPr>
              <a:defRPr sz="1650" b="1">
                <a:solidFill>
                  <a:srgbClr val="1F4D3B"/>
                </a:solidFill>
                <a:latin typeface="Arial"/>
                <a:ea typeface="Arial"/>
                <a:cs typeface="Arial"/>
              </a:defRPr>
            </a:lvl8pPr>
            <a:lvl9pPr>
              <a:defRPr sz="1650" b="1">
                <a:solidFill>
                  <a:srgbClr val="1F4D3B"/>
                </a:solidFill>
                <a:latin typeface="Arial"/>
                <a:ea typeface="Arial"/>
                <a:cs typeface="Arial"/>
              </a:defRPr>
            </a:lvl9pPr>
          </a:lstStyle>
          <a:p xmlns:a="http://schemas.openxmlformats.org/drawingml/2006/main">
            <a:pPr>
              <a:defRPr sz="1650" b="1">
                <a:solidFill>
                  <a:srgbClr val="1F4D3B"/>
                </a:solidFill>
                <a:latin typeface="Arial"/>
                <a:ea typeface="Arial"/>
                <a:cs typeface="Arial"/>
              </a:defRPr>
            </a:pPr>
            <a:r>
              <a:rPr sz="1650" b="1">
                <a:solidFill>
                  <a:srgbClr val="1F4D3B"/>
                </a:solidFill>
                <a:latin typeface="Arial"/>
                <a:ea typeface="Arial"/>
                <a:cs typeface="Arial"/>
              </a:rPr>
              <a:t>MAINTENANCE_STAFF</a:t>
            </a:r>
          </a:p>
        </p:txBody>
      </p:sp>
      <p:sp>
        <p:nvSpPr>
          <p:cNvPr id="22" name="entity-fields-MAINTENANCE_STAFF">
            <a:extLst xmlns:a="http://schemas.openxmlformats.org/drawingml/2006/main">
              <a:ext uri="{FF2B5EF4-FFF2-40B4-BE49-F238E27FC236}">
                <a16:creationId xmlns:a16="http://schemas.microsoft.com/office/drawing/2014/main" id="{2885DFEC-811A-4F98-8104-1A8012DB4322}"/>
              </a:ext>
            </a:extLst>
          </p:cNvPr>
          <p:cNvSpPr>
            <a:spLocks xmlns:a="http://schemas.openxmlformats.org/drawingml/2006/main" noGrp="1"/>
          </p:cNvSpPr>
          <p:nvPr/>
        </p:nvSpPr>
        <p:spPr>
          <a:xfrm xmlns:a="http://schemas.openxmlformats.org/drawingml/2006/main">
            <a:off x="8934450" y="4933950"/>
            <a:ext cx="2514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243B2D"/>
                </a:solidFill>
                <a:latin typeface="Arial"/>
                <a:ea typeface="Arial"/>
                <a:cs typeface="Arial"/>
              </a:defRPr>
            </a:defPPr>
            <a:lvl1pPr>
              <a:defRPr sz="1500" b="0">
                <a:solidFill>
                  <a:srgbClr val="243B2D"/>
                </a:solidFill>
                <a:latin typeface="Arial"/>
                <a:ea typeface="Arial"/>
                <a:cs typeface="Arial"/>
              </a:defRPr>
            </a:lvl1pPr>
            <a:lvl2pPr>
              <a:defRPr sz="1500" b="0">
                <a:solidFill>
                  <a:srgbClr val="243B2D"/>
                </a:solidFill>
                <a:latin typeface="Arial"/>
                <a:ea typeface="Arial"/>
                <a:cs typeface="Arial"/>
              </a:defRPr>
            </a:lvl2pPr>
            <a:lvl3pPr>
              <a:defRPr sz="1500" b="0">
                <a:solidFill>
                  <a:srgbClr val="243B2D"/>
                </a:solidFill>
                <a:latin typeface="Arial"/>
                <a:ea typeface="Arial"/>
                <a:cs typeface="Arial"/>
              </a:defRPr>
            </a:lvl3pPr>
            <a:lvl4pPr>
              <a:defRPr sz="1500" b="0">
                <a:solidFill>
                  <a:srgbClr val="243B2D"/>
                </a:solidFill>
                <a:latin typeface="Arial"/>
                <a:ea typeface="Arial"/>
                <a:cs typeface="Arial"/>
              </a:defRPr>
            </a:lvl4pPr>
            <a:lvl5pPr>
              <a:defRPr sz="1500" b="0">
                <a:solidFill>
                  <a:srgbClr val="243B2D"/>
                </a:solidFill>
                <a:latin typeface="Arial"/>
                <a:ea typeface="Arial"/>
                <a:cs typeface="Arial"/>
              </a:defRPr>
            </a:lvl5pPr>
            <a:lvl6pPr>
              <a:defRPr sz="1500" b="0">
                <a:solidFill>
                  <a:srgbClr val="243B2D"/>
                </a:solidFill>
                <a:latin typeface="Arial"/>
                <a:ea typeface="Arial"/>
                <a:cs typeface="Arial"/>
              </a:defRPr>
            </a:lvl6pPr>
            <a:lvl7pPr>
              <a:defRPr sz="1500" b="0">
                <a:solidFill>
                  <a:srgbClr val="243B2D"/>
                </a:solidFill>
                <a:latin typeface="Arial"/>
                <a:ea typeface="Arial"/>
                <a:cs typeface="Arial"/>
              </a:defRPr>
            </a:lvl7pPr>
            <a:lvl8pPr>
              <a:defRPr sz="1500" b="0">
                <a:solidFill>
                  <a:srgbClr val="243B2D"/>
                </a:solidFill>
                <a:latin typeface="Arial"/>
                <a:ea typeface="Arial"/>
                <a:cs typeface="Arial"/>
              </a:defRPr>
            </a:lvl8pPr>
            <a:lvl9pPr>
              <a:defRPr sz="1500" b="0">
                <a:solidFill>
                  <a:srgbClr val="243B2D"/>
                </a:solidFill>
                <a:latin typeface="Arial"/>
                <a:ea typeface="Arial"/>
                <a:cs typeface="Arial"/>
              </a:defRPr>
            </a:lvl9pPr>
          </a:lstStyle>
          <a:p xmlns:a="http://schemas.openxmlformats.org/drawingml/2006/main">
            <a:pPr>
              <a:defRPr sz="1500" b="0">
                <a:solidFill>
                  <a:srgbClr val="243B2D"/>
                </a:solidFill>
                <a:latin typeface="Arial"/>
                <a:ea typeface="Arial"/>
                <a:cs typeface="Arial"/>
              </a:defRPr>
            </a:pPr>
            <a:r>
              <a:rPr sz="1500" b="0">
                <a:solidFill>
                  <a:srgbClr val="243B2D"/>
                </a:solidFill>
                <a:latin typeface="Arial"/>
                <a:ea typeface="Arial"/>
                <a:cs typeface="Arial"/>
              </a:rPr>
              <a:t>PK/FK staff_id</a:t>
            </a:r>
          </a:p>
          <a:p xmlns:a="http://schemas.openxmlformats.org/drawingml/2006/main">
            <a:pPr>
              <a:defRPr sz="1500" b="0">
                <a:solidFill>
                  <a:srgbClr val="243B2D"/>
                </a:solidFill>
                <a:latin typeface="Arial"/>
                <a:ea typeface="Arial"/>
                <a:cs typeface="Arial"/>
              </a:defRPr>
            </a:pPr>
            <a:r>
              <a:rPr sz="1500" b="0">
                <a:solidFill>
                  <a:srgbClr val="243B2D"/>
                </a:solidFill>
                <a:latin typeface="Arial"/>
                <a:ea typeface="Arial"/>
                <a:cs typeface="Arial"/>
              </a:rPr>
              <a:t>FK block_id, category_id</a:t>
            </a:r>
          </a:p>
          <a:p xmlns:a="http://schemas.openxmlformats.org/drawingml/2006/main">
            <a:pPr>
              <a:defRPr sz="1500" b="0">
                <a:solidFill>
                  <a:srgbClr val="243B2D"/>
                </a:solidFill>
                <a:latin typeface="Arial"/>
                <a:ea typeface="Arial"/>
                <a:cs typeface="Arial"/>
              </a:defRPr>
            </a:pPr>
            <a:r>
              <a:rPr sz="1500" b="0">
                <a:solidFill>
                  <a:srgbClr val="243B2D"/>
                </a:solidFill>
                <a:latin typeface="Arial"/>
                <a:ea typeface="Arial"/>
                <a:cs typeface="Arial"/>
              </a:rPr>
              <a:t>shift</a:t>
            </a:r>
          </a:p>
        </p:txBody>
      </p:sp>
      <p:cxnSp>
        <p:nvCxnSpPr>
          <p:cNvPr id="23" name="">
            <a:extLst xmlns:a="http://schemas.openxmlformats.org/drawingml/2006/main">
              <a:ext uri="{FF2B5EF4-FFF2-40B4-BE49-F238E27FC236}">
                <a16:creationId xmlns:a16="http://schemas.microsoft.com/office/drawing/2014/main" id="{CDCD4A36-1113-4D8D-8A9E-A121CB63E6CC}"/>
              </a:ext>
            </a:extLst>
          </p:cNvPr>
          <p:cNvCxnSpPr/>
          <p:nvPr/>
        </p:nvCxnSpPr>
        <p:spPr>
          <a:xfrm xmlns:a="http://schemas.openxmlformats.org/drawingml/2006/main" flipH="0" flipV="0">
            <a:off x="6096000" y="3143250"/>
            <a:ext cx="0" cy="619125"/>
          </a:xfrm>
          <a:prstGeom xmlns:a="http://schemas.openxmlformats.org/drawingml/2006/main" prst="straightConnector1">
            <a:avLst/>
          </a:prstGeom>
          <a:ln xmlns:a="http://schemas.openxmlformats.org/drawingml/2006/main" w="19050">
            <a:solidFill>
              <a:srgbClr val="789272"/>
            </a:solidFill>
          </a:ln>
        </p:spPr>
      </p:cxnSp>
      <p:cxnSp>
        <p:nvCxnSpPr>
          <p:cNvPr id="24" name="">
            <a:extLst xmlns:a="http://schemas.openxmlformats.org/drawingml/2006/main">
              <a:ext uri="{FF2B5EF4-FFF2-40B4-BE49-F238E27FC236}">
                <a16:creationId xmlns:a16="http://schemas.microsoft.com/office/drawing/2014/main" id="{44E07BC2-906A-479A-9A0F-DEA278F844AE}"/>
              </a:ext>
            </a:extLst>
          </p:cNvPr>
          <p:cNvCxnSpPr/>
          <p:nvPr/>
        </p:nvCxnSpPr>
        <p:spPr>
          <a:xfrm xmlns:a="http://schemas.openxmlformats.org/drawingml/2006/main" flipH="1" flipV="0">
            <a:off x="2000250" y="3762375"/>
            <a:ext cx="4095750" cy="0"/>
          </a:xfrm>
          <a:prstGeom xmlns:a="http://schemas.openxmlformats.org/drawingml/2006/main" prst="straightConnector1">
            <a:avLst/>
          </a:prstGeom>
          <a:ln xmlns:a="http://schemas.openxmlformats.org/drawingml/2006/main" w="19050">
            <a:solidFill>
              <a:srgbClr val="789272"/>
            </a:solidFill>
          </a:ln>
        </p:spPr>
      </p:cxnSp>
      <p:cxnSp>
        <p:nvCxnSpPr>
          <p:cNvPr id="25" name="">
            <a:extLst xmlns:a="http://schemas.openxmlformats.org/drawingml/2006/main">
              <a:ext uri="{FF2B5EF4-FFF2-40B4-BE49-F238E27FC236}">
                <a16:creationId xmlns:a16="http://schemas.microsoft.com/office/drawing/2014/main" id="{073F9545-8F6E-4E22-962B-2EF9476AFC09}"/>
              </a:ext>
            </a:extLst>
          </p:cNvPr>
          <p:cNvCxnSpPr/>
          <p:nvPr/>
        </p:nvCxnSpPr>
        <p:spPr>
          <a:xfrm xmlns:a="http://schemas.openxmlformats.org/drawingml/2006/main" flipH="0" flipV="0">
            <a:off x="2000250" y="3762375"/>
            <a:ext cx="0" cy="714375"/>
          </a:xfrm>
          <a:prstGeom xmlns:a="http://schemas.openxmlformats.org/drawingml/2006/main" prst="straightConnector1">
            <a:avLst/>
          </a:prstGeom>
          <a:ln xmlns:a="http://schemas.openxmlformats.org/drawingml/2006/main" w="19050">
            <a:solidFill>
              <a:srgbClr val="789272"/>
            </a:solidFill>
          </a:ln>
        </p:spPr>
      </p:cxnSp>
      <p:cxnSp>
        <p:nvCxnSpPr>
          <p:cNvPr id="26" name="">
            <a:extLst xmlns:a="http://schemas.openxmlformats.org/drawingml/2006/main">
              <a:ext uri="{FF2B5EF4-FFF2-40B4-BE49-F238E27FC236}">
                <a16:creationId xmlns:a16="http://schemas.microsoft.com/office/drawing/2014/main" id="{835869E7-AB36-4639-81DD-198FC5AA59FB}"/>
              </a:ext>
            </a:extLst>
          </p:cNvPr>
          <p:cNvCxnSpPr/>
          <p:nvPr/>
        </p:nvCxnSpPr>
        <p:spPr>
          <a:xfrm xmlns:a="http://schemas.openxmlformats.org/drawingml/2006/main" flipH="0" flipV="0">
            <a:off x="6096000" y="3762375"/>
            <a:ext cx="0" cy="714375"/>
          </a:xfrm>
          <a:prstGeom xmlns:a="http://schemas.openxmlformats.org/drawingml/2006/main" prst="straightConnector1">
            <a:avLst/>
          </a:prstGeom>
          <a:ln xmlns:a="http://schemas.openxmlformats.org/drawingml/2006/main" w="19050">
            <a:solidFill>
              <a:srgbClr val="789272"/>
            </a:solidFill>
          </a:ln>
        </p:spPr>
      </p:cxnSp>
      <p:cxnSp>
        <p:nvCxnSpPr>
          <p:cNvPr id="27" name="">
            <a:extLst xmlns:a="http://schemas.openxmlformats.org/drawingml/2006/main">
              <a:ext uri="{FF2B5EF4-FFF2-40B4-BE49-F238E27FC236}">
                <a16:creationId xmlns:a16="http://schemas.microsoft.com/office/drawing/2014/main" id="{33C1E7D4-4593-41B0-905B-4051FAC5FD1C}"/>
              </a:ext>
            </a:extLst>
          </p:cNvPr>
          <p:cNvCxnSpPr/>
          <p:nvPr/>
        </p:nvCxnSpPr>
        <p:spPr>
          <a:xfrm xmlns:a="http://schemas.openxmlformats.org/drawingml/2006/main" flipH="0" flipV="0">
            <a:off x="6096000" y="3762375"/>
            <a:ext cx="4095750" cy="0"/>
          </a:xfrm>
          <a:prstGeom xmlns:a="http://schemas.openxmlformats.org/drawingml/2006/main" prst="straightConnector1">
            <a:avLst/>
          </a:prstGeom>
          <a:ln xmlns:a="http://schemas.openxmlformats.org/drawingml/2006/main" w="19050">
            <a:solidFill>
              <a:srgbClr val="789272"/>
            </a:solidFill>
          </a:ln>
        </p:spPr>
      </p:cxnSp>
      <p:cxnSp>
        <p:nvCxnSpPr>
          <p:cNvPr id="28" name="">
            <a:extLst xmlns:a="http://schemas.openxmlformats.org/drawingml/2006/main">
              <a:ext uri="{FF2B5EF4-FFF2-40B4-BE49-F238E27FC236}">
                <a16:creationId xmlns:a16="http://schemas.microsoft.com/office/drawing/2014/main" id="{1F96F556-2708-4C34-86D0-A2E261794F89}"/>
              </a:ext>
            </a:extLst>
          </p:cNvPr>
          <p:cNvCxnSpPr/>
          <p:nvPr/>
        </p:nvCxnSpPr>
        <p:spPr>
          <a:xfrm xmlns:a="http://schemas.openxmlformats.org/drawingml/2006/main" flipH="0" flipV="0">
            <a:off x="10191750" y="3762375"/>
            <a:ext cx="0" cy="714375"/>
          </a:xfrm>
          <a:prstGeom xmlns:a="http://schemas.openxmlformats.org/drawingml/2006/main" prst="straightConnector1">
            <a:avLst/>
          </a:prstGeom>
          <a:ln xmlns:a="http://schemas.openxmlformats.org/drawingml/2006/main" w="19050">
            <a:solidFill>
              <a:srgbClr val="789272"/>
            </a:solidFill>
          </a:ln>
        </p:spPr>
      </p:cxnSp>
      <p:sp>
        <p:nvSpPr>
          <p:cNvPr id="29" name="text">
            <a:extLst xmlns:a="http://schemas.openxmlformats.org/drawingml/2006/main">
              <a:ext uri="{FF2B5EF4-FFF2-40B4-BE49-F238E27FC236}">
                <a16:creationId xmlns:a16="http://schemas.microsoft.com/office/drawing/2014/main" id="{79748C98-44F0-4B53-AF65-8F5E43FD7A22}"/>
              </a:ext>
            </a:extLst>
          </p:cNvPr>
          <p:cNvSpPr>
            <a:spLocks xmlns:a="http://schemas.openxmlformats.org/drawingml/2006/main" noGrp="1"/>
          </p:cNvSpPr>
          <p:nvPr/>
        </p:nvSpPr>
        <p:spPr>
          <a:xfrm xmlns:a="http://schemas.openxmlformats.org/drawingml/2006/main">
            <a:off x="619125" y="333375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1">
                <a:solidFill>
                  <a:srgbClr val="1F4D3B"/>
                </a:solidFill>
                <a:latin typeface="Arial"/>
                <a:ea typeface="Arial"/>
                <a:cs typeface="Arial"/>
              </a:defRPr>
            </a:defPPr>
            <a:lvl1pPr>
              <a:defRPr sz="1650" b="1">
                <a:solidFill>
                  <a:srgbClr val="1F4D3B"/>
                </a:solidFill>
                <a:latin typeface="Arial"/>
                <a:ea typeface="Arial"/>
                <a:cs typeface="Arial"/>
              </a:defRPr>
            </a:lvl1pPr>
            <a:lvl2pPr>
              <a:defRPr sz="1650" b="1">
                <a:solidFill>
                  <a:srgbClr val="1F4D3B"/>
                </a:solidFill>
                <a:latin typeface="Arial"/>
                <a:ea typeface="Arial"/>
                <a:cs typeface="Arial"/>
              </a:defRPr>
            </a:lvl2pPr>
            <a:lvl3pPr>
              <a:defRPr sz="1650" b="1">
                <a:solidFill>
                  <a:srgbClr val="1F4D3B"/>
                </a:solidFill>
                <a:latin typeface="Arial"/>
                <a:ea typeface="Arial"/>
                <a:cs typeface="Arial"/>
              </a:defRPr>
            </a:lvl3pPr>
            <a:lvl4pPr>
              <a:defRPr sz="1650" b="1">
                <a:solidFill>
                  <a:srgbClr val="1F4D3B"/>
                </a:solidFill>
                <a:latin typeface="Arial"/>
                <a:ea typeface="Arial"/>
                <a:cs typeface="Arial"/>
              </a:defRPr>
            </a:lvl4pPr>
            <a:lvl5pPr>
              <a:defRPr sz="1650" b="1">
                <a:solidFill>
                  <a:srgbClr val="1F4D3B"/>
                </a:solidFill>
                <a:latin typeface="Arial"/>
                <a:ea typeface="Arial"/>
                <a:cs typeface="Arial"/>
              </a:defRPr>
            </a:lvl5pPr>
            <a:lvl6pPr>
              <a:defRPr sz="1650" b="1">
                <a:solidFill>
                  <a:srgbClr val="1F4D3B"/>
                </a:solidFill>
                <a:latin typeface="Arial"/>
                <a:ea typeface="Arial"/>
                <a:cs typeface="Arial"/>
              </a:defRPr>
            </a:lvl6pPr>
            <a:lvl7pPr>
              <a:defRPr sz="1650" b="1">
                <a:solidFill>
                  <a:srgbClr val="1F4D3B"/>
                </a:solidFill>
                <a:latin typeface="Arial"/>
                <a:ea typeface="Arial"/>
                <a:cs typeface="Arial"/>
              </a:defRPr>
            </a:lvl7pPr>
            <a:lvl8pPr>
              <a:defRPr sz="1650" b="1">
                <a:solidFill>
                  <a:srgbClr val="1F4D3B"/>
                </a:solidFill>
                <a:latin typeface="Arial"/>
                <a:ea typeface="Arial"/>
                <a:cs typeface="Arial"/>
              </a:defRPr>
            </a:lvl8pPr>
            <a:lvl9pPr>
              <a:defRPr sz="1650" b="1">
                <a:solidFill>
                  <a:srgbClr val="1F4D3B"/>
                </a:solidFill>
                <a:latin typeface="Arial"/>
                <a:ea typeface="Arial"/>
                <a:cs typeface="Arial"/>
              </a:defRPr>
            </a:lvl9pPr>
          </a:lstStyle>
          <a:p xmlns:a="http://schemas.openxmlformats.org/drawingml/2006/main">
            <a:pPr>
              <a:defRPr sz="1650" b="1">
                <a:solidFill>
                  <a:srgbClr val="1F4D3B"/>
                </a:solidFill>
                <a:latin typeface="Arial"/>
                <a:ea typeface="Arial"/>
                <a:cs typeface="Arial"/>
              </a:defRPr>
            </a:pPr>
            <a:r>
              <a:rPr sz="1650" b="1">
                <a:solidFill>
                  <a:srgbClr val="1F4D3B"/>
                </a:solidFill>
                <a:latin typeface="Arial"/>
                <a:ea typeface="Arial"/>
                <a:cs typeface="Arial"/>
              </a:rPr>
              <a:t>Disjoint roles, total specialization</a:t>
            </a:r>
          </a:p>
        </p:txBody>
      </p:sp>
      <p:sp>
        <p:nvSpPr>
          <p:cNvPr id="30" name="text">
            <a:extLst xmlns:a="http://schemas.openxmlformats.org/drawingml/2006/main">
              <a:ext uri="{FF2B5EF4-FFF2-40B4-BE49-F238E27FC236}">
                <a16:creationId xmlns:a16="http://schemas.microsoft.com/office/drawing/2014/main" id="{4B39C895-E859-4A85-B779-AC92F6D09CB5}"/>
              </a:ext>
            </a:extLst>
          </p:cNvPr>
          <p:cNvSpPr>
            <a:spLocks xmlns:a="http://schemas.openxmlformats.org/drawingml/2006/main" noGrp="1"/>
          </p:cNvSpPr>
          <p:nvPr/>
        </p:nvSpPr>
        <p:spPr>
          <a:xfrm xmlns:a="http://schemas.openxmlformats.org/drawingml/2006/main">
            <a:off x="628650" y="6067425"/>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60735E"/>
                </a:solidFill>
                <a:latin typeface="Arial"/>
                <a:ea typeface="Arial"/>
                <a:cs typeface="Arial"/>
              </a:defRPr>
            </a:defPPr>
            <a:lvl1pPr>
              <a:defRPr sz="1500" b="0">
                <a:solidFill>
                  <a:srgbClr val="60735E"/>
                </a:solidFill>
                <a:latin typeface="Arial"/>
                <a:ea typeface="Arial"/>
                <a:cs typeface="Arial"/>
              </a:defRPr>
            </a:lvl1pPr>
            <a:lvl2pPr>
              <a:defRPr sz="1500" b="0">
                <a:solidFill>
                  <a:srgbClr val="60735E"/>
                </a:solidFill>
                <a:latin typeface="Arial"/>
                <a:ea typeface="Arial"/>
                <a:cs typeface="Arial"/>
              </a:defRPr>
            </a:lvl2pPr>
            <a:lvl3pPr>
              <a:defRPr sz="1500" b="0">
                <a:solidFill>
                  <a:srgbClr val="60735E"/>
                </a:solidFill>
                <a:latin typeface="Arial"/>
                <a:ea typeface="Arial"/>
                <a:cs typeface="Arial"/>
              </a:defRPr>
            </a:lvl3pPr>
            <a:lvl4pPr>
              <a:defRPr sz="1500" b="0">
                <a:solidFill>
                  <a:srgbClr val="60735E"/>
                </a:solidFill>
                <a:latin typeface="Arial"/>
                <a:ea typeface="Arial"/>
                <a:cs typeface="Arial"/>
              </a:defRPr>
            </a:lvl4pPr>
            <a:lvl5pPr>
              <a:defRPr sz="1500" b="0">
                <a:solidFill>
                  <a:srgbClr val="60735E"/>
                </a:solidFill>
                <a:latin typeface="Arial"/>
                <a:ea typeface="Arial"/>
                <a:cs typeface="Arial"/>
              </a:defRPr>
            </a:lvl5pPr>
            <a:lvl6pPr>
              <a:defRPr sz="1500" b="0">
                <a:solidFill>
                  <a:srgbClr val="60735E"/>
                </a:solidFill>
                <a:latin typeface="Arial"/>
                <a:ea typeface="Arial"/>
                <a:cs typeface="Arial"/>
              </a:defRPr>
            </a:lvl6pPr>
            <a:lvl7pPr>
              <a:defRPr sz="1500" b="0">
                <a:solidFill>
                  <a:srgbClr val="60735E"/>
                </a:solidFill>
                <a:latin typeface="Arial"/>
                <a:ea typeface="Arial"/>
                <a:cs typeface="Arial"/>
              </a:defRPr>
            </a:lvl7pPr>
            <a:lvl8pPr>
              <a:defRPr sz="1500" b="0">
                <a:solidFill>
                  <a:srgbClr val="60735E"/>
                </a:solidFill>
                <a:latin typeface="Arial"/>
                <a:ea typeface="Arial"/>
                <a:cs typeface="Arial"/>
              </a:defRPr>
            </a:lvl8pPr>
            <a:lvl9pPr>
              <a:defRPr sz="1500" b="0">
                <a:solidFill>
                  <a:srgbClr val="60735E"/>
                </a:solidFill>
                <a:latin typeface="Arial"/>
                <a:ea typeface="Arial"/>
                <a:cs typeface="Arial"/>
              </a:defRPr>
            </a:lvl9pPr>
          </a:lstStyle>
          <a:p xmlns:a="http://schemas.openxmlformats.org/drawingml/2006/main">
            <a:pPr>
              <a:defRPr sz="1500" b="0">
                <a:solidFill>
                  <a:srgbClr val="60735E"/>
                </a:solidFill>
                <a:latin typeface="Arial"/>
                <a:ea typeface="Arial"/>
                <a:cs typeface="Arial"/>
              </a:defRPr>
            </a:pPr>
            <a:r>
              <a:rPr sz="1500" b="0">
                <a:solidFill>
                  <a:srgbClr val="60735E"/>
                </a:solidFill>
                <a:latin typeface="Arial"/>
                <a:ea typeface="Arial"/>
                <a:cs typeface="Arial"/>
              </a:rPr>
              <a:t>ADMIN is a USERS role with no separate table. The API creates one matching subtype per non-admin account.</a:t>
            </a:r>
          </a:p>
        </p:txBody>
      </p:sp>
    </p:spTree>
    <p:extLst>
      <p:ext uri="{BB962C8B-B14F-4D97-AF65-F5344CB8AC3E}">
        <p14:creationId xmlns:p14="http://schemas.microsoft.com/office/powerpoint/2010/main" val="1003290885"/>
      </p:ext>
    </p:extLst>
  </p:cSld>
</p:sld>
</file>

<file path=ppt/slides/slide3.xml><?xml version="1.0" encoding="utf-8"?>
<p:sld xmlns:p="http://schemas.openxmlformats.org/presentationml/2006/main">
  <p:cSld>
    <p:bg>
      <p:bgPr>
        <a:solidFill xmlns:a="http://schemas.openxmlformats.org/drawingml/2006/main">
          <a:srgbClr val="FAFBF7"/>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89953707-F25B-4523-9FFF-A787713952AA}"/>
              </a:ext>
            </a:extLst>
          </p:cNvPr>
          <p:cNvSpPr>
            <a:spLocks xmlns:a="http://schemas.openxmlformats.org/drawingml/2006/main" noGrp="1"/>
          </p:cNvSpPr>
          <p:nvPr/>
        </p:nvSpPr>
        <p:spPr>
          <a:xfrm xmlns:a="http://schemas.openxmlformats.org/drawingml/2006/main">
            <a:off x="609600" y="4572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F4D3B"/>
                </a:solidFill>
                <a:latin typeface="Arial"/>
                <a:ea typeface="Arial"/>
                <a:cs typeface="Arial"/>
              </a:defRPr>
            </a:defPPr>
            <a:lvl1pPr>
              <a:defRPr sz="3300" b="1">
                <a:solidFill>
                  <a:srgbClr val="1F4D3B"/>
                </a:solidFill>
                <a:latin typeface="Arial"/>
                <a:ea typeface="Arial"/>
                <a:cs typeface="Arial"/>
              </a:defRPr>
            </a:lvl1pPr>
            <a:lvl2pPr>
              <a:defRPr sz="3300" b="1">
                <a:solidFill>
                  <a:srgbClr val="1F4D3B"/>
                </a:solidFill>
                <a:latin typeface="Arial"/>
                <a:ea typeface="Arial"/>
                <a:cs typeface="Arial"/>
              </a:defRPr>
            </a:lvl2pPr>
            <a:lvl3pPr>
              <a:defRPr sz="3300" b="1">
                <a:solidFill>
                  <a:srgbClr val="1F4D3B"/>
                </a:solidFill>
                <a:latin typeface="Arial"/>
                <a:ea typeface="Arial"/>
                <a:cs typeface="Arial"/>
              </a:defRPr>
            </a:lvl3pPr>
            <a:lvl4pPr>
              <a:defRPr sz="3300" b="1">
                <a:solidFill>
                  <a:srgbClr val="1F4D3B"/>
                </a:solidFill>
                <a:latin typeface="Arial"/>
                <a:ea typeface="Arial"/>
                <a:cs typeface="Arial"/>
              </a:defRPr>
            </a:lvl4pPr>
            <a:lvl5pPr>
              <a:defRPr sz="3300" b="1">
                <a:solidFill>
                  <a:srgbClr val="1F4D3B"/>
                </a:solidFill>
                <a:latin typeface="Arial"/>
                <a:ea typeface="Arial"/>
                <a:cs typeface="Arial"/>
              </a:defRPr>
            </a:lvl5pPr>
            <a:lvl6pPr>
              <a:defRPr sz="3300" b="1">
                <a:solidFill>
                  <a:srgbClr val="1F4D3B"/>
                </a:solidFill>
                <a:latin typeface="Arial"/>
                <a:ea typeface="Arial"/>
                <a:cs typeface="Arial"/>
              </a:defRPr>
            </a:lvl6pPr>
            <a:lvl7pPr>
              <a:defRPr sz="3300" b="1">
                <a:solidFill>
                  <a:srgbClr val="1F4D3B"/>
                </a:solidFill>
                <a:latin typeface="Arial"/>
                <a:ea typeface="Arial"/>
                <a:cs typeface="Arial"/>
              </a:defRPr>
            </a:lvl7pPr>
            <a:lvl8pPr>
              <a:defRPr sz="3300" b="1">
                <a:solidFill>
                  <a:srgbClr val="1F4D3B"/>
                </a:solidFill>
                <a:latin typeface="Arial"/>
                <a:ea typeface="Arial"/>
                <a:cs typeface="Arial"/>
              </a:defRPr>
            </a:lvl8pPr>
            <a:lvl9pPr>
              <a:defRPr sz="3300" b="1">
                <a:solidFill>
                  <a:srgbClr val="1F4D3B"/>
                </a:solidFill>
                <a:latin typeface="Arial"/>
                <a:ea typeface="Arial"/>
                <a:cs typeface="Arial"/>
              </a:defRPr>
            </a:lvl9pPr>
          </a:lstStyle>
          <a:p xmlns:a="http://schemas.openxmlformats.org/drawingml/2006/main">
            <a:pPr>
              <a:defRPr sz="3300" b="1">
                <a:solidFill>
                  <a:srgbClr val="1F4D3B"/>
                </a:solidFill>
                <a:latin typeface="Arial"/>
                <a:ea typeface="Arial"/>
                <a:cs typeface="Arial"/>
              </a:defRPr>
            </a:pPr>
            <a:r>
              <a:rPr sz="3300" b="1">
                <a:solidFill>
                  <a:srgbClr val="1F4D3B"/>
                </a:solidFill>
                <a:latin typeface="Arial"/>
                <a:ea typeface="Arial"/>
                <a:cs typeface="Arial"/>
              </a:rPr>
              <a:t>Construction of ER/EER Diagram</a:t>
            </a:r>
          </a:p>
        </p:txBody>
      </p:sp>
      <p:sp>
        <p:nvSpPr>
          <p:cNvPr id="3" name="slide-subtitle">
            <a:extLst xmlns:a="http://schemas.openxmlformats.org/drawingml/2006/main">
              <a:ext uri="{FF2B5EF4-FFF2-40B4-BE49-F238E27FC236}">
                <a16:creationId xmlns:a16="http://schemas.microsoft.com/office/drawing/2014/main" id="{6706236B-13CA-438E-B93B-2D403D5BC8F7}"/>
              </a:ext>
            </a:extLst>
          </p:cNvPr>
          <p:cNvSpPr>
            <a:spLocks xmlns:a="http://schemas.openxmlformats.org/drawingml/2006/main" noGrp="1"/>
          </p:cNvSpPr>
          <p:nvPr/>
        </p:nvSpPr>
        <p:spPr>
          <a:xfrm xmlns:a="http://schemas.openxmlformats.org/drawingml/2006/main">
            <a:off x="628650" y="1190625"/>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60735E"/>
                </a:solidFill>
                <a:latin typeface="Arial"/>
                <a:ea typeface="Arial"/>
                <a:cs typeface="Arial"/>
              </a:defRPr>
            </a:defPPr>
            <a:lvl1pPr>
              <a:defRPr sz="1650" b="0">
                <a:solidFill>
                  <a:srgbClr val="60735E"/>
                </a:solidFill>
                <a:latin typeface="Arial"/>
                <a:ea typeface="Arial"/>
                <a:cs typeface="Arial"/>
              </a:defRPr>
            </a:lvl1pPr>
            <a:lvl2pPr>
              <a:defRPr sz="1650" b="0">
                <a:solidFill>
                  <a:srgbClr val="60735E"/>
                </a:solidFill>
                <a:latin typeface="Arial"/>
                <a:ea typeface="Arial"/>
                <a:cs typeface="Arial"/>
              </a:defRPr>
            </a:lvl2pPr>
            <a:lvl3pPr>
              <a:defRPr sz="1650" b="0">
                <a:solidFill>
                  <a:srgbClr val="60735E"/>
                </a:solidFill>
                <a:latin typeface="Arial"/>
                <a:ea typeface="Arial"/>
                <a:cs typeface="Arial"/>
              </a:defRPr>
            </a:lvl3pPr>
            <a:lvl4pPr>
              <a:defRPr sz="1650" b="0">
                <a:solidFill>
                  <a:srgbClr val="60735E"/>
                </a:solidFill>
                <a:latin typeface="Arial"/>
                <a:ea typeface="Arial"/>
                <a:cs typeface="Arial"/>
              </a:defRPr>
            </a:lvl4pPr>
            <a:lvl5pPr>
              <a:defRPr sz="1650" b="0">
                <a:solidFill>
                  <a:srgbClr val="60735E"/>
                </a:solidFill>
                <a:latin typeface="Arial"/>
                <a:ea typeface="Arial"/>
                <a:cs typeface="Arial"/>
              </a:defRPr>
            </a:lvl5pPr>
            <a:lvl6pPr>
              <a:defRPr sz="1650" b="0">
                <a:solidFill>
                  <a:srgbClr val="60735E"/>
                </a:solidFill>
                <a:latin typeface="Arial"/>
                <a:ea typeface="Arial"/>
                <a:cs typeface="Arial"/>
              </a:defRPr>
            </a:lvl6pPr>
            <a:lvl7pPr>
              <a:defRPr sz="1650" b="0">
                <a:solidFill>
                  <a:srgbClr val="60735E"/>
                </a:solidFill>
                <a:latin typeface="Arial"/>
                <a:ea typeface="Arial"/>
                <a:cs typeface="Arial"/>
              </a:defRPr>
            </a:lvl7pPr>
            <a:lvl8pPr>
              <a:defRPr sz="1650" b="0">
                <a:solidFill>
                  <a:srgbClr val="60735E"/>
                </a:solidFill>
                <a:latin typeface="Arial"/>
                <a:ea typeface="Arial"/>
                <a:cs typeface="Arial"/>
              </a:defRPr>
            </a:lvl8pPr>
            <a:lvl9pPr>
              <a:defRPr sz="1650" b="0">
                <a:solidFill>
                  <a:srgbClr val="60735E"/>
                </a:solidFill>
                <a:latin typeface="Arial"/>
                <a:ea typeface="Arial"/>
                <a:cs typeface="Arial"/>
              </a:defRPr>
            </a:lvl9pPr>
          </a:lstStyle>
          <a:p xmlns:a="http://schemas.openxmlformats.org/drawingml/2006/main">
            <a:pPr>
              <a:defRPr sz="1650" b="0">
                <a:solidFill>
                  <a:srgbClr val="60735E"/>
                </a:solidFill>
                <a:latin typeface="Arial"/>
                <a:ea typeface="Arial"/>
                <a:cs typeface="Arial"/>
              </a:defRPr>
            </a:pPr>
            <a:r>
              <a:rPr sz="1650" b="0">
                <a:solidFill>
                  <a:srgbClr val="60735E"/>
                </a:solidFill>
                <a:latin typeface="Arial"/>
                <a:ea typeface="Arial"/>
                <a:cs typeface="Arial"/>
              </a:rPr>
              <a:t>Accommodation model. PK = primary key, FK = foreign key, UQ = unique key.</a:t>
            </a:r>
          </a:p>
        </p:txBody>
      </p:sp>
      <p:sp>
        <p:nvSpPr>
          <p:cNvPr id="4" name="footer">
            <a:extLst xmlns:a="http://schemas.openxmlformats.org/drawingml/2006/main">
              <a:ext uri="{FF2B5EF4-FFF2-40B4-BE49-F238E27FC236}">
                <a16:creationId xmlns:a16="http://schemas.microsoft.com/office/drawing/2014/main" id="{AE3AAE5F-865B-4D8A-B3C7-6EC8F722520E}"/>
              </a:ext>
            </a:extLst>
          </p:cNvPr>
          <p:cNvSpPr>
            <a:spLocks xmlns:a="http://schemas.openxmlformats.org/drawingml/2006/main" noGrp="1"/>
          </p:cNvSpPr>
          <p:nvPr/>
        </p:nvSpPr>
        <p:spPr>
          <a:xfrm xmlns:a="http://schemas.openxmlformats.org/drawingml/2006/main">
            <a:off x="609600" y="6477000"/>
            <a:ext cx="428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60735E"/>
                </a:solidFill>
                <a:latin typeface="Arial"/>
                <a:ea typeface="Arial"/>
                <a:cs typeface="Arial"/>
              </a:defRPr>
            </a:defPPr>
            <a:lvl1pPr>
              <a:defRPr sz="1050" b="0">
                <a:solidFill>
                  <a:srgbClr val="60735E"/>
                </a:solidFill>
                <a:latin typeface="Arial"/>
                <a:ea typeface="Arial"/>
                <a:cs typeface="Arial"/>
              </a:defRPr>
            </a:lvl1pPr>
            <a:lvl2pPr>
              <a:defRPr sz="1050" b="0">
                <a:solidFill>
                  <a:srgbClr val="60735E"/>
                </a:solidFill>
                <a:latin typeface="Arial"/>
                <a:ea typeface="Arial"/>
                <a:cs typeface="Arial"/>
              </a:defRPr>
            </a:lvl2pPr>
            <a:lvl3pPr>
              <a:defRPr sz="1050" b="0">
                <a:solidFill>
                  <a:srgbClr val="60735E"/>
                </a:solidFill>
                <a:latin typeface="Arial"/>
                <a:ea typeface="Arial"/>
                <a:cs typeface="Arial"/>
              </a:defRPr>
            </a:lvl3pPr>
            <a:lvl4pPr>
              <a:defRPr sz="1050" b="0">
                <a:solidFill>
                  <a:srgbClr val="60735E"/>
                </a:solidFill>
                <a:latin typeface="Arial"/>
                <a:ea typeface="Arial"/>
                <a:cs typeface="Arial"/>
              </a:defRPr>
            </a:lvl4pPr>
            <a:lvl5pPr>
              <a:defRPr sz="1050" b="0">
                <a:solidFill>
                  <a:srgbClr val="60735E"/>
                </a:solidFill>
                <a:latin typeface="Arial"/>
                <a:ea typeface="Arial"/>
                <a:cs typeface="Arial"/>
              </a:defRPr>
            </a:lvl5pPr>
            <a:lvl6pPr>
              <a:defRPr sz="1050" b="0">
                <a:solidFill>
                  <a:srgbClr val="60735E"/>
                </a:solidFill>
                <a:latin typeface="Arial"/>
                <a:ea typeface="Arial"/>
                <a:cs typeface="Arial"/>
              </a:defRPr>
            </a:lvl6pPr>
            <a:lvl7pPr>
              <a:defRPr sz="1050" b="0">
                <a:solidFill>
                  <a:srgbClr val="60735E"/>
                </a:solidFill>
                <a:latin typeface="Arial"/>
                <a:ea typeface="Arial"/>
                <a:cs typeface="Arial"/>
              </a:defRPr>
            </a:lvl7pPr>
            <a:lvl8pPr>
              <a:defRPr sz="1050" b="0">
                <a:solidFill>
                  <a:srgbClr val="60735E"/>
                </a:solidFill>
                <a:latin typeface="Arial"/>
                <a:ea typeface="Arial"/>
                <a:cs typeface="Arial"/>
              </a:defRPr>
            </a:lvl8pPr>
            <a:lvl9pPr>
              <a:defRPr sz="1050" b="0">
                <a:solidFill>
                  <a:srgbClr val="60735E"/>
                </a:solidFill>
                <a:latin typeface="Arial"/>
                <a:ea typeface="Arial"/>
                <a:cs typeface="Arial"/>
              </a:defRPr>
            </a:lvl9pPr>
          </a:lstStyle>
          <a:p xmlns:a="http://schemas.openxmlformats.org/drawingml/2006/main">
            <a:pPr>
              <a:defRPr sz="1050" b="0">
                <a:solidFill>
                  <a:srgbClr val="60735E"/>
                </a:solidFill>
                <a:latin typeface="Arial"/>
                <a:ea typeface="Arial"/>
                <a:cs typeface="Arial"/>
              </a:defRPr>
            </a:pPr>
            <a:r>
              <a:rPr sz="1050" b="0">
                <a:solidFill>
                  <a:srgbClr val="60735E"/>
                </a:solidFill>
                <a:latin typeface="Arial"/>
                <a:ea typeface="Arial"/>
                <a:cs typeface="Arial"/>
              </a:rPr>
              <a:t>HRCMS / HAVEN</a:t>
            </a:r>
          </a:p>
        </p:txBody>
      </p:sp>
      <p:sp>
        <p:nvSpPr>
          <p:cNvPr id="5" name="page-number">
            <a:extLst xmlns:a="http://schemas.openxmlformats.org/drawingml/2006/main">
              <a:ext uri="{FF2B5EF4-FFF2-40B4-BE49-F238E27FC236}">
                <a16:creationId xmlns:a16="http://schemas.microsoft.com/office/drawing/2014/main" id="{940B4AFD-48C6-4FC9-98E0-B7117BFBF296}"/>
              </a:ext>
            </a:extLst>
          </p:cNvPr>
          <p:cNvSpPr>
            <a:spLocks xmlns:a="http://schemas.openxmlformats.org/drawingml/2006/main" noGrp="1"/>
          </p:cNvSpPr>
          <p:nvPr/>
        </p:nvSpPr>
        <p:spPr>
          <a:xfrm xmlns:a="http://schemas.openxmlformats.org/drawingml/2006/main">
            <a:off x="10763250" y="6477000"/>
            <a:ext cx="819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60735E"/>
                </a:solidFill>
                <a:latin typeface="Arial"/>
                <a:ea typeface="Arial"/>
                <a:cs typeface="Arial"/>
              </a:defRPr>
            </a:defPPr>
            <a:lvl1pPr>
              <a:defRPr sz="1050" b="0">
                <a:solidFill>
                  <a:srgbClr val="60735E"/>
                </a:solidFill>
                <a:latin typeface="Arial"/>
                <a:ea typeface="Arial"/>
                <a:cs typeface="Arial"/>
              </a:defRPr>
            </a:lvl1pPr>
            <a:lvl2pPr>
              <a:defRPr sz="1050" b="0">
                <a:solidFill>
                  <a:srgbClr val="60735E"/>
                </a:solidFill>
                <a:latin typeface="Arial"/>
                <a:ea typeface="Arial"/>
                <a:cs typeface="Arial"/>
              </a:defRPr>
            </a:lvl2pPr>
            <a:lvl3pPr>
              <a:defRPr sz="1050" b="0">
                <a:solidFill>
                  <a:srgbClr val="60735E"/>
                </a:solidFill>
                <a:latin typeface="Arial"/>
                <a:ea typeface="Arial"/>
                <a:cs typeface="Arial"/>
              </a:defRPr>
            </a:lvl3pPr>
            <a:lvl4pPr>
              <a:defRPr sz="1050" b="0">
                <a:solidFill>
                  <a:srgbClr val="60735E"/>
                </a:solidFill>
                <a:latin typeface="Arial"/>
                <a:ea typeface="Arial"/>
                <a:cs typeface="Arial"/>
              </a:defRPr>
            </a:lvl4pPr>
            <a:lvl5pPr>
              <a:defRPr sz="1050" b="0">
                <a:solidFill>
                  <a:srgbClr val="60735E"/>
                </a:solidFill>
                <a:latin typeface="Arial"/>
                <a:ea typeface="Arial"/>
                <a:cs typeface="Arial"/>
              </a:defRPr>
            </a:lvl5pPr>
            <a:lvl6pPr>
              <a:defRPr sz="1050" b="0">
                <a:solidFill>
                  <a:srgbClr val="60735E"/>
                </a:solidFill>
                <a:latin typeface="Arial"/>
                <a:ea typeface="Arial"/>
                <a:cs typeface="Arial"/>
              </a:defRPr>
            </a:lvl6pPr>
            <a:lvl7pPr>
              <a:defRPr sz="1050" b="0">
                <a:solidFill>
                  <a:srgbClr val="60735E"/>
                </a:solidFill>
                <a:latin typeface="Arial"/>
                <a:ea typeface="Arial"/>
                <a:cs typeface="Arial"/>
              </a:defRPr>
            </a:lvl7pPr>
            <a:lvl8pPr>
              <a:defRPr sz="1050" b="0">
                <a:solidFill>
                  <a:srgbClr val="60735E"/>
                </a:solidFill>
                <a:latin typeface="Arial"/>
                <a:ea typeface="Arial"/>
                <a:cs typeface="Arial"/>
              </a:defRPr>
            </a:lvl8pPr>
            <a:lvl9pPr>
              <a:defRPr sz="1050" b="0">
                <a:solidFill>
                  <a:srgbClr val="60735E"/>
                </a:solidFill>
                <a:latin typeface="Arial"/>
                <a:ea typeface="Arial"/>
                <a:cs typeface="Arial"/>
              </a:defRPr>
            </a:lvl9pPr>
          </a:lstStyle>
          <a:p xmlns:a="http://schemas.openxmlformats.org/drawingml/2006/main">
            <a:pPr>
              <a:defRPr sz="1050" b="0">
                <a:solidFill>
                  <a:srgbClr val="60735E"/>
                </a:solidFill>
                <a:latin typeface="Arial"/>
                <a:ea typeface="Arial"/>
                <a:cs typeface="Arial"/>
              </a:defRPr>
            </a:pPr>
            <a:r>
              <a:rPr sz="1050" b="0">
                <a:solidFill>
                  <a:srgbClr val="60735E"/>
                </a:solidFill>
                <a:latin typeface="Arial"/>
                <a:ea typeface="Arial"/>
                <a:cs typeface="Arial"/>
              </a:rPr>
              <a:t>03 / 18</a:t>
            </a:r>
          </a:p>
        </p:txBody>
      </p:sp>
      <p:sp>
        <p:nvSpPr>
          <p:cNvPr id="6" name="entity-WARDEN">
            <a:extLst xmlns:a="http://schemas.openxmlformats.org/drawingml/2006/main">
              <a:ext uri="{FF2B5EF4-FFF2-40B4-BE49-F238E27FC236}">
                <a16:creationId xmlns:a16="http://schemas.microsoft.com/office/drawing/2014/main" id="{AEE11F82-3C33-4A8B-B0C3-6C8C3E56E153}"/>
              </a:ext>
            </a:extLst>
          </p:cNvPr>
          <p:cNvSpPr>
            <a:spLocks xmlns:a="http://schemas.openxmlformats.org/drawingml/2006/main" noGrp="1"/>
          </p:cNvSpPr>
          <p:nvPr/>
        </p:nvSpPr>
        <p:spPr>
          <a:xfrm xmlns:a="http://schemas.openxmlformats.org/drawingml/2006/main">
            <a:off x="619125" y="1952625"/>
            <a:ext cx="2428875" cy="1000125"/>
          </a:xfrm>
          <a:prstGeom xmlns:a="http://schemas.openxmlformats.org/drawingml/2006/main" prst="rect">
            <a:avLst/>
          </a:prstGeom>
          <a:solidFill xmlns:a="http://schemas.openxmlformats.org/drawingml/2006/main">
            <a:srgbClr val="FFFFFF"/>
          </a:solidFill>
          <a:ln xmlns:a="http://schemas.openxmlformats.org/drawingml/2006/main" w="14288">
            <a:solidFill>
              <a:srgbClr val="72916C"/>
            </a:solidFill>
          </a:ln>
        </p:spPr>
      </p:sp>
      <p:sp>
        <p:nvSpPr>
          <p:cNvPr id="7" name="entity-name-WARDEN">
            <a:extLst xmlns:a="http://schemas.openxmlformats.org/drawingml/2006/main">
              <a:ext uri="{FF2B5EF4-FFF2-40B4-BE49-F238E27FC236}">
                <a16:creationId xmlns:a16="http://schemas.microsoft.com/office/drawing/2014/main" id="{A15C3786-6608-4D31-9D83-DBA10825F6BF}"/>
              </a:ext>
            </a:extLst>
          </p:cNvPr>
          <p:cNvSpPr>
            <a:spLocks xmlns:a="http://schemas.openxmlformats.org/drawingml/2006/main" noGrp="1"/>
          </p:cNvSpPr>
          <p:nvPr/>
        </p:nvSpPr>
        <p:spPr>
          <a:xfrm xmlns:a="http://schemas.openxmlformats.org/drawingml/2006/main">
            <a:off x="742950" y="2047875"/>
            <a:ext cx="21812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1">
                <a:solidFill>
                  <a:srgbClr val="1F4D3B"/>
                </a:solidFill>
                <a:latin typeface="Arial"/>
                <a:ea typeface="Arial"/>
                <a:cs typeface="Arial"/>
              </a:defRPr>
            </a:defPPr>
            <a:lvl1pPr>
              <a:defRPr sz="1650" b="1">
                <a:solidFill>
                  <a:srgbClr val="1F4D3B"/>
                </a:solidFill>
                <a:latin typeface="Arial"/>
                <a:ea typeface="Arial"/>
                <a:cs typeface="Arial"/>
              </a:defRPr>
            </a:lvl1pPr>
            <a:lvl2pPr>
              <a:defRPr sz="1650" b="1">
                <a:solidFill>
                  <a:srgbClr val="1F4D3B"/>
                </a:solidFill>
                <a:latin typeface="Arial"/>
                <a:ea typeface="Arial"/>
                <a:cs typeface="Arial"/>
              </a:defRPr>
            </a:lvl2pPr>
            <a:lvl3pPr>
              <a:defRPr sz="1650" b="1">
                <a:solidFill>
                  <a:srgbClr val="1F4D3B"/>
                </a:solidFill>
                <a:latin typeface="Arial"/>
                <a:ea typeface="Arial"/>
                <a:cs typeface="Arial"/>
              </a:defRPr>
            </a:lvl3pPr>
            <a:lvl4pPr>
              <a:defRPr sz="1650" b="1">
                <a:solidFill>
                  <a:srgbClr val="1F4D3B"/>
                </a:solidFill>
                <a:latin typeface="Arial"/>
                <a:ea typeface="Arial"/>
                <a:cs typeface="Arial"/>
              </a:defRPr>
            </a:lvl4pPr>
            <a:lvl5pPr>
              <a:defRPr sz="1650" b="1">
                <a:solidFill>
                  <a:srgbClr val="1F4D3B"/>
                </a:solidFill>
                <a:latin typeface="Arial"/>
                <a:ea typeface="Arial"/>
                <a:cs typeface="Arial"/>
              </a:defRPr>
            </a:lvl5pPr>
            <a:lvl6pPr>
              <a:defRPr sz="1650" b="1">
                <a:solidFill>
                  <a:srgbClr val="1F4D3B"/>
                </a:solidFill>
                <a:latin typeface="Arial"/>
                <a:ea typeface="Arial"/>
                <a:cs typeface="Arial"/>
              </a:defRPr>
            </a:lvl6pPr>
            <a:lvl7pPr>
              <a:defRPr sz="1650" b="1">
                <a:solidFill>
                  <a:srgbClr val="1F4D3B"/>
                </a:solidFill>
                <a:latin typeface="Arial"/>
                <a:ea typeface="Arial"/>
                <a:cs typeface="Arial"/>
              </a:defRPr>
            </a:lvl7pPr>
            <a:lvl8pPr>
              <a:defRPr sz="1650" b="1">
                <a:solidFill>
                  <a:srgbClr val="1F4D3B"/>
                </a:solidFill>
                <a:latin typeface="Arial"/>
                <a:ea typeface="Arial"/>
                <a:cs typeface="Arial"/>
              </a:defRPr>
            </a:lvl8pPr>
            <a:lvl9pPr>
              <a:defRPr sz="1650" b="1">
                <a:solidFill>
                  <a:srgbClr val="1F4D3B"/>
                </a:solidFill>
                <a:latin typeface="Arial"/>
                <a:ea typeface="Arial"/>
                <a:cs typeface="Arial"/>
              </a:defRPr>
            </a:lvl9pPr>
          </a:lstStyle>
          <a:p xmlns:a="http://schemas.openxmlformats.org/drawingml/2006/main">
            <a:pPr>
              <a:defRPr sz="1650" b="1">
                <a:solidFill>
                  <a:srgbClr val="1F4D3B"/>
                </a:solidFill>
                <a:latin typeface="Arial"/>
                <a:ea typeface="Arial"/>
                <a:cs typeface="Arial"/>
              </a:defRPr>
            </a:pPr>
            <a:r>
              <a:rPr sz="1650" b="1">
                <a:solidFill>
                  <a:srgbClr val="1F4D3B"/>
                </a:solidFill>
                <a:latin typeface="Arial"/>
                <a:ea typeface="Arial"/>
                <a:cs typeface="Arial"/>
              </a:rPr>
              <a:t>WARDEN</a:t>
            </a:r>
          </a:p>
        </p:txBody>
      </p:sp>
      <p:sp>
        <p:nvSpPr>
          <p:cNvPr id="8" name="entity-fields-WARDEN">
            <a:extLst xmlns:a="http://schemas.openxmlformats.org/drawingml/2006/main">
              <a:ext uri="{FF2B5EF4-FFF2-40B4-BE49-F238E27FC236}">
                <a16:creationId xmlns:a16="http://schemas.microsoft.com/office/drawing/2014/main" id="{630674D4-2383-4B33-BF4F-98B8C4B27F20}"/>
              </a:ext>
            </a:extLst>
          </p:cNvPr>
          <p:cNvSpPr>
            <a:spLocks xmlns:a="http://schemas.openxmlformats.org/drawingml/2006/main" noGrp="1"/>
          </p:cNvSpPr>
          <p:nvPr/>
        </p:nvSpPr>
        <p:spPr>
          <a:xfrm xmlns:a="http://schemas.openxmlformats.org/drawingml/2006/main">
            <a:off x="742950" y="2409825"/>
            <a:ext cx="21812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243B2D"/>
                </a:solidFill>
                <a:latin typeface="Arial"/>
                <a:ea typeface="Arial"/>
                <a:cs typeface="Arial"/>
              </a:defRPr>
            </a:defPPr>
            <a:lvl1pPr>
              <a:defRPr sz="1500" b="0">
                <a:solidFill>
                  <a:srgbClr val="243B2D"/>
                </a:solidFill>
                <a:latin typeface="Arial"/>
                <a:ea typeface="Arial"/>
                <a:cs typeface="Arial"/>
              </a:defRPr>
            </a:lvl1pPr>
            <a:lvl2pPr>
              <a:defRPr sz="1500" b="0">
                <a:solidFill>
                  <a:srgbClr val="243B2D"/>
                </a:solidFill>
                <a:latin typeface="Arial"/>
                <a:ea typeface="Arial"/>
                <a:cs typeface="Arial"/>
              </a:defRPr>
            </a:lvl2pPr>
            <a:lvl3pPr>
              <a:defRPr sz="1500" b="0">
                <a:solidFill>
                  <a:srgbClr val="243B2D"/>
                </a:solidFill>
                <a:latin typeface="Arial"/>
                <a:ea typeface="Arial"/>
                <a:cs typeface="Arial"/>
              </a:defRPr>
            </a:lvl3pPr>
            <a:lvl4pPr>
              <a:defRPr sz="1500" b="0">
                <a:solidFill>
                  <a:srgbClr val="243B2D"/>
                </a:solidFill>
                <a:latin typeface="Arial"/>
                <a:ea typeface="Arial"/>
                <a:cs typeface="Arial"/>
              </a:defRPr>
            </a:lvl4pPr>
            <a:lvl5pPr>
              <a:defRPr sz="1500" b="0">
                <a:solidFill>
                  <a:srgbClr val="243B2D"/>
                </a:solidFill>
                <a:latin typeface="Arial"/>
                <a:ea typeface="Arial"/>
                <a:cs typeface="Arial"/>
              </a:defRPr>
            </a:lvl5pPr>
            <a:lvl6pPr>
              <a:defRPr sz="1500" b="0">
                <a:solidFill>
                  <a:srgbClr val="243B2D"/>
                </a:solidFill>
                <a:latin typeface="Arial"/>
                <a:ea typeface="Arial"/>
                <a:cs typeface="Arial"/>
              </a:defRPr>
            </a:lvl6pPr>
            <a:lvl7pPr>
              <a:defRPr sz="1500" b="0">
                <a:solidFill>
                  <a:srgbClr val="243B2D"/>
                </a:solidFill>
                <a:latin typeface="Arial"/>
                <a:ea typeface="Arial"/>
                <a:cs typeface="Arial"/>
              </a:defRPr>
            </a:lvl7pPr>
            <a:lvl8pPr>
              <a:defRPr sz="1500" b="0">
                <a:solidFill>
                  <a:srgbClr val="243B2D"/>
                </a:solidFill>
                <a:latin typeface="Arial"/>
                <a:ea typeface="Arial"/>
                <a:cs typeface="Arial"/>
              </a:defRPr>
            </a:lvl8pPr>
            <a:lvl9pPr>
              <a:defRPr sz="1500" b="0">
                <a:solidFill>
                  <a:srgbClr val="243B2D"/>
                </a:solidFill>
                <a:latin typeface="Arial"/>
                <a:ea typeface="Arial"/>
                <a:cs typeface="Arial"/>
              </a:defRPr>
            </a:lvl9pPr>
          </a:lstStyle>
          <a:p xmlns:a="http://schemas.openxmlformats.org/drawingml/2006/main">
            <a:pPr>
              <a:defRPr sz="1500" b="0">
                <a:solidFill>
                  <a:srgbClr val="243B2D"/>
                </a:solidFill>
                <a:latin typeface="Arial"/>
                <a:ea typeface="Arial"/>
                <a:cs typeface="Arial"/>
              </a:defRPr>
            </a:pPr>
            <a:r>
              <a:rPr sz="1500" b="0">
                <a:solidFill>
                  <a:srgbClr val="243B2D"/>
                </a:solidFill>
                <a:latin typeface="Arial"/>
                <a:ea typeface="Arial"/>
                <a:cs typeface="Arial"/>
              </a:rPr>
              <a:t>PK warden_id</a:t>
            </a:r>
          </a:p>
        </p:txBody>
      </p:sp>
      <p:sp>
        <p:nvSpPr>
          <p:cNvPr id="9" name="entity-HOSTEL_BLOCK">
            <a:extLst xmlns:a="http://schemas.openxmlformats.org/drawingml/2006/main">
              <a:ext uri="{FF2B5EF4-FFF2-40B4-BE49-F238E27FC236}">
                <a16:creationId xmlns:a16="http://schemas.microsoft.com/office/drawing/2014/main" id="{EA648B31-9327-4A5A-B14C-C41134DA54DE}"/>
              </a:ext>
            </a:extLst>
          </p:cNvPr>
          <p:cNvSpPr>
            <a:spLocks xmlns:a="http://schemas.openxmlformats.org/drawingml/2006/main" noGrp="1"/>
          </p:cNvSpPr>
          <p:nvPr/>
        </p:nvSpPr>
        <p:spPr>
          <a:xfrm xmlns:a="http://schemas.openxmlformats.org/drawingml/2006/main">
            <a:off x="4143375" y="1762125"/>
            <a:ext cx="3048000" cy="1476375"/>
          </a:xfrm>
          <a:prstGeom xmlns:a="http://schemas.openxmlformats.org/drawingml/2006/main" prst="rect">
            <a:avLst/>
          </a:prstGeom>
          <a:solidFill xmlns:a="http://schemas.openxmlformats.org/drawingml/2006/main">
            <a:srgbClr val="FFFFFF"/>
          </a:solidFill>
          <a:ln xmlns:a="http://schemas.openxmlformats.org/drawingml/2006/main" w="14288">
            <a:solidFill>
              <a:srgbClr val="72916C"/>
            </a:solidFill>
          </a:ln>
        </p:spPr>
      </p:sp>
      <p:sp>
        <p:nvSpPr>
          <p:cNvPr id="10" name="entity-name-HOSTEL_BLOCK">
            <a:extLst xmlns:a="http://schemas.openxmlformats.org/drawingml/2006/main">
              <a:ext uri="{FF2B5EF4-FFF2-40B4-BE49-F238E27FC236}">
                <a16:creationId xmlns:a16="http://schemas.microsoft.com/office/drawing/2014/main" id="{D69DB378-4B93-4E4E-A1F1-1B204641B333}"/>
              </a:ext>
            </a:extLst>
          </p:cNvPr>
          <p:cNvSpPr>
            <a:spLocks xmlns:a="http://schemas.openxmlformats.org/drawingml/2006/main" noGrp="1"/>
          </p:cNvSpPr>
          <p:nvPr/>
        </p:nvSpPr>
        <p:spPr>
          <a:xfrm xmlns:a="http://schemas.openxmlformats.org/drawingml/2006/main">
            <a:off x="4267200" y="1857375"/>
            <a:ext cx="2800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1">
                <a:solidFill>
                  <a:srgbClr val="1F4D3B"/>
                </a:solidFill>
                <a:latin typeface="Arial"/>
                <a:ea typeface="Arial"/>
                <a:cs typeface="Arial"/>
              </a:defRPr>
            </a:defPPr>
            <a:lvl1pPr>
              <a:defRPr sz="1650" b="1">
                <a:solidFill>
                  <a:srgbClr val="1F4D3B"/>
                </a:solidFill>
                <a:latin typeface="Arial"/>
                <a:ea typeface="Arial"/>
                <a:cs typeface="Arial"/>
              </a:defRPr>
            </a:lvl1pPr>
            <a:lvl2pPr>
              <a:defRPr sz="1650" b="1">
                <a:solidFill>
                  <a:srgbClr val="1F4D3B"/>
                </a:solidFill>
                <a:latin typeface="Arial"/>
                <a:ea typeface="Arial"/>
                <a:cs typeface="Arial"/>
              </a:defRPr>
            </a:lvl2pPr>
            <a:lvl3pPr>
              <a:defRPr sz="1650" b="1">
                <a:solidFill>
                  <a:srgbClr val="1F4D3B"/>
                </a:solidFill>
                <a:latin typeface="Arial"/>
                <a:ea typeface="Arial"/>
                <a:cs typeface="Arial"/>
              </a:defRPr>
            </a:lvl3pPr>
            <a:lvl4pPr>
              <a:defRPr sz="1650" b="1">
                <a:solidFill>
                  <a:srgbClr val="1F4D3B"/>
                </a:solidFill>
                <a:latin typeface="Arial"/>
                <a:ea typeface="Arial"/>
                <a:cs typeface="Arial"/>
              </a:defRPr>
            </a:lvl4pPr>
            <a:lvl5pPr>
              <a:defRPr sz="1650" b="1">
                <a:solidFill>
                  <a:srgbClr val="1F4D3B"/>
                </a:solidFill>
                <a:latin typeface="Arial"/>
                <a:ea typeface="Arial"/>
                <a:cs typeface="Arial"/>
              </a:defRPr>
            </a:lvl5pPr>
            <a:lvl6pPr>
              <a:defRPr sz="1650" b="1">
                <a:solidFill>
                  <a:srgbClr val="1F4D3B"/>
                </a:solidFill>
                <a:latin typeface="Arial"/>
                <a:ea typeface="Arial"/>
                <a:cs typeface="Arial"/>
              </a:defRPr>
            </a:lvl6pPr>
            <a:lvl7pPr>
              <a:defRPr sz="1650" b="1">
                <a:solidFill>
                  <a:srgbClr val="1F4D3B"/>
                </a:solidFill>
                <a:latin typeface="Arial"/>
                <a:ea typeface="Arial"/>
                <a:cs typeface="Arial"/>
              </a:defRPr>
            </a:lvl7pPr>
            <a:lvl8pPr>
              <a:defRPr sz="1650" b="1">
                <a:solidFill>
                  <a:srgbClr val="1F4D3B"/>
                </a:solidFill>
                <a:latin typeface="Arial"/>
                <a:ea typeface="Arial"/>
                <a:cs typeface="Arial"/>
              </a:defRPr>
            </a:lvl8pPr>
            <a:lvl9pPr>
              <a:defRPr sz="1650" b="1">
                <a:solidFill>
                  <a:srgbClr val="1F4D3B"/>
                </a:solidFill>
                <a:latin typeface="Arial"/>
                <a:ea typeface="Arial"/>
                <a:cs typeface="Arial"/>
              </a:defRPr>
            </a:lvl9pPr>
          </a:lstStyle>
          <a:p xmlns:a="http://schemas.openxmlformats.org/drawingml/2006/main">
            <a:pPr>
              <a:defRPr sz="1650" b="1">
                <a:solidFill>
                  <a:srgbClr val="1F4D3B"/>
                </a:solidFill>
                <a:latin typeface="Arial"/>
                <a:ea typeface="Arial"/>
                <a:cs typeface="Arial"/>
              </a:defRPr>
            </a:pPr>
            <a:r>
              <a:rPr sz="1650" b="1">
                <a:solidFill>
                  <a:srgbClr val="1F4D3B"/>
                </a:solidFill>
                <a:latin typeface="Arial"/>
                <a:ea typeface="Arial"/>
                <a:cs typeface="Arial"/>
              </a:rPr>
              <a:t>HOSTEL_BLOCK</a:t>
            </a:r>
          </a:p>
        </p:txBody>
      </p:sp>
      <p:sp>
        <p:nvSpPr>
          <p:cNvPr id="11" name="entity-fields-HOSTEL_BLOCK">
            <a:extLst xmlns:a="http://schemas.openxmlformats.org/drawingml/2006/main">
              <a:ext uri="{FF2B5EF4-FFF2-40B4-BE49-F238E27FC236}">
                <a16:creationId xmlns:a16="http://schemas.microsoft.com/office/drawing/2014/main" id="{FD26C60D-DBED-4D3B-9C96-08AE07CA5DA8}"/>
              </a:ext>
            </a:extLst>
          </p:cNvPr>
          <p:cNvSpPr>
            <a:spLocks xmlns:a="http://schemas.openxmlformats.org/drawingml/2006/main" noGrp="1"/>
          </p:cNvSpPr>
          <p:nvPr/>
        </p:nvSpPr>
        <p:spPr>
          <a:xfrm xmlns:a="http://schemas.openxmlformats.org/drawingml/2006/main">
            <a:off x="4267200" y="2219325"/>
            <a:ext cx="28003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243B2D"/>
                </a:solidFill>
                <a:latin typeface="Arial"/>
                <a:ea typeface="Arial"/>
                <a:cs typeface="Arial"/>
              </a:defRPr>
            </a:defPPr>
            <a:lvl1pPr>
              <a:defRPr sz="1500" b="0">
                <a:solidFill>
                  <a:srgbClr val="243B2D"/>
                </a:solidFill>
                <a:latin typeface="Arial"/>
                <a:ea typeface="Arial"/>
                <a:cs typeface="Arial"/>
              </a:defRPr>
            </a:lvl1pPr>
            <a:lvl2pPr>
              <a:defRPr sz="1500" b="0">
                <a:solidFill>
                  <a:srgbClr val="243B2D"/>
                </a:solidFill>
                <a:latin typeface="Arial"/>
                <a:ea typeface="Arial"/>
                <a:cs typeface="Arial"/>
              </a:defRPr>
            </a:lvl2pPr>
            <a:lvl3pPr>
              <a:defRPr sz="1500" b="0">
                <a:solidFill>
                  <a:srgbClr val="243B2D"/>
                </a:solidFill>
                <a:latin typeface="Arial"/>
                <a:ea typeface="Arial"/>
                <a:cs typeface="Arial"/>
              </a:defRPr>
            </a:lvl3pPr>
            <a:lvl4pPr>
              <a:defRPr sz="1500" b="0">
                <a:solidFill>
                  <a:srgbClr val="243B2D"/>
                </a:solidFill>
                <a:latin typeface="Arial"/>
                <a:ea typeface="Arial"/>
                <a:cs typeface="Arial"/>
              </a:defRPr>
            </a:lvl4pPr>
            <a:lvl5pPr>
              <a:defRPr sz="1500" b="0">
                <a:solidFill>
                  <a:srgbClr val="243B2D"/>
                </a:solidFill>
                <a:latin typeface="Arial"/>
                <a:ea typeface="Arial"/>
                <a:cs typeface="Arial"/>
              </a:defRPr>
            </a:lvl5pPr>
            <a:lvl6pPr>
              <a:defRPr sz="1500" b="0">
                <a:solidFill>
                  <a:srgbClr val="243B2D"/>
                </a:solidFill>
                <a:latin typeface="Arial"/>
                <a:ea typeface="Arial"/>
                <a:cs typeface="Arial"/>
              </a:defRPr>
            </a:lvl6pPr>
            <a:lvl7pPr>
              <a:defRPr sz="1500" b="0">
                <a:solidFill>
                  <a:srgbClr val="243B2D"/>
                </a:solidFill>
                <a:latin typeface="Arial"/>
                <a:ea typeface="Arial"/>
                <a:cs typeface="Arial"/>
              </a:defRPr>
            </a:lvl7pPr>
            <a:lvl8pPr>
              <a:defRPr sz="1500" b="0">
                <a:solidFill>
                  <a:srgbClr val="243B2D"/>
                </a:solidFill>
                <a:latin typeface="Arial"/>
                <a:ea typeface="Arial"/>
                <a:cs typeface="Arial"/>
              </a:defRPr>
            </a:lvl8pPr>
            <a:lvl9pPr>
              <a:defRPr sz="1500" b="0">
                <a:solidFill>
                  <a:srgbClr val="243B2D"/>
                </a:solidFill>
                <a:latin typeface="Arial"/>
                <a:ea typeface="Arial"/>
                <a:cs typeface="Arial"/>
              </a:defRPr>
            </a:lvl9pPr>
          </a:lstStyle>
          <a:p xmlns:a="http://schemas.openxmlformats.org/drawingml/2006/main">
            <a:pPr>
              <a:defRPr sz="1500" b="0">
                <a:solidFill>
                  <a:srgbClr val="243B2D"/>
                </a:solidFill>
                <a:latin typeface="Arial"/>
                <a:ea typeface="Arial"/>
                <a:cs typeface="Arial"/>
              </a:defRPr>
            </a:pPr>
            <a:r>
              <a:rPr sz="1500" b="0">
                <a:solidFill>
                  <a:srgbClr val="243B2D"/>
                </a:solidFill>
                <a:latin typeface="Arial"/>
                <a:ea typeface="Arial"/>
                <a:cs typeface="Arial"/>
              </a:rPr>
              <a:t>PK block_id</a:t>
            </a:r>
          </a:p>
          <a:p xmlns:a="http://schemas.openxmlformats.org/drawingml/2006/main">
            <a:pPr>
              <a:defRPr sz="1500" b="0">
                <a:solidFill>
                  <a:srgbClr val="243B2D"/>
                </a:solidFill>
                <a:latin typeface="Arial"/>
                <a:ea typeface="Arial"/>
                <a:cs typeface="Arial"/>
              </a:defRPr>
            </a:pPr>
            <a:r>
              <a:rPr sz="1500" b="0">
                <a:solidFill>
                  <a:srgbClr val="243B2D"/>
                </a:solidFill>
                <a:latin typeface="Arial"/>
                <a:ea typeface="Arial"/>
                <a:cs typeface="Arial"/>
              </a:rPr>
              <a:t>FK/UQ warden_id (nullable)</a:t>
            </a:r>
          </a:p>
          <a:p xmlns:a="http://schemas.openxmlformats.org/drawingml/2006/main">
            <a:pPr>
              <a:defRPr sz="1500" b="0">
                <a:solidFill>
                  <a:srgbClr val="243B2D"/>
                </a:solidFill>
                <a:latin typeface="Arial"/>
                <a:ea typeface="Arial"/>
                <a:cs typeface="Arial"/>
              </a:defRPr>
            </a:pPr>
            <a:r>
              <a:rPr sz="1500" b="0">
                <a:solidFill>
                  <a:srgbClr val="243B2D"/>
                </a:solidFill>
                <a:latin typeface="Arial"/>
                <a:ea typeface="Arial"/>
                <a:cs typeface="Arial"/>
              </a:rPr>
              <a:t>block_name, gender_type</a:t>
            </a:r>
          </a:p>
        </p:txBody>
      </p:sp>
      <p:sp>
        <p:nvSpPr>
          <p:cNvPr id="12" name="entity-ROOM">
            <a:extLst xmlns:a="http://schemas.openxmlformats.org/drawingml/2006/main">
              <a:ext uri="{FF2B5EF4-FFF2-40B4-BE49-F238E27FC236}">
                <a16:creationId xmlns:a16="http://schemas.microsoft.com/office/drawing/2014/main" id="{EFDA252E-1328-4365-98DB-783E2BAEC356}"/>
              </a:ext>
            </a:extLst>
          </p:cNvPr>
          <p:cNvSpPr>
            <a:spLocks xmlns:a="http://schemas.openxmlformats.org/drawingml/2006/main" noGrp="1"/>
          </p:cNvSpPr>
          <p:nvPr/>
        </p:nvSpPr>
        <p:spPr>
          <a:xfrm xmlns:a="http://schemas.openxmlformats.org/drawingml/2006/main">
            <a:off x="8667750" y="1762125"/>
            <a:ext cx="2905125" cy="1476375"/>
          </a:xfrm>
          <a:prstGeom xmlns:a="http://schemas.openxmlformats.org/drawingml/2006/main" prst="rect">
            <a:avLst/>
          </a:prstGeom>
          <a:solidFill xmlns:a="http://schemas.openxmlformats.org/drawingml/2006/main">
            <a:srgbClr val="FFFFFF"/>
          </a:solidFill>
          <a:ln xmlns:a="http://schemas.openxmlformats.org/drawingml/2006/main" w="14288">
            <a:solidFill>
              <a:srgbClr val="72916C"/>
            </a:solidFill>
          </a:ln>
        </p:spPr>
      </p:sp>
      <p:sp>
        <p:nvSpPr>
          <p:cNvPr id="13" name="entity-name-ROOM">
            <a:extLst xmlns:a="http://schemas.openxmlformats.org/drawingml/2006/main">
              <a:ext uri="{FF2B5EF4-FFF2-40B4-BE49-F238E27FC236}">
                <a16:creationId xmlns:a16="http://schemas.microsoft.com/office/drawing/2014/main" id="{7C7954ED-F75E-498B-9450-F491D8AA6F96}"/>
              </a:ext>
            </a:extLst>
          </p:cNvPr>
          <p:cNvSpPr>
            <a:spLocks xmlns:a="http://schemas.openxmlformats.org/drawingml/2006/main" noGrp="1"/>
          </p:cNvSpPr>
          <p:nvPr/>
        </p:nvSpPr>
        <p:spPr>
          <a:xfrm xmlns:a="http://schemas.openxmlformats.org/drawingml/2006/main">
            <a:off x="8791575" y="1857375"/>
            <a:ext cx="26574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1">
                <a:solidFill>
                  <a:srgbClr val="1F4D3B"/>
                </a:solidFill>
                <a:latin typeface="Arial"/>
                <a:ea typeface="Arial"/>
                <a:cs typeface="Arial"/>
              </a:defRPr>
            </a:defPPr>
            <a:lvl1pPr>
              <a:defRPr sz="1650" b="1">
                <a:solidFill>
                  <a:srgbClr val="1F4D3B"/>
                </a:solidFill>
                <a:latin typeface="Arial"/>
                <a:ea typeface="Arial"/>
                <a:cs typeface="Arial"/>
              </a:defRPr>
            </a:lvl1pPr>
            <a:lvl2pPr>
              <a:defRPr sz="1650" b="1">
                <a:solidFill>
                  <a:srgbClr val="1F4D3B"/>
                </a:solidFill>
                <a:latin typeface="Arial"/>
                <a:ea typeface="Arial"/>
                <a:cs typeface="Arial"/>
              </a:defRPr>
            </a:lvl2pPr>
            <a:lvl3pPr>
              <a:defRPr sz="1650" b="1">
                <a:solidFill>
                  <a:srgbClr val="1F4D3B"/>
                </a:solidFill>
                <a:latin typeface="Arial"/>
                <a:ea typeface="Arial"/>
                <a:cs typeface="Arial"/>
              </a:defRPr>
            </a:lvl3pPr>
            <a:lvl4pPr>
              <a:defRPr sz="1650" b="1">
                <a:solidFill>
                  <a:srgbClr val="1F4D3B"/>
                </a:solidFill>
                <a:latin typeface="Arial"/>
                <a:ea typeface="Arial"/>
                <a:cs typeface="Arial"/>
              </a:defRPr>
            </a:lvl4pPr>
            <a:lvl5pPr>
              <a:defRPr sz="1650" b="1">
                <a:solidFill>
                  <a:srgbClr val="1F4D3B"/>
                </a:solidFill>
                <a:latin typeface="Arial"/>
                <a:ea typeface="Arial"/>
                <a:cs typeface="Arial"/>
              </a:defRPr>
            </a:lvl5pPr>
            <a:lvl6pPr>
              <a:defRPr sz="1650" b="1">
                <a:solidFill>
                  <a:srgbClr val="1F4D3B"/>
                </a:solidFill>
                <a:latin typeface="Arial"/>
                <a:ea typeface="Arial"/>
                <a:cs typeface="Arial"/>
              </a:defRPr>
            </a:lvl6pPr>
            <a:lvl7pPr>
              <a:defRPr sz="1650" b="1">
                <a:solidFill>
                  <a:srgbClr val="1F4D3B"/>
                </a:solidFill>
                <a:latin typeface="Arial"/>
                <a:ea typeface="Arial"/>
                <a:cs typeface="Arial"/>
              </a:defRPr>
            </a:lvl7pPr>
            <a:lvl8pPr>
              <a:defRPr sz="1650" b="1">
                <a:solidFill>
                  <a:srgbClr val="1F4D3B"/>
                </a:solidFill>
                <a:latin typeface="Arial"/>
                <a:ea typeface="Arial"/>
                <a:cs typeface="Arial"/>
              </a:defRPr>
            </a:lvl8pPr>
            <a:lvl9pPr>
              <a:defRPr sz="1650" b="1">
                <a:solidFill>
                  <a:srgbClr val="1F4D3B"/>
                </a:solidFill>
                <a:latin typeface="Arial"/>
                <a:ea typeface="Arial"/>
                <a:cs typeface="Arial"/>
              </a:defRPr>
            </a:lvl9pPr>
          </a:lstStyle>
          <a:p xmlns:a="http://schemas.openxmlformats.org/drawingml/2006/main">
            <a:pPr>
              <a:defRPr sz="1650" b="1">
                <a:solidFill>
                  <a:srgbClr val="1F4D3B"/>
                </a:solidFill>
                <a:latin typeface="Arial"/>
                <a:ea typeface="Arial"/>
                <a:cs typeface="Arial"/>
              </a:defRPr>
            </a:pPr>
            <a:r>
              <a:rPr sz="1650" b="1">
                <a:solidFill>
                  <a:srgbClr val="1F4D3B"/>
                </a:solidFill>
                <a:latin typeface="Arial"/>
                <a:ea typeface="Arial"/>
                <a:cs typeface="Arial"/>
              </a:rPr>
              <a:t>ROOM</a:t>
            </a:r>
          </a:p>
        </p:txBody>
      </p:sp>
      <p:sp>
        <p:nvSpPr>
          <p:cNvPr id="14" name="entity-fields-ROOM">
            <a:extLst xmlns:a="http://schemas.openxmlformats.org/drawingml/2006/main">
              <a:ext uri="{FF2B5EF4-FFF2-40B4-BE49-F238E27FC236}">
                <a16:creationId xmlns:a16="http://schemas.microsoft.com/office/drawing/2014/main" id="{D7987E34-3675-4863-833F-C0C26CE64BF5}"/>
              </a:ext>
            </a:extLst>
          </p:cNvPr>
          <p:cNvSpPr>
            <a:spLocks xmlns:a="http://schemas.openxmlformats.org/drawingml/2006/main" noGrp="1"/>
          </p:cNvSpPr>
          <p:nvPr/>
        </p:nvSpPr>
        <p:spPr>
          <a:xfrm xmlns:a="http://schemas.openxmlformats.org/drawingml/2006/main">
            <a:off x="8791575" y="2219325"/>
            <a:ext cx="26574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243B2D"/>
                </a:solidFill>
                <a:latin typeface="Arial"/>
                <a:ea typeface="Arial"/>
                <a:cs typeface="Arial"/>
              </a:defRPr>
            </a:defPPr>
            <a:lvl1pPr>
              <a:defRPr sz="1500" b="0">
                <a:solidFill>
                  <a:srgbClr val="243B2D"/>
                </a:solidFill>
                <a:latin typeface="Arial"/>
                <a:ea typeface="Arial"/>
                <a:cs typeface="Arial"/>
              </a:defRPr>
            </a:lvl1pPr>
            <a:lvl2pPr>
              <a:defRPr sz="1500" b="0">
                <a:solidFill>
                  <a:srgbClr val="243B2D"/>
                </a:solidFill>
                <a:latin typeface="Arial"/>
                <a:ea typeface="Arial"/>
                <a:cs typeface="Arial"/>
              </a:defRPr>
            </a:lvl2pPr>
            <a:lvl3pPr>
              <a:defRPr sz="1500" b="0">
                <a:solidFill>
                  <a:srgbClr val="243B2D"/>
                </a:solidFill>
                <a:latin typeface="Arial"/>
                <a:ea typeface="Arial"/>
                <a:cs typeface="Arial"/>
              </a:defRPr>
            </a:lvl3pPr>
            <a:lvl4pPr>
              <a:defRPr sz="1500" b="0">
                <a:solidFill>
                  <a:srgbClr val="243B2D"/>
                </a:solidFill>
                <a:latin typeface="Arial"/>
                <a:ea typeface="Arial"/>
                <a:cs typeface="Arial"/>
              </a:defRPr>
            </a:lvl4pPr>
            <a:lvl5pPr>
              <a:defRPr sz="1500" b="0">
                <a:solidFill>
                  <a:srgbClr val="243B2D"/>
                </a:solidFill>
                <a:latin typeface="Arial"/>
                <a:ea typeface="Arial"/>
                <a:cs typeface="Arial"/>
              </a:defRPr>
            </a:lvl5pPr>
            <a:lvl6pPr>
              <a:defRPr sz="1500" b="0">
                <a:solidFill>
                  <a:srgbClr val="243B2D"/>
                </a:solidFill>
                <a:latin typeface="Arial"/>
                <a:ea typeface="Arial"/>
                <a:cs typeface="Arial"/>
              </a:defRPr>
            </a:lvl6pPr>
            <a:lvl7pPr>
              <a:defRPr sz="1500" b="0">
                <a:solidFill>
                  <a:srgbClr val="243B2D"/>
                </a:solidFill>
                <a:latin typeface="Arial"/>
                <a:ea typeface="Arial"/>
                <a:cs typeface="Arial"/>
              </a:defRPr>
            </a:lvl7pPr>
            <a:lvl8pPr>
              <a:defRPr sz="1500" b="0">
                <a:solidFill>
                  <a:srgbClr val="243B2D"/>
                </a:solidFill>
                <a:latin typeface="Arial"/>
                <a:ea typeface="Arial"/>
                <a:cs typeface="Arial"/>
              </a:defRPr>
            </a:lvl8pPr>
            <a:lvl9pPr>
              <a:defRPr sz="1500" b="0">
                <a:solidFill>
                  <a:srgbClr val="243B2D"/>
                </a:solidFill>
                <a:latin typeface="Arial"/>
                <a:ea typeface="Arial"/>
                <a:cs typeface="Arial"/>
              </a:defRPr>
            </a:lvl9pPr>
          </a:lstStyle>
          <a:p xmlns:a="http://schemas.openxmlformats.org/drawingml/2006/main">
            <a:pPr>
              <a:defRPr sz="1500" b="0">
                <a:solidFill>
                  <a:srgbClr val="243B2D"/>
                </a:solidFill>
                <a:latin typeface="Arial"/>
                <a:ea typeface="Arial"/>
                <a:cs typeface="Arial"/>
              </a:defRPr>
            </a:pPr>
            <a:r>
              <a:rPr sz="1500" b="0">
                <a:solidFill>
                  <a:srgbClr val="243B2D"/>
                </a:solidFill>
                <a:latin typeface="Arial"/>
                <a:ea typeface="Arial"/>
                <a:cs typeface="Arial"/>
              </a:rPr>
              <a:t>PK room_id</a:t>
            </a:r>
          </a:p>
          <a:p xmlns:a="http://schemas.openxmlformats.org/drawingml/2006/main">
            <a:pPr>
              <a:defRPr sz="1500" b="0">
                <a:solidFill>
                  <a:srgbClr val="243B2D"/>
                </a:solidFill>
                <a:latin typeface="Arial"/>
                <a:ea typeface="Arial"/>
                <a:cs typeface="Arial"/>
              </a:defRPr>
            </a:pPr>
            <a:r>
              <a:rPr sz="1500" b="0">
                <a:solidFill>
                  <a:srgbClr val="243B2D"/>
                </a:solidFill>
                <a:latin typeface="Arial"/>
                <a:ea typeface="Arial"/>
                <a:cs typeface="Arial"/>
              </a:rPr>
              <a:t>FK block_id, type_code</a:t>
            </a:r>
          </a:p>
          <a:p xmlns:a="http://schemas.openxmlformats.org/drawingml/2006/main">
            <a:pPr>
              <a:defRPr sz="1500" b="0">
                <a:solidFill>
                  <a:srgbClr val="243B2D"/>
                </a:solidFill>
                <a:latin typeface="Arial"/>
                <a:ea typeface="Arial"/>
                <a:cs typeface="Arial"/>
              </a:defRPr>
            </a:pPr>
            <a:r>
              <a:rPr sz="1500" b="0">
                <a:solidFill>
                  <a:srgbClr val="243B2D"/>
                </a:solidFill>
                <a:latin typeface="Arial"/>
                <a:ea typeface="Arial"/>
                <a:cs typeface="Arial"/>
              </a:rPr>
              <a:t>UQ (block_id, room_number)</a:t>
            </a:r>
          </a:p>
        </p:txBody>
      </p:sp>
      <p:sp>
        <p:nvSpPr>
          <p:cNvPr id="15" name="entity-STUDENT">
            <a:extLst xmlns:a="http://schemas.openxmlformats.org/drawingml/2006/main">
              <a:ext uri="{FF2B5EF4-FFF2-40B4-BE49-F238E27FC236}">
                <a16:creationId xmlns:a16="http://schemas.microsoft.com/office/drawing/2014/main" id="{CCBDE691-4063-4B36-9A18-9DA8DD7054D2}"/>
              </a:ext>
            </a:extLst>
          </p:cNvPr>
          <p:cNvSpPr>
            <a:spLocks xmlns:a="http://schemas.openxmlformats.org/drawingml/2006/main" noGrp="1"/>
          </p:cNvSpPr>
          <p:nvPr/>
        </p:nvSpPr>
        <p:spPr>
          <a:xfrm xmlns:a="http://schemas.openxmlformats.org/drawingml/2006/main">
            <a:off x="619125" y="4762500"/>
            <a:ext cx="2428875" cy="1095375"/>
          </a:xfrm>
          <a:prstGeom xmlns:a="http://schemas.openxmlformats.org/drawingml/2006/main" prst="rect">
            <a:avLst/>
          </a:prstGeom>
          <a:solidFill xmlns:a="http://schemas.openxmlformats.org/drawingml/2006/main">
            <a:srgbClr val="FFFFFF"/>
          </a:solidFill>
          <a:ln xmlns:a="http://schemas.openxmlformats.org/drawingml/2006/main" w="14288">
            <a:solidFill>
              <a:srgbClr val="72916C"/>
            </a:solidFill>
          </a:ln>
        </p:spPr>
      </p:sp>
      <p:sp>
        <p:nvSpPr>
          <p:cNvPr id="16" name="entity-name-STUDENT">
            <a:extLst xmlns:a="http://schemas.openxmlformats.org/drawingml/2006/main">
              <a:ext uri="{FF2B5EF4-FFF2-40B4-BE49-F238E27FC236}">
                <a16:creationId xmlns:a16="http://schemas.microsoft.com/office/drawing/2014/main" id="{306791BB-6A51-4700-960C-169BA2C543D6}"/>
              </a:ext>
            </a:extLst>
          </p:cNvPr>
          <p:cNvSpPr>
            <a:spLocks xmlns:a="http://schemas.openxmlformats.org/drawingml/2006/main" noGrp="1"/>
          </p:cNvSpPr>
          <p:nvPr/>
        </p:nvSpPr>
        <p:spPr>
          <a:xfrm xmlns:a="http://schemas.openxmlformats.org/drawingml/2006/main">
            <a:off x="742950" y="4857750"/>
            <a:ext cx="21812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1">
                <a:solidFill>
                  <a:srgbClr val="1F4D3B"/>
                </a:solidFill>
                <a:latin typeface="Arial"/>
                <a:ea typeface="Arial"/>
                <a:cs typeface="Arial"/>
              </a:defRPr>
            </a:defPPr>
            <a:lvl1pPr>
              <a:defRPr sz="1650" b="1">
                <a:solidFill>
                  <a:srgbClr val="1F4D3B"/>
                </a:solidFill>
                <a:latin typeface="Arial"/>
                <a:ea typeface="Arial"/>
                <a:cs typeface="Arial"/>
              </a:defRPr>
            </a:lvl1pPr>
            <a:lvl2pPr>
              <a:defRPr sz="1650" b="1">
                <a:solidFill>
                  <a:srgbClr val="1F4D3B"/>
                </a:solidFill>
                <a:latin typeface="Arial"/>
                <a:ea typeface="Arial"/>
                <a:cs typeface="Arial"/>
              </a:defRPr>
            </a:lvl2pPr>
            <a:lvl3pPr>
              <a:defRPr sz="1650" b="1">
                <a:solidFill>
                  <a:srgbClr val="1F4D3B"/>
                </a:solidFill>
                <a:latin typeface="Arial"/>
                <a:ea typeface="Arial"/>
                <a:cs typeface="Arial"/>
              </a:defRPr>
            </a:lvl3pPr>
            <a:lvl4pPr>
              <a:defRPr sz="1650" b="1">
                <a:solidFill>
                  <a:srgbClr val="1F4D3B"/>
                </a:solidFill>
                <a:latin typeface="Arial"/>
                <a:ea typeface="Arial"/>
                <a:cs typeface="Arial"/>
              </a:defRPr>
            </a:lvl4pPr>
            <a:lvl5pPr>
              <a:defRPr sz="1650" b="1">
                <a:solidFill>
                  <a:srgbClr val="1F4D3B"/>
                </a:solidFill>
                <a:latin typeface="Arial"/>
                <a:ea typeface="Arial"/>
                <a:cs typeface="Arial"/>
              </a:defRPr>
            </a:lvl5pPr>
            <a:lvl6pPr>
              <a:defRPr sz="1650" b="1">
                <a:solidFill>
                  <a:srgbClr val="1F4D3B"/>
                </a:solidFill>
                <a:latin typeface="Arial"/>
                <a:ea typeface="Arial"/>
                <a:cs typeface="Arial"/>
              </a:defRPr>
            </a:lvl6pPr>
            <a:lvl7pPr>
              <a:defRPr sz="1650" b="1">
                <a:solidFill>
                  <a:srgbClr val="1F4D3B"/>
                </a:solidFill>
                <a:latin typeface="Arial"/>
                <a:ea typeface="Arial"/>
                <a:cs typeface="Arial"/>
              </a:defRPr>
            </a:lvl7pPr>
            <a:lvl8pPr>
              <a:defRPr sz="1650" b="1">
                <a:solidFill>
                  <a:srgbClr val="1F4D3B"/>
                </a:solidFill>
                <a:latin typeface="Arial"/>
                <a:ea typeface="Arial"/>
                <a:cs typeface="Arial"/>
              </a:defRPr>
            </a:lvl8pPr>
            <a:lvl9pPr>
              <a:defRPr sz="1650" b="1">
                <a:solidFill>
                  <a:srgbClr val="1F4D3B"/>
                </a:solidFill>
                <a:latin typeface="Arial"/>
                <a:ea typeface="Arial"/>
                <a:cs typeface="Arial"/>
              </a:defRPr>
            </a:lvl9pPr>
          </a:lstStyle>
          <a:p xmlns:a="http://schemas.openxmlformats.org/drawingml/2006/main">
            <a:pPr>
              <a:defRPr sz="1650" b="1">
                <a:solidFill>
                  <a:srgbClr val="1F4D3B"/>
                </a:solidFill>
                <a:latin typeface="Arial"/>
                <a:ea typeface="Arial"/>
                <a:cs typeface="Arial"/>
              </a:defRPr>
            </a:pPr>
            <a:r>
              <a:rPr sz="1650" b="1">
                <a:solidFill>
                  <a:srgbClr val="1F4D3B"/>
                </a:solidFill>
                <a:latin typeface="Arial"/>
                <a:ea typeface="Arial"/>
                <a:cs typeface="Arial"/>
              </a:rPr>
              <a:t>STUDENT</a:t>
            </a:r>
          </a:p>
        </p:txBody>
      </p:sp>
      <p:sp>
        <p:nvSpPr>
          <p:cNvPr id="17" name="entity-fields-STUDENT">
            <a:extLst xmlns:a="http://schemas.openxmlformats.org/drawingml/2006/main">
              <a:ext uri="{FF2B5EF4-FFF2-40B4-BE49-F238E27FC236}">
                <a16:creationId xmlns:a16="http://schemas.microsoft.com/office/drawing/2014/main" id="{06B25D34-49A1-4CAD-B10B-EBBE791EC42C}"/>
              </a:ext>
            </a:extLst>
          </p:cNvPr>
          <p:cNvSpPr>
            <a:spLocks xmlns:a="http://schemas.openxmlformats.org/drawingml/2006/main" noGrp="1"/>
          </p:cNvSpPr>
          <p:nvPr/>
        </p:nvSpPr>
        <p:spPr>
          <a:xfrm xmlns:a="http://schemas.openxmlformats.org/drawingml/2006/main">
            <a:off x="742950" y="5219700"/>
            <a:ext cx="21812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243B2D"/>
                </a:solidFill>
                <a:latin typeface="Arial"/>
                <a:ea typeface="Arial"/>
                <a:cs typeface="Arial"/>
              </a:defRPr>
            </a:defPPr>
            <a:lvl1pPr>
              <a:defRPr sz="1500" b="0">
                <a:solidFill>
                  <a:srgbClr val="243B2D"/>
                </a:solidFill>
                <a:latin typeface="Arial"/>
                <a:ea typeface="Arial"/>
                <a:cs typeface="Arial"/>
              </a:defRPr>
            </a:lvl1pPr>
            <a:lvl2pPr>
              <a:defRPr sz="1500" b="0">
                <a:solidFill>
                  <a:srgbClr val="243B2D"/>
                </a:solidFill>
                <a:latin typeface="Arial"/>
                <a:ea typeface="Arial"/>
                <a:cs typeface="Arial"/>
              </a:defRPr>
            </a:lvl2pPr>
            <a:lvl3pPr>
              <a:defRPr sz="1500" b="0">
                <a:solidFill>
                  <a:srgbClr val="243B2D"/>
                </a:solidFill>
                <a:latin typeface="Arial"/>
                <a:ea typeface="Arial"/>
                <a:cs typeface="Arial"/>
              </a:defRPr>
            </a:lvl3pPr>
            <a:lvl4pPr>
              <a:defRPr sz="1500" b="0">
                <a:solidFill>
                  <a:srgbClr val="243B2D"/>
                </a:solidFill>
                <a:latin typeface="Arial"/>
                <a:ea typeface="Arial"/>
                <a:cs typeface="Arial"/>
              </a:defRPr>
            </a:lvl4pPr>
            <a:lvl5pPr>
              <a:defRPr sz="1500" b="0">
                <a:solidFill>
                  <a:srgbClr val="243B2D"/>
                </a:solidFill>
                <a:latin typeface="Arial"/>
                <a:ea typeface="Arial"/>
                <a:cs typeface="Arial"/>
              </a:defRPr>
            </a:lvl5pPr>
            <a:lvl6pPr>
              <a:defRPr sz="1500" b="0">
                <a:solidFill>
                  <a:srgbClr val="243B2D"/>
                </a:solidFill>
                <a:latin typeface="Arial"/>
                <a:ea typeface="Arial"/>
                <a:cs typeface="Arial"/>
              </a:defRPr>
            </a:lvl6pPr>
            <a:lvl7pPr>
              <a:defRPr sz="1500" b="0">
                <a:solidFill>
                  <a:srgbClr val="243B2D"/>
                </a:solidFill>
                <a:latin typeface="Arial"/>
                <a:ea typeface="Arial"/>
                <a:cs typeface="Arial"/>
              </a:defRPr>
            </a:lvl7pPr>
            <a:lvl8pPr>
              <a:defRPr sz="1500" b="0">
                <a:solidFill>
                  <a:srgbClr val="243B2D"/>
                </a:solidFill>
                <a:latin typeface="Arial"/>
                <a:ea typeface="Arial"/>
                <a:cs typeface="Arial"/>
              </a:defRPr>
            </a:lvl8pPr>
            <a:lvl9pPr>
              <a:defRPr sz="1500" b="0">
                <a:solidFill>
                  <a:srgbClr val="243B2D"/>
                </a:solidFill>
                <a:latin typeface="Arial"/>
                <a:ea typeface="Arial"/>
                <a:cs typeface="Arial"/>
              </a:defRPr>
            </a:lvl9pPr>
          </a:lstStyle>
          <a:p xmlns:a="http://schemas.openxmlformats.org/drawingml/2006/main">
            <a:pPr>
              <a:defRPr sz="1500" b="0">
                <a:solidFill>
                  <a:srgbClr val="243B2D"/>
                </a:solidFill>
                <a:latin typeface="Arial"/>
                <a:ea typeface="Arial"/>
                <a:cs typeface="Arial"/>
              </a:defRPr>
            </a:pPr>
            <a:r>
              <a:rPr sz="1500" b="0">
                <a:solidFill>
                  <a:srgbClr val="243B2D"/>
                </a:solidFill>
                <a:latin typeface="Arial"/>
                <a:ea typeface="Arial"/>
                <a:cs typeface="Arial"/>
              </a:rPr>
              <a:t>PK student_id</a:t>
            </a:r>
          </a:p>
          <a:p xmlns:a="http://schemas.openxmlformats.org/drawingml/2006/main">
            <a:pPr>
              <a:defRPr sz="1500" b="0">
                <a:solidFill>
                  <a:srgbClr val="243B2D"/>
                </a:solidFill>
                <a:latin typeface="Arial"/>
                <a:ea typeface="Arial"/>
                <a:cs typeface="Arial"/>
              </a:defRPr>
            </a:pPr>
            <a:r>
              <a:rPr sz="1500" b="0">
                <a:solidFill>
                  <a:srgbClr val="243B2D"/>
                </a:solidFill>
                <a:latin typeface="Arial"/>
                <a:ea typeface="Arial"/>
                <a:cs typeface="Arial"/>
              </a:rPr>
              <a:t>UQ reg_no</a:t>
            </a:r>
          </a:p>
        </p:txBody>
      </p:sp>
      <p:sp>
        <p:nvSpPr>
          <p:cNvPr id="18" name="entity-ROOM_ALLOCATION">
            <a:extLst xmlns:a="http://schemas.openxmlformats.org/drawingml/2006/main">
              <a:ext uri="{FF2B5EF4-FFF2-40B4-BE49-F238E27FC236}">
                <a16:creationId xmlns:a16="http://schemas.microsoft.com/office/drawing/2014/main" id="{62981862-5103-4372-B2DB-45DBFB6F2D10}"/>
              </a:ext>
            </a:extLst>
          </p:cNvPr>
          <p:cNvSpPr>
            <a:spLocks xmlns:a="http://schemas.openxmlformats.org/drawingml/2006/main" noGrp="1"/>
          </p:cNvSpPr>
          <p:nvPr/>
        </p:nvSpPr>
        <p:spPr>
          <a:xfrm xmlns:a="http://schemas.openxmlformats.org/drawingml/2006/main">
            <a:off x="4143375" y="4572000"/>
            <a:ext cx="3048000" cy="1476375"/>
          </a:xfrm>
          <a:prstGeom xmlns:a="http://schemas.openxmlformats.org/drawingml/2006/main" prst="rect">
            <a:avLst/>
          </a:prstGeom>
          <a:solidFill xmlns:a="http://schemas.openxmlformats.org/drawingml/2006/main">
            <a:srgbClr val="FFFFFF"/>
          </a:solidFill>
          <a:ln xmlns:a="http://schemas.openxmlformats.org/drawingml/2006/main" w="14288">
            <a:solidFill>
              <a:srgbClr val="72916C"/>
            </a:solidFill>
          </a:ln>
        </p:spPr>
      </p:sp>
      <p:sp>
        <p:nvSpPr>
          <p:cNvPr id="19" name="entity-name-ROOM_ALLOCATION">
            <a:extLst xmlns:a="http://schemas.openxmlformats.org/drawingml/2006/main">
              <a:ext uri="{FF2B5EF4-FFF2-40B4-BE49-F238E27FC236}">
                <a16:creationId xmlns:a16="http://schemas.microsoft.com/office/drawing/2014/main" id="{0E3B6ED0-8579-4129-9A65-618C082E73EB}"/>
              </a:ext>
            </a:extLst>
          </p:cNvPr>
          <p:cNvSpPr>
            <a:spLocks xmlns:a="http://schemas.openxmlformats.org/drawingml/2006/main" noGrp="1"/>
          </p:cNvSpPr>
          <p:nvPr/>
        </p:nvSpPr>
        <p:spPr>
          <a:xfrm xmlns:a="http://schemas.openxmlformats.org/drawingml/2006/main">
            <a:off x="4267200" y="4667250"/>
            <a:ext cx="2800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1">
                <a:solidFill>
                  <a:srgbClr val="1F4D3B"/>
                </a:solidFill>
                <a:latin typeface="Arial"/>
                <a:ea typeface="Arial"/>
                <a:cs typeface="Arial"/>
              </a:defRPr>
            </a:defPPr>
            <a:lvl1pPr>
              <a:defRPr sz="1650" b="1">
                <a:solidFill>
                  <a:srgbClr val="1F4D3B"/>
                </a:solidFill>
                <a:latin typeface="Arial"/>
                <a:ea typeface="Arial"/>
                <a:cs typeface="Arial"/>
              </a:defRPr>
            </a:lvl1pPr>
            <a:lvl2pPr>
              <a:defRPr sz="1650" b="1">
                <a:solidFill>
                  <a:srgbClr val="1F4D3B"/>
                </a:solidFill>
                <a:latin typeface="Arial"/>
                <a:ea typeface="Arial"/>
                <a:cs typeface="Arial"/>
              </a:defRPr>
            </a:lvl2pPr>
            <a:lvl3pPr>
              <a:defRPr sz="1650" b="1">
                <a:solidFill>
                  <a:srgbClr val="1F4D3B"/>
                </a:solidFill>
                <a:latin typeface="Arial"/>
                <a:ea typeface="Arial"/>
                <a:cs typeface="Arial"/>
              </a:defRPr>
            </a:lvl3pPr>
            <a:lvl4pPr>
              <a:defRPr sz="1650" b="1">
                <a:solidFill>
                  <a:srgbClr val="1F4D3B"/>
                </a:solidFill>
                <a:latin typeface="Arial"/>
                <a:ea typeface="Arial"/>
                <a:cs typeface="Arial"/>
              </a:defRPr>
            </a:lvl4pPr>
            <a:lvl5pPr>
              <a:defRPr sz="1650" b="1">
                <a:solidFill>
                  <a:srgbClr val="1F4D3B"/>
                </a:solidFill>
                <a:latin typeface="Arial"/>
                <a:ea typeface="Arial"/>
                <a:cs typeface="Arial"/>
              </a:defRPr>
            </a:lvl5pPr>
            <a:lvl6pPr>
              <a:defRPr sz="1650" b="1">
                <a:solidFill>
                  <a:srgbClr val="1F4D3B"/>
                </a:solidFill>
                <a:latin typeface="Arial"/>
                <a:ea typeface="Arial"/>
                <a:cs typeface="Arial"/>
              </a:defRPr>
            </a:lvl6pPr>
            <a:lvl7pPr>
              <a:defRPr sz="1650" b="1">
                <a:solidFill>
                  <a:srgbClr val="1F4D3B"/>
                </a:solidFill>
                <a:latin typeface="Arial"/>
                <a:ea typeface="Arial"/>
                <a:cs typeface="Arial"/>
              </a:defRPr>
            </a:lvl7pPr>
            <a:lvl8pPr>
              <a:defRPr sz="1650" b="1">
                <a:solidFill>
                  <a:srgbClr val="1F4D3B"/>
                </a:solidFill>
                <a:latin typeface="Arial"/>
                <a:ea typeface="Arial"/>
                <a:cs typeface="Arial"/>
              </a:defRPr>
            </a:lvl8pPr>
            <a:lvl9pPr>
              <a:defRPr sz="1650" b="1">
                <a:solidFill>
                  <a:srgbClr val="1F4D3B"/>
                </a:solidFill>
                <a:latin typeface="Arial"/>
                <a:ea typeface="Arial"/>
                <a:cs typeface="Arial"/>
              </a:defRPr>
            </a:lvl9pPr>
          </a:lstStyle>
          <a:p xmlns:a="http://schemas.openxmlformats.org/drawingml/2006/main">
            <a:pPr>
              <a:defRPr sz="1650" b="1">
                <a:solidFill>
                  <a:srgbClr val="1F4D3B"/>
                </a:solidFill>
                <a:latin typeface="Arial"/>
                <a:ea typeface="Arial"/>
                <a:cs typeface="Arial"/>
              </a:defRPr>
            </a:pPr>
            <a:r>
              <a:rPr sz="1650" b="1">
                <a:solidFill>
                  <a:srgbClr val="1F4D3B"/>
                </a:solidFill>
                <a:latin typeface="Arial"/>
                <a:ea typeface="Arial"/>
                <a:cs typeface="Arial"/>
              </a:rPr>
              <a:t>ROOM_ALLOCATION</a:t>
            </a:r>
          </a:p>
        </p:txBody>
      </p:sp>
      <p:sp>
        <p:nvSpPr>
          <p:cNvPr id="20" name="entity-fields-ROOM_ALLOCATION">
            <a:extLst xmlns:a="http://schemas.openxmlformats.org/drawingml/2006/main">
              <a:ext uri="{FF2B5EF4-FFF2-40B4-BE49-F238E27FC236}">
                <a16:creationId xmlns:a16="http://schemas.microsoft.com/office/drawing/2014/main" id="{54688B19-4EE5-4556-BEEC-001096C71A1D}"/>
              </a:ext>
            </a:extLst>
          </p:cNvPr>
          <p:cNvSpPr>
            <a:spLocks xmlns:a="http://schemas.openxmlformats.org/drawingml/2006/main" noGrp="1"/>
          </p:cNvSpPr>
          <p:nvPr/>
        </p:nvSpPr>
        <p:spPr>
          <a:xfrm xmlns:a="http://schemas.openxmlformats.org/drawingml/2006/main">
            <a:off x="4267200" y="5029200"/>
            <a:ext cx="28003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243B2D"/>
                </a:solidFill>
                <a:latin typeface="Arial"/>
                <a:ea typeface="Arial"/>
                <a:cs typeface="Arial"/>
              </a:defRPr>
            </a:defPPr>
            <a:lvl1pPr>
              <a:defRPr sz="1500" b="0">
                <a:solidFill>
                  <a:srgbClr val="243B2D"/>
                </a:solidFill>
                <a:latin typeface="Arial"/>
                <a:ea typeface="Arial"/>
                <a:cs typeface="Arial"/>
              </a:defRPr>
            </a:lvl1pPr>
            <a:lvl2pPr>
              <a:defRPr sz="1500" b="0">
                <a:solidFill>
                  <a:srgbClr val="243B2D"/>
                </a:solidFill>
                <a:latin typeface="Arial"/>
                <a:ea typeface="Arial"/>
                <a:cs typeface="Arial"/>
              </a:defRPr>
            </a:lvl2pPr>
            <a:lvl3pPr>
              <a:defRPr sz="1500" b="0">
                <a:solidFill>
                  <a:srgbClr val="243B2D"/>
                </a:solidFill>
                <a:latin typeface="Arial"/>
                <a:ea typeface="Arial"/>
                <a:cs typeface="Arial"/>
              </a:defRPr>
            </a:lvl3pPr>
            <a:lvl4pPr>
              <a:defRPr sz="1500" b="0">
                <a:solidFill>
                  <a:srgbClr val="243B2D"/>
                </a:solidFill>
                <a:latin typeface="Arial"/>
                <a:ea typeface="Arial"/>
                <a:cs typeface="Arial"/>
              </a:defRPr>
            </a:lvl4pPr>
            <a:lvl5pPr>
              <a:defRPr sz="1500" b="0">
                <a:solidFill>
                  <a:srgbClr val="243B2D"/>
                </a:solidFill>
                <a:latin typeface="Arial"/>
                <a:ea typeface="Arial"/>
                <a:cs typeface="Arial"/>
              </a:defRPr>
            </a:lvl5pPr>
            <a:lvl6pPr>
              <a:defRPr sz="1500" b="0">
                <a:solidFill>
                  <a:srgbClr val="243B2D"/>
                </a:solidFill>
                <a:latin typeface="Arial"/>
                <a:ea typeface="Arial"/>
                <a:cs typeface="Arial"/>
              </a:defRPr>
            </a:lvl6pPr>
            <a:lvl7pPr>
              <a:defRPr sz="1500" b="0">
                <a:solidFill>
                  <a:srgbClr val="243B2D"/>
                </a:solidFill>
                <a:latin typeface="Arial"/>
                <a:ea typeface="Arial"/>
                <a:cs typeface="Arial"/>
              </a:defRPr>
            </a:lvl7pPr>
            <a:lvl8pPr>
              <a:defRPr sz="1500" b="0">
                <a:solidFill>
                  <a:srgbClr val="243B2D"/>
                </a:solidFill>
                <a:latin typeface="Arial"/>
                <a:ea typeface="Arial"/>
                <a:cs typeface="Arial"/>
              </a:defRPr>
            </a:lvl8pPr>
            <a:lvl9pPr>
              <a:defRPr sz="1500" b="0">
                <a:solidFill>
                  <a:srgbClr val="243B2D"/>
                </a:solidFill>
                <a:latin typeface="Arial"/>
                <a:ea typeface="Arial"/>
                <a:cs typeface="Arial"/>
              </a:defRPr>
            </a:lvl9pPr>
          </a:lstStyle>
          <a:p xmlns:a="http://schemas.openxmlformats.org/drawingml/2006/main">
            <a:pPr>
              <a:defRPr sz="1500" b="0">
                <a:solidFill>
                  <a:srgbClr val="243B2D"/>
                </a:solidFill>
                <a:latin typeface="Arial"/>
                <a:ea typeface="Arial"/>
                <a:cs typeface="Arial"/>
              </a:defRPr>
            </a:pPr>
            <a:r>
              <a:rPr sz="1500" b="0">
                <a:solidFill>
                  <a:srgbClr val="243B2D"/>
                </a:solidFill>
                <a:latin typeface="Arial"/>
                <a:ea typeface="Arial"/>
                <a:cs typeface="Arial"/>
              </a:rPr>
              <a:t>PK allocation_id</a:t>
            </a:r>
          </a:p>
          <a:p xmlns:a="http://schemas.openxmlformats.org/drawingml/2006/main">
            <a:pPr>
              <a:defRPr sz="1500" b="0">
                <a:solidFill>
                  <a:srgbClr val="243B2D"/>
                </a:solidFill>
                <a:latin typeface="Arial"/>
                <a:ea typeface="Arial"/>
                <a:cs typeface="Arial"/>
              </a:defRPr>
            </a:pPr>
            <a:r>
              <a:rPr sz="1500" b="0">
                <a:solidFill>
                  <a:srgbClr val="243B2D"/>
                </a:solidFill>
                <a:latin typeface="Arial"/>
                <a:ea typeface="Arial"/>
                <a:cs typeface="Arial"/>
              </a:rPr>
              <a:t>FK student_id, room_id</a:t>
            </a:r>
          </a:p>
          <a:p xmlns:a="http://schemas.openxmlformats.org/drawingml/2006/main">
            <a:pPr>
              <a:defRPr sz="1500" b="0">
                <a:solidFill>
                  <a:srgbClr val="243B2D"/>
                </a:solidFill>
                <a:latin typeface="Arial"/>
                <a:ea typeface="Arial"/>
                <a:cs typeface="Arial"/>
              </a:defRPr>
            </a:pPr>
            <a:r>
              <a:rPr sz="1500" b="0">
                <a:solidFill>
                  <a:srgbClr val="243B2D"/>
                </a:solidFill>
                <a:latin typeface="Arial"/>
                <a:ea typeface="Arial"/>
                <a:cs typeface="Arial"/>
              </a:rPr>
              <a:t>academic_year, status</a:t>
            </a:r>
          </a:p>
        </p:txBody>
      </p:sp>
      <p:sp>
        <p:nvSpPr>
          <p:cNvPr id="21" name="entity-ROOM_TYPE">
            <a:extLst xmlns:a="http://schemas.openxmlformats.org/drawingml/2006/main">
              <a:ext uri="{FF2B5EF4-FFF2-40B4-BE49-F238E27FC236}">
                <a16:creationId xmlns:a16="http://schemas.microsoft.com/office/drawing/2014/main" id="{7D9ECA6A-35FF-4C8F-9148-6FE8C3CB91BF}"/>
              </a:ext>
            </a:extLst>
          </p:cNvPr>
          <p:cNvSpPr>
            <a:spLocks xmlns:a="http://schemas.openxmlformats.org/drawingml/2006/main" noGrp="1"/>
          </p:cNvSpPr>
          <p:nvPr/>
        </p:nvSpPr>
        <p:spPr>
          <a:xfrm xmlns:a="http://schemas.openxmlformats.org/drawingml/2006/main">
            <a:off x="8667750" y="4762500"/>
            <a:ext cx="2905125" cy="1095375"/>
          </a:xfrm>
          <a:prstGeom xmlns:a="http://schemas.openxmlformats.org/drawingml/2006/main" prst="rect">
            <a:avLst/>
          </a:prstGeom>
          <a:solidFill xmlns:a="http://schemas.openxmlformats.org/drawingml/2006/main">
            <a:srgbClr val="FFFFFF"/>
          </a:solidFill>
          <a:ln xmlns:a="http://schemas.openxmlformats.org/drawingml/2006/main" w="14288">
            <a:solidFill>
              <a:srgbClr val="72916C"/>
            </a:solidFill>
          </a:ln>
        </p:spPr>
      </p:sp>
      <p:sp>
        <p:nvSpPr>
          <p:cNvPr id="22" name="entity-name-ROOM_TYPE">
            <a:extLst xmlns:a="http://schemas.openxmlformats.org/drawingml/2006/main">
              <a:ext uri="{FF2B5EF4-FFF2-40B4-BE49-F238E27FC236}">
                <a16:creationId xmlns:a16="http://schemas.microsoft.com/office/drawing/2014/main" id="{7931F23A-6146-462D-A30B-0C15A1045CE9}"/>
              </a:ext>
            </a:extLst>
          </p:cNvPr>
          <p:cNvSpPr>
            <a:spLocks xmlns:a="http://schemas.openxmlformats.org/drawingml/2006/main" noGrp="1"/>
          </p:cNvSpPr>
          <p:nvPr/>
        </p:nvSpPr>
        <p:spPr>
          <a:xfrm xmlns:a="http://schemas.openxmlformats.org/drawingml/2006/main">
            <a:off x="8791575" y="4857750"/>
            <a:ext cx="26574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1">
                <a:solidFill>
                  <a:srgbClr val="1F4D3B"/>
                </a:solidFill>
                <a:latin typeface="Arial"/>
                <a:ea typeface="Arial"/>
                <a:cs typeface="Arial"/>
              </a:defRPr>
            </a:defPPr>
            <a:lvl1pPr>
              <a:defRPr sz="1650" b="1">
                <a:solidFill>
                  <a:srgbClr val="1F4D3B"/>
                </a:solidFill>
                <a:latin typeface="Arial"/>
                <a:ea typeface="Arial"/>
                <a:cs typeface="Arial"/>
              </a:defRPr>
            </a:lvl1pPr>
            <a:lvl2pPr>
              <a:defRPr sz="1650" b="1">
                <a:solidFill>
                  <a:srgbClr val="1F4D3B"/>
                </a:solidFill>
                <a:latin typeface="Arial"/>
                <a:ea typeface="Arial"/>
                <a:cs typeface="Arial"/>
              </a:defRPr>
            </a:lvl2pPr>
            <a:lvl3pPr>
              <a:defRPr sz="1650" b="1">
                <a:solidFill>
                  <a:srgbClr val="1F4D3B"/>
                </a:solidFill>
                <a:latin typeface="Arial"/>
                <a:ea typeface="Arial"/>
                <a:cs typeface="Arial"/>
              </a:defRPr>
            </a:lvl3pPr>
            <a:lvl4pPr>
              <a:defRPr sz="1650" b="1">
                <a:solidFill>
                  <a:srgbClr val="1F4D3B"/>
                </a:solidFill>
                <a:latin typeface="Arial"/>
                <a:ea typeface="Arial"/>
                <a:cs typeface="Arial"/>
              </a:defRPr>
            </a:lvl4pPr>
            <a:lvl5pPr>
              <a:defRPr sz="1650" b="1">
                <a:solidFill>
                  <a:srgbClr val="1F4D3B"/>
                </a:solidFill>
                <a:latin typeface="Arial"/>
                <a:ea typeface="Arial"/>
                <a:cs typeface="Arial"/>
              </a:defRPr>
            </a:lvl5pPr>
            <a:lvl6pPr>
              <a:defRPr sz="1650" b="1">
                <a:solidFill>
                  <a:srgbClr val="1F4D3B"/>
                </a:solidFill>
                <a:latin typeface="Arial"/>
                <a:ea typeface="Arial"/>
                <a:cs typeface="Arial"/>
              </a:defRPr>
            </a:lvl6pPr>
            <a:lvl7pPr>
              <a:defRPr sz="1650" b="1">
                <a:solidFill>
                  <a:srgbClr val="1F4D3B"/>
                </a:solidFill>
                <a:latin typeface="Arial"/>
                <a:ea typeface="Arial"/>
                <a:cs typeface="Arial"/>
              </a:defRPr>
            </a:lvl7pPr>
            <a:lvl8pPr>
              <a:defRPr sz="1650" b="1">
                <a:solidFill>
                  <a:srgbClr val="1F4D3B"/>
                </a:solidFill>
                <a:latin typeface="Arial"/>
                <a:ea typeface="Arial"/>
                <a:cs typeface="Arial"/>
              </a:defRPr>
            </a:lvl8pPr>
            <a:lvl9pPr>
              <a:defRPr sz="1650" b="1">
                <a:solidFill>
                  <a:srgbClr val="1F4D3B"/>
                </a:solidFill>
                <a:latin typeface="Arial"/>
                <a:ea typeface="Arial"/>
                <a:cs typeface="Arial"/>
              </a:defRPr>
            </a:lvl9pPr>
          </a:lstStyle>
          <a:p xmlns:a="http://schemas.openxmlformats.org/drawingml/2006/main">
            <a:pPr>
              <a:defRPr sz="1650" b="1">
                <a:solidFill>
                  <a:srgbClr val="1F4D3B"/>
                </a:solidFill>
                <a:latin typeface="Arial"/>
                <a:ea typeface="Arial"/>
                <a:cs typeface="Arial"/>
              </a:defRPr>
            </a:pPr>
            <a:r>
              <a:rPr sz="1650" b="1">
                <a:solidFill>
                  <a:srgbClr val="1F4D3B"/>
                </a:solidFill>
                <a:latin typeface="Arial"/>
                <a:ea typeface="Arial"/>
                <a:cs typeface="Arial"/>
              </a:rPr>
              <a:t>ROOM_TYPE</a:t>
            </a:r>
          </a:p>
        </p:txBody>
      </p:sp>
      <p:sp>
        <p:nvSpPr>
          <p:cNvPr id="23" name="entity-fields-ROOM_TYPE">
            <a:extLst xmlns:a="http://schemas.openxmlformats.org/drawingml/2006/main">
              <a:ext uri="{FF2B5EF4-FFF2-40B4-BE49-F238E27FC236}">
                <a16:creationId xmlns:a16="http://schemas.microsoft.com/office/drawing/2014/main" id="{51815FBF-A1F9-4B0D-96EA-B8FEF6AB263D}"/>
              </a:ext>
            </a:extLst>
          </p:cNvPr>
          <p:cNvSpPr>
            <a:spLocks xmlns:a="http://schemas.openxmlformats.org/drawingml/2006/main" noGrp="1"/>
          </p:cNvSpPr>
          <p:nvPr/>
        </p:nvSpPr>
        <p:spPr>
          <a:xfrm xmlns:a="http://schemas.openxmlformats.org/drawingml/2006/main">
            <a:off x="8791575" y="5219700"/>
            <a:ext cx="26574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243B2D"/>
                </a:solidFill>
                <a:latin typeface="Arial"/>
                <a:ea typeface="Arial"/>
                <a:cs typeface="Arial"/>
              </a:defRPr>
            </a:defPPr>
            <a:lvl1pPr>
              <a:defRPr sz="1500" b="0">
                <a:solidFill>
                  <a:srgbClr val="243B2D"/>
                </a:solidFill>
                <a:latin typeface="Arial"/>
                <a:ea typeface="Arial"/>
                <a:cs typeface="Arial"/>
              </a:defRPr>
            </a:lvl1pPr>
            <a:lvl2pPr>
              <a:defRPr sz="1500" b="0">
                <a:solidFill>
                  <a:srgbClr val="243B2D"/>
                </a:solidFill>
                <a:latin typeface="Arial"/>
                <a:ea typeface="Arial"/>
                <a:cs typeface="Arial"/>
              </a:defRPr>
            </a:lvl2pPr>
            <a:lvl3pPr>
              <a:defRPr sz="1500" b="0">
                <a:solidFill>
                  <a:srgbClr val="243B2D"/>
                </a:solidFill>
                <a:latin typeface="Arial"/>
                <a:ea typeface="Arial"/>
                <a:cs typeface="Arial"/>
              </a:defRPr>
            </a:lvl3pPr>
            <a:lvl4pPr>
              <a:defRPr sz="1500" b="0">
                <a:solidFill>
                  <a:srgbClr val="243B2D"/>
                </a:solidFill>
                <a:latin typeface="Arial"/>
                <a:ea typeface="Arial"/>
                <a:cs typeface="Arial"/>
              </a:defRPr>
            </a:lvl4pPr>
            <a:lvl5pPr>
              <a:defRPr sz="1500" b="0">
                <a:solidFill>
                  <a:srgbClr val="243B2D"/>
                </a:solidFill>
                <a:latin typeface="Arial"/>
                <a:ea typeface="Arial"/>
                <a:cs typeface="Arial"/>
              </a:defRPr>
            </a:lvl5pPr>
            <a:lvl6pPr>
              <a:defRPr sz="1500" b="0">
                <a:solidFill>
                  <a:srgbClr val="243B2D"/>
                </a:solidFill>
                <a:latin typeface="Arial"/>
                <a:ea typeface="Arial"/>
                <a:cs typeface="Arial"/>
              </a:defRPr>
            </a:lvl6pPr>
            <a:lvl7pPr>
              <a:defRPr sz="1500" b="0">
                <a:solidFill>
                  <a:srgbClr val="243B2D"/>
                </a:solidFill>
                <a:latin typeface="Arial"/>
                <a:ea typeface="Arial"/>
                <a:cs typeface="Arial"/>
              </a:defRPr>
            </a:lvl7pPr>
            <a:lvl8pPr>
              <a:defRPr sz="1500" b="0">
                <a:solidFill>
                  <a:srgbClr val="243B2D"/>
                </a:solidFill>
                <a:latin typeface="Arial"/>
                <a:ea typeface="Arial"/>
                <a:cs typeface="Arial"/>
              </a:defRPr>
            </a:lvl8pPr>
            <a:lvl9pPr>
              <a:defRPr sz="1500" b="0">
                <a:solidFill>
                  <a:srgbClr val="243B2D"/>
                </a:solidFill>
                <a:latin typeface="Arial"/>
                <a:ea typeface="Arial"/>
                <a:cs typeface="Arial"/>
              </a:defRPr>
            </a:lvl9pPr>
          </a:lstStyle>
          <a:p xmlns:a="http://schemas.openxmlformats.org/drawingml/2006/main">
            <a:pPr>
              <a:defRPr sz="1500" b="0">
                <a:solidFill>
                  <a:srgbClr val="243B2D"/>
                </a:solidFill>
                <a:latin typeface="Arial"/>
                <a:ea typeface="Arial"/>
                <a:cs typeface="Arial"/>
              </a:defRPr>
            </a:pPr>
            <a:r>
              <a:rPr sz="1500" b="0">
                <a:solidFill>
                  <a:srgbClr val="243B2D"/>
                </a:solidFill>
                <a:latin typeface="Arial"/>
                <a:ea typeface="Arial"/>
                <a:cs typeface="Arial"/>
              </a:rPr>
              <a:t>PK type_code</a:t>
            </a:r>
          </a:p>
          <a:p xmlns:a="http://schemas.openxmlformats.org/drawingml/2006/main">
            <a:pPr>
              <a:defRPr sz="1500" b="0">
                <a:solidFill>
                  <a:srgbClr val="243B2D"/>
                </a:solidFill>
                <a:latin typeface="Arial"/>
                <a:ea typeface="Arial"/>
                <a:cs typeface="Arial"/>
              </a:defRPr>
            </a:pPr>
            <a:r>
              <a:rPr sz="1500" b="0">
                <a:solidFill>
                  <a:srgbClr val="243B2D"/>
                </a:solidFill>
                <a:latin typeface="Arial"/>
                <a:ea typeface="Arial"/>
                <a:cs typeface="Arial"/>
              </a:rPr>
              <a:t>capacity, annual_fee</a:t>
            </a:r>
          </a:p>
        </p:txBody>
      </p:sp>
      <p:cxnSp>
        <p:nvCxnSpPr>
          <p:cNvPr id="24" name="">
            <a:extLst xmlns:a="http://schemas.openxmlformats.org/drawingml/2006/main">
              <a:ext uri="{FF2B5EF4-FFF2-40B4-BE49-F238E27FC236}">
                <a16:creationId xmlns:a16="http://schemas.microsoft.com/office/drawing/2014/main" id="{5B859484-E4F9-4311-8846-7E48C7A34B91}"/>
              </a:ext>
            </a:extLst>
          </p:cNvPr>
          <p:cNvCxnSpPr/>
          <p:nvPr/>
        </p:nvCxnSpPr>
        <p:spPr>
          <a:xfrm xmlns:a="http://schemas.openxmlformats.org/drawingml/2006/main" flipH="0" flipV="0">
            <a:off x="3048000" y="2428875"/>
            <a:ext cx="1095375" cy="0"/>
          </a:xfrm>
          <a:prstGeom xmlns:a="http://schemas.openxmlformats.org/drawingml/2006/main" prst="straightConnector1">
            <a:avLst/>
          </a:prstGeom>
          <a:ln xmlns:a="http://schemas.openxmlformats.org/drawingml/2006/main" w="19050">
            <a:solidFill>
              <a:srgbClr val="789272"/>
            </a:solidFill>
          </a:ln>
        </p:spPr>
      </p:cxnSp>
      <p:sp>
        <p:nvSpPr>
          <p:cNvPr id="25" name="text">
            <a:extLst xmlns:a="http://schemas.openxmlformats.org/drawingml/2006/main">
              <a:ext uri="{FF2B5EF4-FFF2-40B4-BE49-F238E27FC236}">
                <a16:creationId xmlns:a16="http://schemas.microsoft.com/office/drawing/2014/main" id="{C46134FE-64A2-4EF8-8E43-747876E631F0}"/>
              </a:ext>
            </a:extLst>
          </p:cNvPr>
          <p:cNvSpPr>
            <a:spLocks xmlns:a="http://schemas.openxmlformats.org/drawingml/2006/main" noGrp="1"/>
          </p:cNvSpPr>
          <p:nvPr/>
        </p:nvSpPr>
        <p:spPr>
          <a:xfrm xmlns:a="http://schemas.openxmlformats.org/drawingml/2006/main">
            <a:off x="3105150" y="2047875"/>
            <a:ext cx="1238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1">
                <a:solidFill>
                  <a:srgbClr val="60735E"/>
                </a:solidFill>
                <a:latin typeface="Arial"/>
                <a:ea typeface="Arial"/>
                <a:cs typeface="Arial"/>
              </a:defRPr>
            </a:defPPr>
            <a:lvl1pPr>
              <a:defRPr sz="1350" b="1">
                <a:solidFill>
                  <a:srgbClr val="60735E"/>
                </a:solidFill>
                <a:latin typeface="Arial"/>
                <a:ea typeface="Arial"/>
                <a:cs typeface="Arial"/>
              </a:defRPr>
            </a:lvl1pPr>
            <a:lvl2pPr>
              <a:defRPr sz="1350" b="1">
                <a:solidFill>
                  <a:srgbClr val="60735E"/>
                </a:solidFill>
                <a:latin typeface="Arial"/>
                <a:ea typeface="Arial"/>
                <a:cs typeface="Arial"/>
              </a:defRPr>
            </a:lvl2pPr>
            <a:lvl3pPr>
              <a:defRPr sz="1350" b="1">
                <a:solidFill>
                  <a:srgbClr val="60735E"/>
                </a:solidFill>
                <a:latin typeface="Arial"/>
                <a:ea typeface="Arial"/>
                <a:cs typeface="Arial"/>
              </a:defRPr>
            </a:lvl3pPr>
            <a:lvl4pPr>
              <a:defRPr sz="1350" b="1">
                <a:solidFill>
                  <a:srgbClr val="60735E"/>
                </a:solidFill>
                <a:latin typeface="Arial"/>
                <a:ea typeface="Arial"/>
                <a:cs typeface="Arial"/>
              </a:defRPr>
            </a:lvl4pPr>
            <a:lvl5pPr>
              <a:defRPr sz="1350" b="1">
                <a:solidFill>
                  <a:srgbClr val="60735E"/>
                </a:solidFill>
                <a:latin typeface="Arial"/>
                <a:ea typeface="Arial"/>
                <a:cs typeface="Arial"/>
              </a:defRPr>
            </a:lvl5pPr>
            <a:lvl6pPr>
              <a:defRPr sz="1350" b="1">
                <a:solidFill>
                  <a:srgbClr val="60735E"/>
                </a:solidFill>
                <a:latin typeface="Arial"/>
                <a:ea typeface="Arial"/>
                <a:cs typeface="Arial"/>
              </a:defRPr>
            </a:lvl6pPr>
            <a:lvl7pPr>
              <a:defRPr sz="1350" b="1">
                <a:solidFill>
                  <a:srgbClr val="60735E"/>
                </a:solidFill>
                <a:latin typeface="Arial"/>
                <a:ea typeface="Arial"/>
                <a:cs typeface="Arial"/>
              </a:defRPr>
            </a:lvl7pPr>
            <a:lvl8pPr>
              <a:defRPr sz="1350" b="1">
                <a:solidFill>
                  <a:srgbClr val="60735E"/>
                </a:solidFill>
                <a:latin typeface="Arial"/>
                <a:ea typeface="Arial"/>
                <a:cs typeface="Arial"/>
              </a:defRPr>
            </a:lvl8pPr>
            <a:lvl9pPr>
              <a:defRPr sz="1350" b="1">
                <a:solidFill>
                  <a:srgbClr val="60735E"/>
                </a:solidFill>
                <a:latin typeface="Arial"/>
                <a:ea typeface="Arial"/>
                <a:cs typeface="Arial"/>
              </a:defRPr>
            </a:lvl9pPr>
          </a:lstStyle>
          <a:p xmlns:a="http://schemas.openxmlformats.org/drawingml/2006/main">
            <a:pPr>
              <a:defRPr sz="1350" b="1">
                <a:solidFill>
                  <a:srgbClr val="60735E"/>
                </a:solidFill>
                <a:latin typeface="Arial"/>
                <a:ea typeface="Arial"/>
                <a:cs typeface="Arial"/>
              </a:defRPr>
            </a:pPr>
            <a:r>
              <a:rPr sz="1350" b="1">
                <a:solidFill>
                  <a:srgbClr val="60735E"/>
                </a:solidFill>
                <a:latin typeface="Arial"/>
                <a:ea typeface="Arial"/>
                <a:cs typeface="Arial"/>
              </a:rPr>
              <a:t>0..1 : 0..1</a:t>
            </a:r>
          </a:p>
        </p:txBody>
      </p:sp>
      <p:cxnSp>
        <p:nvCxnSpPr>
          <p:cNvPr id="26" name="">
            <a:extLst xmlns:a="http://schemas.openxmlformats.org/drawingml/2006/main">
              <a:ext uri="{FF2B5EF4-FFF2-40B4-BE49-F238E27FC236}">
                <a16:creationId xmlns:a16="http://schemas.microsoft.com/office/drawing/2014/main" id="{1547152A-2820-4F85-96A8-7281BB457234}"/>
              </a:ext>
            </a:extLst>
          </p:cNvPr>
          <p:cNvCxnSpPr/>
          <p:nvPr/>
        </p:nvCxnSpPr>
        <p:spPr>
          <a:xfrm xmlns:a="http://schemas.openxmlformats.org/drawingml/2006/main" flipH="0" flipV="0">
            <a:off x="7191375" y="2476500"/>
            <a:ext cx="1476375" cy="0"/>
          </a:xfrm>
          <a:prstGeom xmlns:a="http://schemas.openxmlformats.org/drawingml/2006/main" prst="straightConnector1">
            <a:avLst/>
          </a:prstGeom>
          <a:ln xmlns:a="http://schemas.openxmlformats.org/drawingml/2006/main" w="19050">
            <a:solidFill>
              <a:srgbClr val="789272"/>
            </a:solidFill>
          </a:ln>
        </p:spPr>
      </p:cxnSp>
      <p:sp>
        <p:nvSpPr>
          <p:cNvPr id="27" name="text">
            <a:extLst xmlns:a="http://schemas.openxmlformats.org/drawingml/2006/main">
              <a:ext uri="{FF2B5EF4-FFF2-40B4-BE49-F238E27FC236}">
                <a16:creationId xmlns:a16="http://schemas.microsoft.com/office/drawing/2014/main" id="{6B9911E8-873B-4EA1-B012-EFCAE6FBEA72}"/>
              </a:ext>
            </a:extLst>
          </p:cNvPr>
          <p:cNvSpPr>
            <a:spLocks xmlns:a="http://schemas.openxmlformats.org/drawingml/2006/main" noGrp="1"/>
          </p:cNvSpPr>
          <p:nvPr/>
        </p:nvSpPr>
        <p:spPr>
          <a:xfrm xmlns:a="http://schemas.openxmlformats.org/drawingml/2006/main">
            <a:off x="7639050" y="2095500"/>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1">
                <a:solidFill>
                  <a:srgbClr val="60735E"/>
                </a:solidFill>
                <a:latin typeface="Arial"/>
                <a:ea typeface="Arial"/>
                <a:cs typeface="Arial"/>
              </a:defRPr>
            </a:defPPr>
            <a:lvl1pPr>
              <a:defRPr sz="1350" b="1">
                <a:solidFill>
                  <a:srgbClr val="60735E"/>
                </a:solidFill>
                <a:latin typeface="Arial"/>
                <a:ea typeface="Arial"/>
                <a:cs typeface="Arial"/>
              </a:defRPr>
            </a:lvl1pPr>
            <a:lvl2pPr>
              <a:defRPr sz="1350" b="1">
                <a:solidFill>
                  <a:srgbClr val="60735E"/>
                </a:solidFill>
                <a:latin typeface="Arial"/>
                <a:ea typeface="Arial"/>
                <a:cs typeface="Arial"/>
              </a:defRPr>
            </a:lvl2pPr>
            <a:lvl3pPr>
              <a:defRPr sz="1350" b="1">
                <a:solidFill>
                  <a:srgbClr val="60735E"/>
                </a:solidFill>
                <a:latin typeface="Arial"/>
                <a:ea typeface="Arial"/>
                <a:cs typeface="Arial"/>
              </a:defRPr>
            </a:lvl3pPr>
            <a:lvl4pPr>
              <a:defRPr sz="1350" b="1">
                <a:solidFill>
                  <a:srgbClr val="60735E"/>
                </a:solidFill>
                <a:latin typeface="Arial"/>
                <a:ea typeface="Arial"/>
                <a:cs typeface="Arial"/>
              </a:defRPr>
            </a:lvl4pPr>
            <a:lvl5pPr>
              <a:defRPr sz="1350" b="1">
                <a:solidFill>
                  <a:srgbClr val="60735E"/>
                </a:solidFill>
                <a:latin typeface="Arial"/>
                <a:ea typeface="Arial"/>
                <a:cs typeface="Arial"/>
              </a:defRPr>
            </a:lvl5pPr>
            <a:lvl6pPr>
              <a:defRPr sz="1350" b="1">
                <a:solidFill>
                  <a:srgbClr val="60735E"/>
                </a:solidFill>
                <a:latin typeface="Arial"/>
                <a:ea typeface="Arial"/>
                <a:cs typeface="Arial"/>
              </a:defRPr>
            </a:lvl6pPr>
            <a:lvl7pPr>
              <a:defRPr sz="1350" b="1">
                <a:solidFill>
                  <a:srgbClr val="60735E"/>
                </a:solidFill>
                <a:latin typeface="Arial"/>
                <a:ea typeface="Arial"/>
                <a:cs typeface="Arial"/>
              </a:defRPr>
            </a:lvl7pPr>
            <a:lvl8pPr>
              <a:defRPr sz="1350" b="1">
                <a:solidFill>
                  <a:srgbClr val="60735E"/>
                </a:solidFill>
                <a:latin typeface="Arial"/>
                <a:ea typeface="Arial"/>
                <a:cs typeface="Arial"/>
              </a:defRPr>
            </a:lvl8pPr>
            <a:lvl9pPr>
              <a:defRPr sz="1350" b="1">
                <a:solidFill>
                  <a:srgbClr val="60735E"/>
                </a:solidFill>
                <a:latin typeface="Arial"/>
                <a:ea typeface="Arial"/>
                <a:cs typeface="Arial"/>
              </a:defRPr>
            </a:lvl9pPr>
          </a:lstStyle>
          <a:p xmlns:a="http://schemas.openxmlformats.org/drawingml/2006/main">
            <a:pPr>
              <a:defRPr sz="1350" b="1">
                <a:solidFill>
                  <a:srgbClr val="60735E"/>
                </a:solidFill>
                <a:latin typeface="Arial"/>
                <a:ea typeface="Arial"/>
                <a:cs typeface="Arial"/>
              </a:defRPr>
            </a:pPr>
            <a:r>
              <a:rPr sz="1350" b="1">
                <a:solidFill>
                  <a:srgbClr val="60735E"/>
                </a:solidFill>
                <a:latin typeface="Arial"/>
                <a:ea typeface="Arial"/>
                <a:cs typeface="Arial"/>
              </a:rPr>
              <a:t>1 : N</a:t>
            </a:r>
          </a:p>
        </p:txBody>
      </p:sp>
      <p:cxnSp>
        <p:nvCxnSpPr>
          <p:cNvPr id="28" name="">
            <a:extLst xmlns:a="http://schemas.openxmlformats.org/drawingml/2006/main">
              <a:ext uri="{FF2B5EF4-FFF2-40B4-BE49-F238E27FC236}">
                <a16:creationId xmlns:a16="http://schemas.microsoft.com/office/drawing/2014/main" id="{FD5B8DCC-1151-4001-AE30-BDBB74551B31}"/>
              </a:ext>
            </a:extLst>
          </p:cNvPr>
          <p:cNvCxnSpPr/>
          <p:nvPr/>
        </p:nvCxnSpPr>
        <p:spPr>
          <a:xfrm xmlns:a="http://schemas.openxmlformats.org/drawingml/2006/main" flipH="0" flipV="0">
            <a:off x="3048000" y="5286375"/>
            <a:ext cx="1095375" cy="0"/>
          </a:xfrm>
          <a:prstGeom xmlns:a="http://schemas.openxmlformats.org/drawingml/2006/main" prst="straightConnector1">
            <a:avLst/>
          </a:prstGeom>
          <a:ln xmlns:a="http://schemas.openxmlformats.org/drawingml/2006/main" w="19050">
            <a:solidFill>
              <a:srgbClr val="789272"/>
            </a:solidFill>
          </a:ln>
        </p:spPr>
      </p:cxnSp>
      <p:sp>
        <p:nvSpPr>
          <p:cNvPr id="29" name="text">
            <a:extLst xmlns:a="http://schemas.openxmlformats.org/drawingml/2006/main">
              <a:ext uri="{FF2B5EF4-FFF2-40B4-BE49-F238E27FC236}">
                <a16:creationId xmlns:a16="http://schemas.microsoft.com/office/drawing/2014/main" id="{E1154C2F-41F2-47D2-AB8D-99D25266914D}"/>
              </a:ext>
            </a:extLst>
          </p:cNvPr>
          <p:cNvSpPr>
            <a:spLocks xmlns:a="http://schemas.openxmlformats.org/drawingml/2006/main" noGrp="1"/>
          </p:cNvSpPr>
          <p:nvPr/>
        </p:nvSpPr>
        <p:spPr>
          <a:xfrm xmlns:a="http://schemas.openxmlformats.org/drawingml/2006/main">
            <a:off x="3295650" y="4905375"/>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1">
                <a:solidFill>
                  <a:srgbClr val="60735E"/>
                </a:solidFill>
                <a:latin typeface="Arial"/>
                <a:ea typeface="Arial"/>
                <a:cs typeface="Arial"/>
              </a:defRPr>
            </a:defPPr>
            <a:lvl1pPr>
              <a:defRPr sz="1350" b="1">
                <a:solidFill>
                  <a:srgbClr val="60735E"/>
                </a:solidFill>
                <a:latin typeface="Arial"/>
                <a:ea typeface="Arial"/>
                <a:cs typeface="Arial"/>
              </a:defRPr>
            </a:lvl1pPr>
            <a:lvl2pPr>
              <a:defRPr sz="1350" b="1">
                <a:solidFill>
                  <a:srgbClr val="60735E"/>
                </a:solidFill>
                <a:latin typeface="Arial"/>
                <a:ea typeface="Arial"/>
                <a:cs typeface="Arial"/>
              </a:defRPr>
            </a:lvl2pPr>
            <a:lvl3pPr>
              <a:defRPr sz="1350" b="1">
                <a:solidFill>
                  <a:srgbClr val="60735E"/>
                </a:solidFill>
                <a:latin typeface="Arial"/>
                <a:ea typeface="Arial"/>
                <a:cs typeface="Arial"/>
              </a:defRPr>
            </a:lvl3pPr>
            <a:lvl4pPr>
              <a:defRPr sz="1350" b="1">
                <a:solidFill>
                  <a:srgbClr val="60735E"/>
                </a:solidFill>
                <a:latin typeface="Arial"/>
                <a:ea typeface="Arial"/>
                <a:cs typeface="Arial"/>
              </a:defRPr>
            </a:lvl4pPr>
            <a:lvl5pPr>
              <a:defRPr sz="1350" b="1">
                <a:solidFill>
                  <a:srgbClr val="60735E"/>
                </a:solidFill>
                <a:latin typeface="Arial"/>
                <a:ea typeface="Arial"/>
                <a:cs typeface="Arial"/>
              </a:defRPr>
            </a:lvl5pPr>
            <a:lvl6pPr>
              <a:defRPr sz="1350" b="1">
                <a:solidFill>
                  <a:srgbClr val="60735E"/>
                </a:solidFill>
                <a:latin typeface="Arial"/>
                <a:ea typeface="Arial"/>
                <a:cs typeface="Arial"/>
              </a:defRPr>
            </a:lvl6pPr>
            <a:lvl7pPr>
              <a:defRPr sz="1350" b="1">
                <a:solidFill>
                  <a:srgbClr val="60735E"/>
                </a:solidFill>
                <a:latin typeface="Arial"/>
                <a:ea typeface="Arial"/>
                <a:cs typeface="Arial"/>
              </a:defRPr>
            </a:lvl7pPr>
            <a:lvl8pPr>
              <a:defRPr sz="1350" b="1">
                <a:solidFill>
                  <a:srgbClr val="60735E"/>
                </a:solidFill>
                <a:latin typeface="Arial"/>
                <a:ea typeface="Arial"/>
                <a:cs typeface="Arial"/>
              </a:defRPr>
            </a:lvl8pPr>
            <a:lvl9pPr>
              <a:defRPr sz="1350" b="1">
                <a:solidFill>
                  <a:srgbClr val="60735E"/>
                </a:solidFill>
                <a:latin typeface="Arial"/>
                <a:ea typeface="Arial"/>
                <a:cs typeface="Arial"/>
              </a:defRPr>
            </a:lvl9pPr>
          </a:lstStyle>
          <a:p xmlns:a="http://schemas.openxmlformats.org/drawingml/2006/main">
            <a:pPr>
              <a:defRPr sz="1350" b="1">
                <a:solidFill>
                  <a:srgbClr val="60735E"/>
                </a:solidFill>
                <a:latin typeface="Arial"/>
                <a:ea typeface="Arial"/>
                <a:cs typeface="Arial"/>
              </a:defRPr>
            </a:pPr>
            <a:r>
              <a:rPr sz="1350" b="1">
                <a:solidFill>
                  <a:srgbClr val="60735E"/>
                </a:solidFill>
                <a:latin typeface="Arial"/>
                <a:ea typeface="Arial"/>
                <a:cs typeface="Arial"/>
              </a:rPr>
              <a:t>1 : N</a:t>
            </a:r>
          </a:p>
        </p:txBody>
      </p:sp>
      <p:cxnSp>
        <p:nvCxnSpPr>
          <p:cNvPr id="30" name="">
            <a:extLst xmlns:a="http://schemas.openxmlformats.org/drawingml/2006/main">
              <a:ext uri="{FF2B5EF4-FFF2-40B4-BE49-F238E27FC236}">
                <a16:creationId xmlns:a16="http://schemas.microsoft.com/office/drawing/2014/main" id="{7F12F4F5-939D-4270-AA9B-A76C48342F70}"/>
              </a:ext>
            </a:extLst>
          </p:cNvPr>
          <p:cNvCxnSpPr/>
          <p:nvPr/>
        </p:nvCxnSpPr>
        <p:spPr>
          <a:xfrm xmlns:a="http://schemas.openxmlformats.org/drawingml/2006/main" flipH="1" flipV="0">
            <a:off x="7953375" y="3000375"/>
            <a:ext cx="714375" cy="0"/>
          </a:xfrm>
          <a:prstGeom xmlns:a="http://schemas.openxmlformats.org/drawingml/2006/main" prst="straightConnector1">
            <a:avLst/>
          </a:prstGeom>
          <a:ln xmlns:a="http://schemas.openxmlformats.org/drawingml/2006/main" w="19050">
            <a:solidFill>
              <a:srgbClr val="789272"/>
            </a:solidFill>
          </a:ln>
        </p:spPr>
      </p:cxnSp>
      <p:cxnSp>
        <p:nvCxnSpPr>
          <p:cNvPr id="31" name="">
            <a:extLst xmlns:a="http://schemas.openxmlformats.org/drawingml/2006/main">
              <a:ext uri="{FF2B5EF4-FFF2-40B4-BE49-F238E27FC236}">
                <a16:creationId xmlns:a16="http://schemas.microsoft.com/office/drawing/2014/main" id="{E78730F2-BF81-4CBD-A3FF-93B94FA5EE7D}"/>
              </a:ext>
            </a:extLst>
          </p:cNvPr>
          <p:cNvCxnSpPr/>
          <p:nvPr/>
        </p:nvCxnSpPr>
        <p:spPr>
          <a:xfrm xmlns:a="http://schemas.openxmlformats.org/drawingml/2006/main" flipH="0" flipV="0">
            <a:off x="7953375" y="3000375"/>
            <a:ext cx="0" cy="904875"/>
          </a:xfrm>
          <a:prstGeom xmlns:a="http://schemas.openxmlformats.org/drawingml/2006/main" prst="straightConnector1">
            <a:avLst/>
          </a:prstGeom>
          <a:ln xmlns:a="http://schemas.openxmlformats.org/drawingml/2006/main" w="19050">
            <a:solidFill>
              <a:srgbClr val="789272"/>
            </a:solidFill>
          </a:ln>
        </p:spPr>
      </p:cxnSp>
      <p:cxnSp>
        <p:nvCxnSpPr>
          <p:cNvPr id="32" name="">
            <a:extLst xmlns:a="http://schemas.openxmlformats.org/drawingml/2006/main">
              <a:ext uri="{FF2B5EF4-FFF2-40B4-BE49-F238E27FC236}">
                <a16:creationId xmlns:a16="http://schemas.microsoft.com/office/drawing/2014/main" id="{305F9DF1-F194-4BF2-922E-AAADB454557F}"/>
              </a:ext>
            </a:extLst>
          </p:cNvPr>
          <p:cNvCxnSpPr/>
          <p:nvPr/>
        </p:nvCxnSpPr>
        <p:spPr>
          <a:xfrm xmlns:a="http://schemas.openxmlformats.org/drawingml/2006/main" flipH="1" flipV="0">
            <a:off x="5667375" y="3905250"/>
            <a:ext cx="2286000" cy="0"/>
          </a:xfrm>
          <a:prstGeom xmlns:a="http://schemas.openxmlformats.org/drawingml/2006/main" prst="straightConnector1">
            <a:avLst/>
          </a:prstGeom>
          <a:ln xmlns:a="http://schemas.openxmlformats.org/drawingml/2006/main" w="19050">
            <a:solidFill>
              <a:srgbClr val="789272"/>
            </a:solidFill>
          </a:ln>
        </p:spPr>
      </p:cxnSp>
      <p:cxnSp>
        <p:nvCxnSpPr>
          <p:cNvPr id="33" name="">
            <a:extLst xmlns:a="http://schemas.openxmlformats.org/drawingml/2006/main">
              <a:ext uri="{FF2B5EF4-FFF2-40B4-BE49-F238E27FC236}">
                <a16:creationId xmlns:a16="http://schemas.microsoft.com/office/drawing/2014/main" id="{3DD4B1DE-D7C2-4F8F-A224-C4B65EF9C578}"/>
              </a:ext>
            </a:extLst>
          </p:cNvPr>
          <p:cNvCxnSpPr/>
          <p:nvPr/>
        </p:nvCxnSpPr>
        <p:spPr>
          <a:xfrm xmlns:a="http://schemas.openxmlformats.org/drawingml/2006/main" flipH="0" flipV="0">
            <a:off x="5667375" y="3905250"/>
            <a:ext cx="0" cy="666750"/>
          </a:xfrm>
          <a:prstGeom xmlns:a="http://schemas.openxmlformats.org/drawingml/2006/main" prst="straightConnector1">
            <a:avLst/>
          </a:prstGeom>
          <a:ln xmlns:a="http://schemas.openxmlformats.org/drawingml/2006/main" w="19050">
            <a:solidFill>
              <a:srgbClr val="789272"/>
            </a:solidFill>
          </a:ln>
        </p:spPr>
      </p:cxnSp>
      <p:sp>
        <p:nvSpPr>
          <p:cNvPr id="34" name="text">
            <a:extLst xmlns:a="http://schemas.openxmlformats.org/drawingml/2006/main">
              <a:ext uri="{FF2B5EF4-FFF2-40B4-BE49-F238E27FC236}">
                <a16:creationId xmlns:a16="http://schemas.microsoft.com/office/drawing/2014/main" id="{11D95138-219E-4266-ADDA-DD6DE33C0608}"/>
              </a:ext>
            </a:extLst>
          </p:cNvPr>
          <p:cNvSpPr>
            <a:spLocks xmlns:a="http://schemas.openxmlformats.org/drawingml/2006/main" noGrp="1"/>
          </p:cNvSpPr>
          <p:nvPr/>
        </p:nvSpPr>
        <p:spPr>
          <a:xfrm xmlns:a="http://schemas.openxmlformats.org/drawingml/2006/main">
            <a:off x="6191250" y="3476625"/>
            <a:ext cx="304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1">
                <a:solidFill>
                  <a:srgbClr val="60735E"/>
                </a:solidFill>
                <a:latin typeface="Arial"/>
                <a:ea typeface="Arial"/>
                <a:cs typeface="Arial"/>
              </a:defRPr>
            </a:defPPr>
            <a:lvl1pPr>
              <a:defRPr sz="1350" b="1">
                <a:solidFill>
                  <a:srgbClr val="60735E"/>
                </a:solidFill>
                <a:latin typeface="Arial"/>
                <a:ea typeface="Arial"/>
                <a:cs typeface="Arial"/>
              </a:defRPr>
            </a:lvl1pPr>
            <a:lvl2pPr>
              <a:defRPr sz="1350" b="1">
                <a:solidFill>
                  <a:srgbClr val="60735E"/>
                </a:solidFill>
                <a:latin typeface="Arial"/>
                <a:ea typeface="Arial"/>
                <a:cs typeface="Arial"/>
              </a:defRPr>
            </a:lvl2pPr>
            <a:lvl3pPr>
              <a:defRPr sz="1350" b="1">
                <a:solidFill>
                  <a:srgbClr val="60735E"/>
                </a:solidFill>
                <a:latin typeface="Arial"/>
                <a:ea typeface="Arial"/>
                <a:cs typeface="Arial"/>
              </a:defRPr>
            </a:lvl3pPr>
            <a:lvl4pPr>
              <a:defRPr sz="1350" b="1">
                <a:solidFill>
                  <a:srgbClr val="60735E"/>
                </a:solidFill>
                <a:latin typeface="Arial"/>
                <a:ea typeface="Arial"/>
                <a:cs typeface="Arial"/>
              </a:defRPr>
            </a:lvl4pPr>
            <a:lvl5pPr>
              <a:defRPr sz="1350" b="1">
                <a:solidFill>
                  <a:srgbClr val="60735E"/>
                </a:solidFill>
                <a:latin typeface="Arial"/>
                <a:ea typeface="Arial"/>
                <a:cs typeface="Arial"/>
              </a:defRPr>
            </a:lvl5pPr>
            <a:lvl6pPr>
              <a:defRPr sz="1350" b="1">
                <a:solidFill>
                  <a:srgbClr val="60735E"/>
                </a:solidFill>
                <a:latin typeface="Arial"/>
                <a:ea typeface="Arial"/>
                <a:cs typeface="Arial"/>
              </a:defRPr>
            </a:lvl6pPr>
            <a:lvl7pPr>
              <a:defRPr sz="1350" b="1">
                <a:solidFill>
                  <a:srgbClr val="60735E"/>
                </a:solidFill>
                <a:latin typeface="Arial"/>
                <a:ea typeface="Arial"/>
                <a:cs typeface="Arial"/>
              </a:defRPr>
            </a:lvl7pPr>
            <a:lvl8pPr>
              <a:defRPr sz="1350" b="1">
                <a:solidFill>
                  <a:srgbClr val="60735E"/>
                </a:solidFill>
                <a:latin typeface="Arial"/>
                <a:ea typeface="Arial"/>
                <a:cs typeface="Arial"/>
              </a:defRPr>
            </a:lvl8pPr>
            <a:lvl9pPr>
              <a:defRPr sz="1350" b="1">
                <a:solidFill>
                  <a:srgbClr val="60735E"/>
                </a:solidFill>
                <a:latin typeface="Arial"/>
                <a:ea typeface="Arial"/>
                <a:cs typeface="Arial"/>
              </a:defRPr>
            </a:lvl9pPr>
          </a:lstStyle>
          <a:p xmlns:a="http://schemas.openxmlformats.org/drawingml/2006/main">
            <a:pPr>
              <a:defRPr sz="1350" b="1">
                <a:solidFill>
                  <a:srgbClr val="60735E"/>
                </a:solidFill>
                <a:latin typeface="Arial"/>
                <a:ea typeface="Arial"/>
                <a:cs typeface="Arial"/>
              </a:defRPr>
            </a:pPr>
            <a:r>
              <a:rPr sz="1350" b="1">
                <a:solidFill>
                  <a:srgbClr val="60735E"/>
                </a:solidFill>
                <a:latin typeface="Arial"/>
                <a:ea typeface="Arial"/>
                <a:cs typeface="Arial"/>
              </a:rPr>
              <a:t>1 room : N allotments</a:t>
            </a:r>
          </a:p>
        </p:txBody>
      </p:sp>
      <p:cxnSp>
        <p:nvCxnSpPr>
          <p:cNvPr id="35" name="">
            <a:extLst xmlns:a="http://schemas.openxmlformats.org/drawingml/2006/main">
              <a:ext uri="{FF2B5EF4-FFF2-40B4-BE49-F238E27FC236}">
                <a16:creationId xmlns:a16="http://schemas.microsoft.com/office/drawing/2014/main" id="{3D99D6E3-E496-49C0-8BAD-E6502461A936}"/>
              </a:ext>
            </a:extLst>
          </p:cNvPr>
          <p:cNvCxnSpPr/>
          <p:nvPr/>
        </p:nvCxnSpPr>
        <p:spPr>
          <a:xfrm xmlns:a="http://schemas.openxmlformats.org/drawingml/2006/main" flipH="0" flipV="1">
            <a:off x="10096500" y="3238500"/>
            <a:ext cx="0" cy="1524000"/>
          </a:xfrm>
          <a:prstGeom xmlns:a="http://schemas.openxmlformats.org/drawingml/2006/main" prst="straightConnector1">
            <a:avLst/>
          </a:prstGeom>
          <a:ln xmlns:a="http://schemas.openxmlformats.org/drawingml/2006/main" w="19050">
            <a:solidFill>
              <a:srgbClr val="789272"/>
            </a:solidFill>
          </a:ln>
        </p:spPr>
      </p:cxnSp>
      <p:sp>
        <p:nvSpPr>
          <p:cNvPr id="36" name="text">
            <a:extLst xmlns:a="http://schemas.openxmlformats.org/drawingml/2006/main">
              <a:ext uri="{FF2B5EF4-FFF2-40B4-BE49-F238E27FC236}">
                <a16:creationId xmlns:a16="http://schemas.microsoft.com/office/drawing/2014/main" id="{967ADA88-3674-46BB-A458-8272045F74F8}"/>
              </a:ext>
            </a:extLst>
          </p:cNvPr>
          <p:cNvSpPr>
            <a:spLocks xmlns:a="http://schemas.openxmlformats.org/drawingml/2006/main" noGrp="1"/>
          </p:cNvSpPr>
          <p:nvPr/>
        </p:nvSpPr>
        <p:spPr>
          <a:xfrm xmlns:a="http://schemas.openxmlformats.org/drawingml/2006/main">
            <a:off x="10477500" y="3952875"/>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1">
                <a:solidFill>
                  <a:srgbClr val="60735E"/>
                </a:solidFill>
                <a:latin typeface="Arial"/>
                <a:ea typeface="Arial"/>
                <a:cs typeface="Arial"/>
              </a:defRPr>
            </a:defPPr>
            <a:lvl1pPr>
              <a:defRPr sz="1350" b="1">
                <a:solidFill>
                  <a:srgbClr val="60735E"/>
                </a:solidFill>
                <a:latin typeface="Arial"/>
                <a:ea typeface="Arial"/>
                <a:cs typeface="Arial"/>
              </a:defRPr>
            </a:lvl1pPr>
            <a:lvl2pPr>
              <a:defRPr sz="1350" b="1">
                <a:solidFill>
                  <a:srgbClr val="60735E"/>
                </a:solidFill>
                <a:latin typeface="Arial"/>
                <a:ea typeface="Arial"/>
                <a:cs typeface="Arial"/>
              </a:defRPr>
            </a:lvl2pPr>
            <a:lvl3pPr>
              <a:defRPr sz="1350" b="1">
                <a:solidFill>
                  <a:srgbClr val="60735E"/>
                </a:solidFill>
                <a:latin typeface="Arial"/>
                <a:ea typeface="Arial"/>
                <a:cs typeface="Arial"/>
              </a:defRPr>
            </a:lvl3pPr>
            <a:lvl4pPr>
              <a:defRPr sz="1350" b="1">
                <a:solidFill>
                  <a:srgbClr val="60735E"/>
                </a:solidFill>
                <a:latin typeface="Arial"/>
                <a:ea typeface="Arial"/>
                <a:cs typeface="Arial"/>
              </a:defRPr>
            </a:lvl4pPr>
            <a:lvl5pPr>
              <a:defRPr sz="1350" b="1">
                <a:solidFill>
                  <a:srgbClr val="60735E"/>
                </a:solidFill>
                <a:latin typeface="Arial"/>
                <a:ea typeface="Arial"/>
                <a:cs typeface="Arial"/>
              </a:defRPr>
            </a:lvl5pPr>
            <a:lvl6pPr>
              <a:defRPr sz="1350" b="1">
                <a:solidFill>
                  <a:srgbClr val="60735E"/>
                </a:solidFill>
                <a:latin typeface="Arial"/>
                <a:ea typeface="Arial"/>
                <a:cs typeface="Arial"/>
              </a:defRPr>
            </a:lvl6pPr>
            <a:lvl7pPr>
              <a:defRPr sz="1350" b="1">
                <a:solidFill>
                  <a:srgbClr val="60735E"/>
                </a:solidFill>
                <a:latin typeface="Arial"/>
                <a:ea typeface="Arial"/>
                <a:cs typeface="Arial"/>
              </a:defRPr>
            </a:lvl7pPr>
            <a:lvl8pPr>
              <a:defRPr sz="1350" b="1">
                <a:solidFill>
                  <a:srgbClr val="60735E"/>
                </a:solidFill>
                <a:latin typeface="Arial"/>
                <a:ea typeface="Arial"/>
                <a:cs typeface="Arial"/>
              </a:defRPr>
            </a:lvl8pPr>
            <a:lvl9pPr>
              <a:defRPr sz="1350" b="1">
                <a:solidFill>
                  <a:srgbClr val="60735E"/>
                </a:solidFill>
                <a:latin typeface="Arial"/>
                <a:ea typeface="Arial"/>
                <a:cs typeface="Arial"/>
              </a:defRPr>
            </a:lvl9pPr>
          </a:lstStyle>
          <a:p xmlns:a="http://schemas.openxmlformats.org/drawingml/2006/main">
            <a:pPr>
              <a:defRPr sz="1350" b="1">
                <a:solidFill>
                  <a:srgbClr val="60735E"/>
                </a:solidFill>
                <a:latin typeface="Arial"/>
                <a:ea typeface="Arial"/>
                <a:cs typeface="Arial"/>
              </a:defRPr>
            </a:pPr>
            <a:r>
              <a:rPr sz="1350" b="1">
                <a:solidFill>
                  <a:srgbClr val="60735E"/>
                </a:solidFill>
                <a:latin typeface="Arial"/>
                <a:ea typeface="Arial"/>
                <a:cs typeface="Arial"/>
              </a:rPr>
              <a:t>1 : N</a:t>
            </a:r>
          </a:p>
        </p:txBody>
      </p:sp>
    </p:spTree>
    <p:extLst>
      <p:ext uri="{BB962C8B-B14F-4D97-AF65-F5344CB8AC3E}">
        <p14:creationId xmlns:p14="http://schemas.microsoft.com/office/powerpoint/2010/main" val="1213627077"/>
      </p:ext>
    </p:extLst>
  </p:cSld>
</p:sld>
</file>

<file path=ppt/slides/slide4.xml><?xml version="1.0" encoding="utf-8"?>
<p:sld xmlns:p="http://schemas.openxmlformats.org/presentationml/2006/main">
  <p:cSld>
    <p:bg>
      <p:bgPr>
        <a:solidFill xmlns:a="http://schemas.openxmlformats.org/drawingml/2006/main">
          <a:srgbClr val="FAFBF7"/>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7EDEAEB5-7304-4601-9095-02643EC431D8}"/>
              </a:ext>
            </a:extLst>
          </p:cNvPr>
          <p:cNvSpPr>
            <a:spLocks xmlns:a="http://schemas.openxmlformats.org/drawingml/2006/main" noGrp="1"/>
          </p:cNvSpPr>
          <p:nvPr/>
        </p:nvSpPr>
        <p:spPr>
          <a:xfrm xmlns:a="http://schemas.openxmlformats.org/drawingml/2006/main">
            <a:off x="609600" y="4572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F4D3B"/>
                </a:solidFill>
                <a:latin typeface="Arial"/>
                <a:ea typeface="Arial"/>
                <a:cs typeface="Arial"/>
              </a:defRPr>
            </a:defPPr>
            <a:lvl1pPr>
              <a:defRPr sz="3300" b="1">
                <a:solidFill>
                  <a:srgbClr val="1F4D3B"/>
                </a:solidFill>
                <a:latin typeface="Arial"/>
                <a:ea typeface="Arial"/>
                <a:cs typeface="Arial"/>
              </a:defRPr>
            </a:lvl1pPr>
            <a:lvl2pPr>
              <a:defRPr sz="3300" b="1">
                <a:solidFill>
                  <a:srgbClr val="1F4D3B"/>
                </a:solidFill>
                <a:latin typeface="Arial"/>
                <a:ea typeface="Arial"/>
                <a:cs typeface="Arial"/>
              </a:defRPr>
            </a:lvl2pPr>
            <a:lvl3pPr>
              <a:defRPr sz="3300" b="1">
                <a:solidFill>
                  <a:srgbClr val="1F4D3B"/>
                </a:solidFill>
                <a:latin typeface="Arial"/>
                <a:ea typeface="Arial"/>
                <a:cs typeface="Arial"/>
              </a:defRPr>
            </a:lvl3pPr>
            <a:lvl4pPr>
              <a:defRPr sz="3300" b="1">
                <a:solidFill>
                  <a:srgbClr val="1F4D3B"/>
                </a:solidFill>
                <a:latin typeface="Arial"/>
                <a:ea typeface="Arial"/>
                <a:cs typeface="Arial"/>
              </a:defRPr>
            </a:lvl4pPr>
            <a:lvl5pPr>
              <a:defRPr sz="3300" b="1">
                <a:solidFill>
                  <a:srgbClr val="1F4D3B"/>
                </a:solidFill>
                <a:latin typeface="Arial"/>
                <a:ea typeface="Arial"/>
                <a:cs typeface="Arial"/>
              </a:defRPr>
            </a:lvl5pPr>
            <a:lvl6pPr>
              <a:defRPr sz="3300" b="1">
                <a:solidFill>
                  <a:srgbClr val="1F4D3B"/>
                </a:solidFill>
                <a:latin typeface="Arial"/>
                <a:ea typeface="Arial"/>
                <a:cs typeface="Arial"/>
              </a:defRPr>
            </a:lvl6pPr>
            <a:lvl7pPr>
              <a:defRPr sz="3300" b="1">
                <a:solidFill>
                  <a:srgbClr val="1F4D3B"/>
                </a:solidFill>
                <a:latin typeface="Arial"/>
                <a:ea typeface="Arial"/>
                <a:cs typeface="Arial"/>
              </a:defRPr>
            </a:lvl7pPr>
            <a:lvl8pPr>
              <a:defRPr sz="3300" b="1">
                <a:solidFill>
                  <a:srgbClr val="1F4D3B"/>
                </a:solidFill>
                <a:latin typeface="Arial"/>
                <a:ea typeface="Arial"/>
                <a:cs typeface="Arial"/>
              </a:defRPr>
            </a:lvl8pPr>
            <a:lvl9pPr>
              <a:defRPr sz="3300" b="1">
                <a:solidFill>
                  <a:srgbClr val="1F4D3B"/>
                </a:solidFill>
                <a:latin typeface="Arial"/>
                <a:ea typeface="Arial"/>
                <a:cs typeface="Arial"/>
              </a:defRPr>
            </a:lvl9pPr>
          </a:lstStyle>
          <a:p xmlns:a="http://schemas.openxmlformats.org/drawingml/2006/main">
            <a:pPr>
              <a:defRPr sz="3300" b="1">
                <a:solidFill>
                  <a:srgbClr val="1F4D3B"/>
                </a:solidFill>
                <a:latin typeface="Arial"/>
                <a:ea typeface="Arial"/>
                <a:cs typeface="Arial"/>
              </a:defRPr>
            </a:pPr>
            <a:r>
              <a:rPr sz="3300" b="1">
                <a:solidFill>
                  <a:srgbClr val="1F4D3B"/>
                </a:solidFill>
                <a:latin typeface="Arial"/>
                <a:ea typeface="Arial"/>
                <a:cs typeface="Arial"/>
              </a:rPr>
              <a:t>Construction of ER/EER Diagram</a:t>
            </a:r>
          </a:p>
        </p:txBody>
      </p:sp>
      <p:sp>
        <p:nvSpPr>
          <p:cNvPr id="3" name="slide-subtitle">
            <a:extLst xmlns:a="http://schemas.openxmlformats.org/drawingml/2006/main">
              <a:ext uri="{FF2B5EF4-FFF2-40B4-BE49-F238E27FC236}">
                <a16:creationId xmlns:a16="http://schemas.microsoft.com/office/drawing/2014/main" id="{A5994AAF-B711-4F83-B38C-1FE1949144AF}"/>
              </a:ext>
            </a:extLst>
          </p:cNvPr>
          <p:cNvSpPr>
            <a:spLocks xmlns:a="http://schemas.openxmlformats.org/drawingml/2006/main" noGrp="1"/>
          </p:cNvSpPr>
          <p:nvPr/>
        </p:nvSpPr>
        <p:spPr>
          <a:xfrm xmlns:a="http://schemas.openxmlformats.org/drawingml/2006/main">
            <a:off x="628650" y="1190625"/>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60735E"/>
                </a:solidFill>
                <a:latin typeface="Arial"/>
                <a:ea typeface="Arial"/>
                <a:cs typeface="Arial"/>
              </a:defRPr>
            </a:defPPr>
            <a:lvl1pPr>
              <a:defRPr sz="1650" b="0">
                <a:solidFill>
                  <a:srgbClr val="60735E"/>
                </a:solidFill>
                <a:latin typeface="Arial"/>
                <a:ea typeface="Arial"/>
                <a:cs typeface="Arial"/>
              </a:defRPr>
            </a:lvl1pPr>
            <a:lvl2pPr>
              <a:defRPr sz="1650" b="0">
                <a:solidFill>
                  <a:srgbClr val="60735E"/>
                </a:solidFill>
                <a:latin typeface="Arial"/>
                <a:ea typeface="Arial"/>
                <a:cs typeface="Arial"/>
              </a:defRPr>
            </a:lvl2pPr>
            <a:lvl3pPr>
              <a:defRPr sz="1650" b="0">
                <a:solidFill>
                  <a:srgbClr val="60735E"/>
                </a:solidFill>
                <a:latin typeface="Arial"/>
                <a:ea typeface="Arial"/>
                <a:cs typeface="Arial"/>
              </a:defRPr>
            </a:lvl3pPr>
            <a:lvl4pPr>
              <a:defRPr sz="1650" b="0">
                <a:solidFill>
                  <a:srgbClr val="60735E"/>
                </a:solidFill>
                <a:latin typeface="Arial"/>
                <a:ea typeface="Arial"/>
                <a:cs typeface="Arial"/>
              </a:defRPr>
            </a:lvl4pPr>
            <a:lvl5pPr>
              <a:defRPr sz="1650" b="0">
                <a:solidFill>
                  <a:srgbClr val="60735E"/>
                </a:solidFill>
                <a:latin typeface="Arial"/>
                <a:ea typeface="Arial"/>
                <a:cs typeface="Arial"/>
              </a:defRPr>
            </a:lvl5pPr>
            <a:lvl6pPr>
              <a:defRPr sz="1650" b="0">
                <a:solidFill>
                  <a:srgbClr val="60735E"/>
                </a:solidFill>
                <a:latin typeface="Arial"/>
                <a:ea typeface="Arial"/>
                <a:cs typeface="Arial"/>
              </a:defRPr>
            </a:lvl6pPr>
            <a:lvl7pPr>
              <a:defRPr sz="1650" b="0">
                <a:solidFill>
                  <a:srgbClr val="60735E"/>
                </a:solidFill>
                <a:latin typeface="Arial"/>
                <a:ea typeface="Arial"/>
                <a:cs typeface="Arial"/>
              </a:defRPr>
            </a:lvl7pPr>
            <a:lvl8pPr>
              <a:defRPr sz="1650" b="0">
                <a:solidFill>
                  <a:srgbClr val="60735E"/>
                </a:solidFill>
                <a:latin typeface="Arial"/>
                <a:ea typeface="Arial"/>
                <a:cs typeface="Arial"/>
              </a:defRPr>
            </a:lvl8pPr>
            <a:lvl9pPr>
              <a:defRPr sz="1650" b="0">
                <a:solidFill>
                  <a:srgbClr val="60735E"/>
                </a:solidFill>
                <a:latin typeface="Arial"/>
                <a:ea typeface="Arial"/>
                <a:cs typeface="Arial"/>
              </a:defRPr>
            </a:lvl9pPr>
          </a:lstStyle>
          <a:p xmlns:a="http://schemas.openxmlformats.org/drawingml/2006/main">
            <a:pPr>
              <a:defRPr sz="1650" b="0">
                <a:solidFill>
                  <a:srgbClr val="60735E"/>
                </a:solidFill>
                <a:latin typeface="Arial"/>
                <a:ea typeface="Arial"/>
                <a:cs typeface="Arial"/>
              </a:defRPr>
            </a:pPr>
            <a:r>
              <a:rPr sz="1650" b="0">
                <a:solidFill>
                  <a:srgbClr val="60735E"/>
                </a:solidFill>
                <a:latin typeface="Arial"/>
                <a:ea typeface="Arial"/>
                <a:cs typeface="Arial"/>
              </a:rPr>
              <a:t>Complaint model. Student, room, category, staff, history and feedback.</a:t>
            </a:r>
          </a:p>
        </p:txBody>
      </p:sp>
      <p:sp>
        <p:nvSpPr>
          <p:cNvPr id="4" name="footer">
            <a:extLst xmlns:a="http://schemas.openxmlformats.org/drawingml/2006/main">
              <a:ext uri="{FF2B5EF4-FFF2-40B4-BE49-F238E27FC236}">
                <a16:creationId xmlns:a16="http://schemas.microsoft.com/office/drawing/2014/main" id="{A10D1A31-9C66-4790-94A7-86695540D366}"/>
              </a:ext>
            </a:extLst>
          </p:cNvPr>
          <p:cNvSpPr>
            <a:spLocks xmlns:a="http://schemas.openxmlformats.org/drawingml/2006/main" noGrp="1"/>
          </p:cNvSpPr>
          <p:nvPr/>
        </p:nvSpPr>
        <p:spPr>
          <a:xfrm xmlns:a="http://schemas.openxmlformats.org/drawingml/2006/main">
            <a:off x="609600" y="6477000"/>
            <a:ext cx="428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60735E"/>
                </a:solidFill>
                <a:latin typeface="Arial"/>
                <a:ea typeface="Arial"/>
                <a:cs typeface="Arial"/>
              </a:defRPr>
            </a:defPPr>
            <a:lvl1pPr>
              <a:defRPr sz="1050" b="0">
                <a:solidFill>
                  <a:srgbClr val="60735E"/>
                </a:solidFill>
                <a:latin typeface="Arial"/>
                <a:ea typeface="Arial"/>
                <a:cs typeface="Arial"/>
              </a:defRPr>
            </a:lvl1pPr>
            <a:lvl2pPr>
              <a:defRPr sz="1050" b="0">
                <a:solidFill>
                  <a:srgbClr val="60735E"/>
                </a:solidFill>
                <a:latin typeface="Arial"/>
                <a:ea typeface="Arial"/>
                <a:cs typeface="Arial"/>
              </a:defRPr>
            </a:lvl2pPr>
            <a:lvl3pPr>
              <a:defRPr sz="1050" b="0">
                <a:solidFill>
                  <a:srgbClr val="60735E"/>
                </a:solidFill>
                <a:latin typeface="Arial"/>
                <a:ea typeface="Arial"/>
                <a:cs typeface="Arial"/>
              </a:defRPr>
            </a:lvl3pPr>
            <a:lvl4pPr>
              <a:defRPr sz="1050" b="0">
                <a:solidFill>
                  <a:srgbClr val="60735E"/>
                </a:solidFill>
                <a:latin typeface="Arial"/>
                <a:ea typeface="Arial"/>
                <a:cs typeface="Arial"/>
              </a:defRPr>
            </a:lvl4pPr>
            <a:lvl5pPr>
              <a:defRPr sz="1050" b="0">
                <a:solidFill>
                  <a:srgbClr val="60735E"/>
                </a:solidFill>
                <a:latin typeface="Arial"/>
                <a:ea typeface="Arial"/>
                <a:cs typeface="Arial"/>
              </a:defRPr>
            </a:lvl5pPr>
            <a:lvl6pPr>
              <a:defRPr sz="1050" b="0">
                <a:solidFill>
                  <a:srgbClr val="60735E"/>
                </a:solidFill>
                <a:latin typeface="Arial"/>
                <a:ea typeface="Arial"/>
                <a:cs typeface="Arial"/>
              </a:defRPr>
            </a:lvl6pPr>
            <a:lvl7pPr>
              <a:defRPr sz="1050" b="0">
                <a:solidFill>
                  <a:srgbClr val="60735E"/>
                </a:solidFill>
                <a:latin typeface="Arial"/>
                <a:ea typeface="Arial"/>
                <a:cs typeface="Arial"/>
              </a:defRPr>
            </a:lvl7pPr>
            <a:lvl8pPr>
              <a:defRPr sz="1050" b="0">
                <a:solidFill>
                  <a:srgbClr val="60735E"/>
                </a:solidFill>
                <a:latin typeface="Arial"/>
                <a:ea typeface="Arial"/>
                <a:cs typeface="Arial"/>
              </a:defRPr>
            </a:lvl8pPr>
            <a:lvl9pPr>
              <a:defRPr sz="1050" b="0">
                <a:solidFill>
                  <a:srgbClr val="60735E"/>
                </a:solidFill>
                <a:latin typeface="Arial"/>
                <a:ea typeface="Arial"/>
                <a:cs typeface="Arial"/>
              </a:defRPr>
            </a:lvl9pPr>
          </a:lstStyle>
          <a:p xmlns:a="http://schemas.openxmlformats.org/drawingml/2006/main">
            <a:pPr>
              <a:defRPr sz="1050" b="0">
                <a:solidFill>
                  <a:srgbClr val="60735E"/>
                </a:solidFill>
                <a:latin typeface="Arial"/>
                <a:ea typeface="Arial"/>
                <a:cs typeface="Arial"/>
              </a:defRPr>
            </a:pPr>
            <a:r>
              <a:rPr sz="1050" b="0">
                <a:solidFill>
                  <a:srgbClr val="60735E"/>
                </a:solidFill>
                <a:latin typeface="Arial"/>
                <a:ea typeface="Arial"/>
                <a:cs typeface="Arial"/>
              </a:rPr>
              <a:t>HRCMS / HAVEN</a:t>
            </a:r>
          </a:p>
        </p:txBody>
      </p:sp>
      <p:sp>
        <p:nvSpPr>
          <p:cNvPr id="5" name="page-number">
            <a:extLst xmlns:a="http://schemas.openxmlformats.org/drawingml/2006/main">
              <a:ext uri="{FF2B5EF4-FFF2-40B4-BE49-F238E27FC236}">
                <a16:creationId xmlns:a16="http://schemas.microsoft.com/office/drawing/2014/main" id="{2CADF388-FD7A-4F0C-8DCD-BDEAA7C0E551}"/>
              </a:ext>
            </a:extLst>
          </p:cNvPr>
          <p:cNvSpPr>
            <a:spLocks xmlns:a="http://schemas.openxmlformats.org/drawingml/2006/main" noGrp="1"/>
          </p:cNvSpPr>
          <p:nvPr/>
        </p:nvSpPr>
        <p:spPr>
          <a:xfrm xmlns:a="http://schemas.openxmlformats.org/drawingml/2006/main">
            <a:off x="10763250" y="6477000"/>
            <a:ext cx="819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60735E"/>
                </a:solidFill>
                <a:latin typeface="Arial"/>
                <a:ea typeface="Arial"/>
                <a:cs typeface="Arial"/>
              </a:defRPr>
            </a:defPPr>
            <a:lvl1pPr>
              <a:defRPr sz="1050" b="0">
                <a:solidFill>
                  <a:srgbClr val="60735E"/>
                </a:solidFill>
                <a:latin typeface="Arial"/>
                <a:ea typeface="Arial"/>
                <a:cs typeface="Arial"/>
              </a:defRPr>
            </a:lvl1pPr>
            <a:lvl2pPr>
              <a:defRPr sz="1050" b="0">
                <a:solidFill>
                  <a:srgbClr val="60735E"/>
                </a:solidFill>
                <a:latin typeface="Arial"/>
                <a:ea typeface="Arial"/>
                <a:cs typeface="Arial"/>
              </a:defRPr>
            </a:lvl2pPr>
            <a:lvl3pPr>
              <a:defRPr sz="1050" b="0">
                <a:solidFill>
                  <a:srgbClr val="60735E"/>
                </a:solidFill>
                <a:latin typeface="Arial"/>
                <a:ea typeface="Arial"/>
                <a:cs typeface="Arial"/>
              </a:defRPr>
            </a:lvl3pPr>
            <a:lvl4pPr>
              <a:defRPr sz="1050" b="0">
                <a:solidFill>
                  <a:srgbClr val="60735E"/>
                </a:solidFill>
                <a:latin typeface="Arial"/>
                <a:ea typeface="Arial"/>
                <a:cs typeface="Arial"/>
              </a:defRPr>
            </a:lvl4pPr>
            <a:lvl5pPr>
              <a:defRPr sz="1050" b="0">
                <a:solidFill>
                  <a:srgbClr val="60735E"/>
                </a:solidFill>
                <a:latin typeface="Arial"/>
                <a:ea typeface="Arial"/>
                <a:cs typeface="Arial"/>
              </a:defRPr>
            </a:lvl5pPr>
            <a:lvl6pPr>
              <a:defRPr sz="1050" b="0">
                <a:solidFill>
                  <a:srgbClr val="60735E"/>
                </a:solidFill>
                <a:latin typeface="Arial"/>
                <a:ea typeface="Arial"/>
                <a:cs typeface="Arial"/>
              </a:defRPr>
            </a:lvl6pPr>
            <a:lvl7pPr>
              <a:defRPr sz="1050" b="0">
                <a:solidFill>
                  <a:srgbClr val="60735E"/>
                </a:solidFill>
                <a:latin typeface="Arial"/>
                <a:ea typeface="Arial"/>
                <a:cs typeface="Arial"/>
              </a:defRPr>
            </a:lvl7pPr>
            <a:lvl8pPr>
              <a:defRPr sz="1050" b="0">
                <a:solidFill>
                  <a:srgbClr val="60735E"/>
                </a:solidFill>
                <a:latin typeface="Arial"/>
                <a:ea typeface="Arial"/>
                <a:cs typeface="Arial"/>
              </a:defRPr>
            </a:lvl8pPr>
            <a:lvl9pPr>
              <a:defRPr sz="1050" b="0">
                <a:solidFill>
                  <a:srgbClr val="60735E"/>
                </a:solidFill>
                <a:latin typeface="Arial"/>
                <a:ea typeface="Arial"/>
                <a:cs typeface="Arial"/>
              </a:defRPr>
            </a:lvl9pPr>
          </a:lstStyle>
          <a:p xmlns:a="http://schemas.openxmlformats.org/drawingml/2006/main">
            <a:pPr>
              <a:defRPr sz="1050" b="0">
                <a:solidFill>
                  <a:srgbClr val="60735E"/>
                </a:solidFill>
                <a:latin typeface="Arial"/>
                <a:ea typeface="Arial"/>
                <a:cs typeface="Arial"/>
              </a:defRPr>
            </a:pPr>
            <a:r>
              <a:rPr sz="1050" b="0">
                <a:solidFill>
                  <a:srgbClr val="60735E"/>
                </a:solidFill>
                <a:latin typeface="Arial"/>
                <a:ea typeface="Arial"/>
                <a:cs typeface="Arial"/>
              </a:rPr>
              <a:t>04 / 18</a:t>
            </a:r>
          </a:p>
        </p:txBody>
      </p:sp>
      <p:sp>
        <p:nvSpPr>
          <p:cNvPr id="6" name="entity-STUDENT">
            <a:extLst xmlns:a="http://schemas.openxmlformats.org/drawingml/2006/main">
              <a:ext uri="{FF2B5EF4-FFF2-40B4-BE49-F238E27FC236}">
                <a16:creationId xmlns:a16="http://schemas.microsoft.com/office/drawing/2014/main" id="{2CB14209-A5C9-4BBF-A009-F0F6BA6AF1C3}"/>
              </a:ext>
            </a:extLst>
          </p:cNvPr>
          <p:cNvSpPr>
            <a:spLocks xmlns:a="http://schemas.openxmlformats.org/drawingml/2006/main" noGrp="1"/>
          </p:cNvSpPr>
          <p:nvPr/>
        </p:nvSpPr>
        <p:spPr>
          <a:xfrm xmlns:a="http://schemas.openxmlformats.org/drawingml/2006/main">
            <a:off x="619125" y="1857375"/>
            <a:ext cx="2333625" cy="904875"/>
          </a:xfrm>
          <a:prstGeom xmlns:a="http://schemas.openxmlformats.org/drawingml/2006/main" prst="rect">
            <a:avLst/>
          </a:prstGeom>
          <a:solidFill xmlns:a="http://schemas.openxmlformats.org/drawingml/2006/main">
            <a:srgbClr val="FFFFFF"/>
          </a:solidFill>
          <a:ln xmlns:a="http://schemas.openxmlformats.org/drawingml/2006/main" w="14288">
            <a:solidFill>
              <a:srgbClr val="72916C"/>
            </a:solidFill>
          </a:ln>
        </p:spPr>
      </p:sp>
      <p:sp>
        <p:nvSpPr>
          <p:cNvPr id="7" name="entity-name-STUDENT">
            <a:extLst xmlns:a="http://schemas.openxmlformats.org/drawingml/2006/main">
              <a:ext uri="{FF2B5EF4-FFF2-40B4-BE49-F238E27FC236}">
                <a16:creationId xmlns:a16="http://schemas.microsoft.com/office/drawing/2014/main" id="{E080BA61-0FA6-413D-91CE-C4C72C728655}"/>
              </a:ext>
            </a:extLst>
          </p:cNvPr>
          <p:cNvSpPr>
            <a:spLocks xmlns:a="http://schemas.openxmlformats.org/drawingml/2006/main" noGrp="1"/>
          </p:cNvSpPr>
          <p:nvPr/>
        </p:nvSpPr>
        <p:spPr>
          <a:xfrm xmlns:a="http://schemas.openxmlformats.org/drawingml/2006/main">
            <a:off x="742950" y="1952625"/>
            <a:ext cx="20859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1">
                <a:solidFill>
                  <a:srgbClr val="1F4D3B"/>
                </a:solidFill>
                <a:latin typeface="Arial"/>
                <a:ea typeface="Arial"/>
                <a:cs typeface="Arial"/>
              </a:defRPr>
            </a:defPPr>
            <a:lvl1pPr>
              <a:defRPr sz="1650" b="1">
                <a:solidFill>
                  <a:srgbClr val="1F4D3B"/>
                </a:solidFill>
                <a:latin typeface="Arial"/>
                <a:ea typeface="Arial"/>
                <a:cs typeface="Arial"/>
              </a:defRPr>
            </a:lvl1pPr>
            <a:lvl2pPr>
              <a:defRPr sz="1650" b="1">
                <a:solidFill>
                  <a:srgbClr val="1F4D3B"/>
                </a:solidFill>
                <a:latin typeface="Arial"/>
                <a:ea typeface="Arial"/>
                <a:cs typeface="Arial"/>
              </a:defRPr>
            </a:lvl2pPr>
            <a:lvl3pPr>
              <a:defRPr sz="1650" b="1">
                <a:solidFill>
                  <a:srgbClr val="1F4D3B"/>
                </a:solidFill>
                <a:latin typeface="Arial"/>
                <a:ea typeface="Arial"/>
                <a:cs typeface="Arial"/>
              </a:defRPr>
            </a:lvl3pPr>
            <a:lvl4pPr>
              <a:defRPr sz="1650" b="1">
                <a:solidFill>
                  <a:srgbClr val="1F4D3B"/>
                </a:solidFill>
                <a:latin typeface="Arial"/>
                <a:ea typeface="Arial"/>
                <a:cs typeface="Arial"/>
              </a:defRPr>
            </a:lvl4pPr>
            <a:lvl5pPr>
              <a:defRPr sz="1650" b="1">
                <a:solidFill>
                  <a:srgbClr val="1F4D3B"/>
                </a:solidFill>
                <a:latin typeface="Arial"/>
                <a:ea typeface="Arial"/>
                <a:cs typeface="Arial"/>
              </a:defRPr>
            </a:lvl5pPr>
            <a:lvl6pPr>
              <a:defRPr sz="1650" b="1">
                <a:solidFill>
                  <a:srgbClr val="1F4D3B"/>
                </a:solidFill>
                <a:latin typeface="Arial"/>
                <a:ea typeface="Arial"/>
                <a:cs typeface="Arial"/>
              </a:defRPr>
            </a:lvl6pPr>
            <a:lvl7pPr>
              <a:defRPr sz="1650" b="1">
                <a:solidFill>
                  <a:srgbClr val="1F4D3B"/>
                </a:solidFill>
                <a:latin typeface="Arial"/>
                <a:ea typeface="Arial"/>
                <a:cs typeface="Arial"/>
              </a:defRPr>
            </a:lvl7pPr>
            <a:lvl8pPr>
              <a:defRPr sz="1650" b="1">
                <a:solidFill>
                  <a:srgbClr val="1F4D3B"/>
                </a:solidFill>
                <a:latin typeface="Arial"/>
                <a:ea typeface="Arial"/>
                <a:cs typeface="Arial"/>
              </a:defRPr>
            </a:lvl8pPr>
            <a:lvl9pPr>
              <a:defRPr sz="1650" b="1">
                <a:solidFill>
                  <a:srgbClr val="1F4D3B"/>
                </a:solidFill>
                <a:latin typeface="Arial"/>
                <a:ea typeface="Arial"/>
                <a:cs typeface="Arial"/>
              </a:defRPr>
            </a:lvl9pPr>
          </a:lstStyle>
          <a:p xmlns:a="http://schemas.openxmlformats.org/drawingml/2006/main">
            <a:pPr>
              <a:defRPr sz="1650" b="1">
                <a:solidFill>
                  <a:srgbClr val="1F4D3B"/>
                </a:solidFill>
                <a:latin typeface="Arial"/>
                <a:ea typeface="Arial"/>
                <a:cs typeface="Arial"/>
              </a:defRPr>
            </a:pPr>
            <a:r>
              <a:rPr sz="1650" b="1">
                <a:solidFill>
                  <a:srgbClr val="1F4D3B"/>
                </a:solidFill>
                <a:latin typeface="Arial"/>
                <a:ea typeface="Arial"/>
                <a:cs typeface="Arial"/>
              </a:rPr>
              <a:t>STUDENT</a:t>
            </a:r>
          </a:p>
        </p:txBody>
      </p:sp>
      <p:sp>
        <p:nvSpPr>
          <p:cNvPr id="8" name="entity-fields-STUDENT">
            <a:extLst xmlns:a="http://schemas.openxmlformats.org/drawingml/2006/main">
              <a:ext uri="{FF2B5EF4-FFF2-40B4-BE49-F238E27FC236}">
                <a16:creationId xmlns:a16="http://schemas.microsoft.com/office/drawing/2014/main" id="{036A9AC4-0BDB-4AAD-8005-3A37F6AA4F92}"/>
              </a:ext>
            </a:extLst>
          </p:cNvPr>
          <p:cNvSpPr>
            <a:spLocks xmlns:a="http://schemas.openxmlformats.org/drawingml/2006/main" noGrp="1"/>
          </p:cNvSpPr>
          <p:nvPr/>
        </p:nvSpPr>
        <p:spPr>
          <a:xfrm xmlns:a="http://schemas.openxmlformats.org/drawingml/2006/main">
            <a:off x="742950" y="2314575"/>
            <a:ext cx="20859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243B2D"/>
                </a:solidFill>
                <a:latin typeface="Arial"/>
                <a:ea typeface="Arial"/>
                <a:cs typeface="Arial"/>
              </a:defRPr>
            </a:defPPr>
            <a:lvl1pPr>
              <a:defRPr sz="1500" b="0">
                <a:solidFill>
                  <a:srgbClr val="243B2D"/>
                </a:solidFill>
                <a:latin typeface="Arial"/>
                <a:ea typeface="Arial"/>
                <a:cs typeface="Arial"/>
              </a:defRPr>
            </a:lvl1pPr>
            <a:lvl2pPr>
              <a:defRPr sz="1500" b="0">
                <a:solidFill>
                  <a:srgbClr val="243B2D"/>
                </a:solidFill>
                <a:latin typeface="Arial"/>
                <a:ea typeface="Arial"/>
                <a:cs typeface="Arial"/>
              </a:defRPr>
            </a:lvl2pPr>
            <a:lvl3pPr>
              <a:defRPr sz="1500" b="0">
                <a:solidFill>
                  <a:srgbClr val="243B2D"/>
                </a:solidFill>
                <a:latin typeface="Arial"/>
                <a:ea typeface="Arial"/>
                <a:cs typeface="Arial"/>
              </a:defRPr>
            </a:lvl3pPr>
            <a:lvl4pPr>
              <a:defRPr sz="1500" b="0">
                <a:solidFill>
                  <a:srgbClr val="243B2D"/>
                </a:solidFill>
                <a:latin typeface="Arial"/>
                <a:ea typeface="Arial"/>
                <a:cs typeface="Arial"/>
              </a:defRPr>
            </a:lvl4pPr>
            <a:lvl5pPr>
              <a:defRPr sz="1500" b="0">
                <a:solidFill>
                  <a:srgbClr val="243B2D"/>
                </a:solidFill>
                <a:latin typeface="Arial"/>
                <a:ea typeface="Arial"/>
                <a:cs typeface="Arial"/>
              </a:defRPr>
            </a:lvl5pPr>
            <a:lvl6pPr>
              <a:defRPr sz="1500" b="0">
                <a:solidFill>
                  <a:srgbClr val="243B2D"/>
                </a:solidFill>
                <a:latin typeface="Arial"/>
                <a:ea typeface="Arial"/>
                <a:cs typeface="Arial"/>
              </a:defRPr>
            </a:lvl6pPr>
            <a:lvl7pPr>
              <a:defRPr sz="1500" b="0">
                <a:solidFill>
                  <a:srgbClr val="243B2D"/>
                </a:solidFill>
                <a:latin typeface="Arial"/>
                <a:ea typeface="Arial"/>
                <a:cs typeface="Arial"/>
              </a:defRPr>
            </a:lvl7pPr>
            <a:lvl8pPr>
              <a:defRPr sz="1500" b="0">
                <a:solidFill>
                  <a:srgbClr val="243B2D"/>
                </a:solidFill>
                <a:latin typeface="Arial"/>
                <a:ea typeface="Arial"/>
                <a:cs typeface="Arial"/>
              </a:defRPr>
            </a:lvl8pPr>
            <a:lvl9pPr>
              <a:defRPr sz="1500" b="0">
                <a:solidFill>
                  <a:srgbClr val="243B2D"/>
                </a:solidFill>
                <a:latin typeface="Arial"/>
                <a:ea typeface="Arial"/>
                <a:cs typeface="Arial"/>
              </a:defRPr>
            </a:lvl9pPr>
          </a:lstStyle>
          <a:p xmlns:a="http://schemas.openxmlformats.org/drawingml/2006/main">
            <a:pPr>
              <a:defRPr sz="1500" b="0">
                <a:solidFill>
                  <a:srgbClr val="243B2D"/>
                </a:solidFill>
                <a:latin typeface="Arial"/>
                <a:ea typeface="Arial"/>
                <a:cs typeface="Arial"/>
              </a:defRPr>
            </a:pPr>
            <a:r>
              <a:rPr sz="1500" b="0">
                <a:solidFill>
                  <a:srgbClr val="243B2D"/>
                </a:solidFill>
                <a:latin typeface="Arial"/>
                <a:ea typeface="Arial"/>
                <a:cs typeface="Arial"/>
              </a:rPr>
              <a:t>PK student_id</a:t>
            </a:r>
          </a:p>
        </p:txBody>
      </p:sp>
      <p:sp>
        <p:nvSpPr>
          <p:cNvPr id="9" name="entity-ROOM">
            <a:extLst xmlns:a="http://schemas.openxmlformats.org/drawingml/2006/main">
              <a:ext uri="{FF2B5EF4-FFF2-40B4-BE49-F238E27FC236}">
                <a16:creationId xmlns:a16="http://schemas.microsoft.com/office/drawing/2014/main" id="{BC47BB50-14DF-45AB-ADE0-DAC2592FEEE7}"/>
              </a:ext>
            </a:extLst>
          </p:cNvPr>
          <p:cNvSpPr>
            <a:spLocks xmlns:a="http://schemas.openxmlformats.org/drawingml/2006/main" noGrp="1"/>
          </p:cNvSpPr>
          <p:nvPr/>
        </p:nvSpPr>
        <p:spPr>
          <a:xfrm xmlns:a="http://schemas.openxmlformats.org/drawingml/2006/main">
            <a:off x="619125" y="3476625"/>
            <a:ext cx="2333625" cy="904875"/>
          </a:xfrm>
          <a:prstGeom xmlns:a="http://schemas.openxmlformats.org/drawingml/2006/main" prst="rect">
            <a:avLst/>
          </a:prstGeom>
          <a:solidFill xmlns:a="http://schemas.openxmlformats.org/drawingml/2006/main">
            <a:srgbClr val="FFFFFF"/>
          </a:solidFill>
          <a:ln xmlns:a="http://schemas.openxmlformats.org/drawingml/2006/main" w="14288">
            <a:solidFill>
              <a:srgbClr val="72916C"/>
            </a:solidFill>
          </a:ln>
        </p:spPr>
      </p:sp>
      <p:sp>
        <p:nvSpPr>
          <p:cNvPr id="10" name="entity-name-ROOM">
            <a:extLst xmlns:a="http://schemas.openxmlformats.org/drawingml/2006/main">
              <a:ext uri="{FF2B5EF4-FFF2-40B4-BE49-F238E27FC236}">
                <a16:creationId xmlns:a16="http://schemas.microsoft.com/office/drawing/2014/main" id="{7972E0BC-43B1-4252-9987-3D5A1430B629}"/>
              </a:ext>
            </a:extLst>
          </p:cNvPr>
          <p:cNvSpPr>
            <a:spLocks xmlns:a="http://schemas.openxmlformats.org/drawingml/2006/main" noGrp="1"/>
          </p:cNvSpPr>
          <p:nvPr/>
        </p:nvSpPr>
        <p:spPr>
          <a:xfrm xmlns:a="http://schemas.openxmlformats.org/drawingml/2006/main">
            <a:off x="742950" y="3571875"/>
            <a:ext cx="20859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1">
                <a:solidFill>
                  <a:srgbClr val="1F4D3B"/>
                </a:solidFill>
                <a:latin typeface="Arial"/>
                <a:ea typeface="Arial"/>
                <a:cs typeface="Arial"/>
              </a:defRPr>
            </a:defPPr>
            <a:lvl1pPr>
              <a:defRPr sz="1650" b="1">
                <a:solidFill>
                  <a:srgbClr val="1F4D3B"/>
                </a:solidFill>
                <a:latin typeface="Arial"/>
                <a:ea typeface="Arial"/>
                <a:cs typeface="Arial"/>
              </a:defRPr>
            </a:lvl1pPr>
            <a:lvl2pPr>
              <a:defRPr sz="1650" b="1">
                <a:solidFill>
                  <a:srgbClr val="1F4D3B"/>
                </a:solidFill>
                <a:latin typeface="Arial"/>
                <a:ea typeface="Arial"/>
                <a:cs typeface="Arial"/>
              </a:defRPr>
            </a:lvl2pPr>
            <a:lvl3pPr>
              <a:defRPr sz="1650" b="1">
                <a:solidFill>
                  <a:srgbClr val="1F4D3B"/>
                </a:solidFill>
                <a:latin typeface="Arial"/>
                <a:ea typeface="Arial"/>
                <a:cs typeface="Arial"/>
              </a:defRPr>
            </a:lvl3pPr>
            <a:lvl4pPr>
              <a:defRPr sz="1650" b="1">
                <a:solidFill>
                  <a:srgbClr val="1F4D3B"/>
                </a:solidFill>
                <a:latin typeface="Arial"/>
                <a:ea typeface="Arial"/>
                <a:cs typeface="Arial"/>
              </a:defRPr>
            </a:lvl4pPr>
            <a:lvl5pPr>
              <a:defRPr sz="1650" b="1">
                <a:solidFill>
                  <a:srgbClr val="1F4D3B"/>
                </a:solidFill>
                <a:latin typeface="Arial"/>
                <a:ea typeface="Arial"/>
                <a:cs typeface="Arial"/>
              </a:defRPr>
            </a:lvl5pPr>
            <a:lvl6pPr>
              <a:defRPr sz="1650" b="1">
                <a:solidFill>
                  <a:srgbClr val="1F4D3B"/>
                </a:solidFill>
                <a:latin typeface="Arial"/>
                <a:ea typeface="Arial"/>
                <a:cs typeface="Arial"/>
              </a:defRPr>
            </a:lvl6pPr>
            <a:lvl7pPr>
              <a:defRPr sz="1650" b="1">
                <a:solidFill>
                  <a:srgbClr val="1F4D3B"/>
                </a:solidFill>
                <a:latin typeface="Arial"/>
                <a:ea typeface="Arial"/>
                <a:cs typeface="Arial"/>
              </a:defRPr>
            </a:lvl7pPr>
            <a:lvl8pPr>
              <a:defRPr sz="1650" b="1">
                <a:solidFill>
                  <a:srgbClr val="1F4D3B"/>
                </a:solidFill>
                <a:latin typeface="Arial"/>
                <a:ea typeface="Arial"/>
                <a:cs typeface="Arial"/>
              </a:defRPr>
            </a:lvl8pPr>
            <a:lvl9pPr>
              <a:defRPr sz="1650" b="1">
                <a:solidFill>
                  <a:srgbClr val="1F4D3B"/>
                </a:solidFill>
                <a:latin typeface="Arial"/>
                <a:ea typeface="Arial"/>
                <a:cs typeface="Arial"/>
              </a:defRPr>
            </a:lvl9pPr>
          </a:lstStyle>
          <a:p xmlns:a="http://schemas.openxmlformats.org/drawingml/2006/main">
            <a:pPr>
              <a:defRPr sz="1650" b="1">
                <a:solidFill>
                  <a:srgbClr val="1F4D3B"/>
                </a:solidFill>
                <a:latin typeface="Arial"/>
                <a:ea typeface="Arial"/>
                <a:cs typeface="Arial"/>
              </a:defRPr>
            </a:pPr>
            <a:r>
              <a:rPr sz="1650" b="1">
                <a:solidFill>
                  <a:srgbClr val="1F4D3B"/>
                </a:solidFill>
                <a:latin typeface="Arial"/>
                <a:ea typeface="Arial"/>
                <a:cs typeface="Arial"/>
              </a:rPr>
              <a:t>ROOM</a:t>
            </a:r>
          </a:p>
        </p:txBody>
      </p:sp>
      <p:sp>
        <p:nvSpPr>
          <p:cNvPr id="11" name="entity-fields-ROOM">
            <a:extLst xmlns:a="http://schemas.openxmlformats.org/drawingml/2006/main">
              <a:ext uri="{FF2B5EF4-FFF2-40B4-BE49-F238E27FC236}">
                <a16:creationId xmlns:a16="http://schemas.microsoft.com/office/drawing/2014/main" id="{1146BE6D-E7C9-4F18-AA20-77BB4B180BDE}"/>
              </a:ext>
            </a:extLst>
          </p:cNvPr>
          <p:cNvSpPr>
            <a:spLocks xmlns:a="http://schemas.openxmlformats.org/drawingml/2006/main" noGrp="1"/>
          </p:cNvSpPr>
          <p:nvPr/>
        </p:nvSpPr>
        <p:spPr>
          <a:xfrm xmlns:a="http://schemas.openxmlformats.org/drawingml/2006/main">
            <a:off x="742950" y="3933825"/>
            <a:ext cx="20859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243B2D"/>
                </a:solidFill>
                <a:latin typeface="Arial"/>
                <a:ea typeface="Arial"/>
                <a:cs typeface="Arial"/>
              </a:defRPr>
            </a:defPPr>
            <a:lvl1pPr>
              <a:defRPr sz="1500" b="0">
                <a:solidFill>
                  <a:srgbClr val="243B2D"/>
                </a:solidFill>
                <a:latin typeface="Arial"/>
                <a:ea typeface="Arial"/>
                <a:cs typeface="Arial"/>
              </a:defRPr>
            </a:lvl1pPr>
            <a:lvl2pPr>
              <a:defRPr sz="1500" b="0">
                <a:solidFill>
                  <a:srgbClr val="243B2D"/>
                </a:solidFill>
                <a:latin typeface="Arial"/>
                <a:ea typeface="Arial"/>
                <a:cs typeface="Arial"/>
              </a:defRPr>
            </a:lvl2pPr>
            <a:lvl3pPr>
              <a:defRPr sz="1500" b="0">
                <a:solidFill>
                  <a:srgbClr val="243B2D"/>
                </a:solidFill>
                <a:latin typeface="Arial"/>
                <a:ea typeface="Arial"/>
                <a:cs typeface="Arial"/>
              </a:defRPr>
            </a:lvl3pPr>
            <a:lvl4pPr>
              <a:defRPr sz="1500" b="0">
                <a:solidFill>
                  <a:srgbClr val="243B2D"/>
                </a:solidFill>
                <a:latin typeface="Arial"/>
                <a:ea typeface="Arial"/>
                <a:cs typeface="Arial"/>
              </a:defRPr>
            </a:lvl4pPr>
            <a:lvl5pPr>
              <a:defRPr sz="1500" b="0">
                <a:solidFill>
                  <a:srgbClr val="243B2D"/>
                </a:solidFill>
                <a:latin typeface="Arial"/>
                <a:ea typeface="Arial"/>
                <a:cs typeface="Arial"/>
              </a:defRPr>
            </a:lvl5pPr>
            <a:lvl6pPr>
              <a:defRPr sz="1500" b="0">
                <a:solidFill>
                  <a:srgbClr val="243B2D"/>
                </a:solidFill>
                <a:latin typeface="Arial"/>
                <a:ea typeface="Arial"/>
                <a:cs typeface="Arial"/>
              </a:defRPr>
            </a:lvl6pPr>
            <a:lvl7pPr>
              <a:defRPr sz="1500" b="0">
                <a:solidFill>
                  <a:srgbClr val="243B2D"/>
                </a:solidFill>
                <a:latin typeface="Arial"/>
                <a:ea typeface="Arial"/>
                <a:cs typeface="Arial"/>
              </a:defRPr>
            </a:lvl7pPr>
            <a:lvl8pPr>
              <a:defRPr sz="1500" b="0">
                <a:solidFill>
                  <a:srgbClr val="243B2D"/>
                </a:solidFill>
                <a:latin typeface="Arial"/>
                <a:ea typeface="Arial"/>
                <a:cs typeface="Arial"/>
              </a:defRPr>
            </a:lvl8pPr>
            <a:lvl9pPr>
              <a:defRPr sz="1500" b="0">
                <a:solidFill>
                  <a:srgbClr val="243B2D"/>
                </a:solidFill>
                <a:latin typeface="Arial"/>
                <a:ea typeface="Arial"/>
                <a:cs typeface="Arial"/>
              </a:defRPr>
            </a:lvl9pPr>
          </a:lstStyle>
          <a:p xmlns:a="http://schemas.openxmlformats.org/drawingml/2006/main">
            <a:pPr>
              <a:defRPr sz="1500" b="0">
                <a:solidFill>
                  <a:srgbClr val="243B2D"/>
                </a:solidFill>
                <a:latin typeface="Arial"/>
                <a:ea typeface="Arial"/>
                <a:cs typeface="Arial"/>
              </a:defRPr>
            </a:pPr>
            <a:r>
              <a:rPr sz="1500" b="0">
                <a:solidFill>
                  <a:srgbClr val="243B2D"/>
                </a:solidFill>
                <a:latin typeface="Arial"/>
                <a:ea typeface="Arial"/>
                <a:cs typeface="Arial"/>
              </a:rPr>
              <a:t>PK room_id</a:t>
            </a:r>
          </a:p>
        </p:txBody>
      </p:sp>
      <p:sp>
        <p:nvSpPr>
          <p:cNvPr id="12" name="entity-COMPLAINT_CATEGORY">
            <a:extLst xmlns:a="http://schemas.openxmlformats.org/drawingml/2006/main">
              <a:ext uri="{FF2B5EF4-FFF2-40B4-BE49-F238E27FC236}">
                <a16:creationId xmlns:a16="http://schemas.microsoft.com/office/drawing/2014/main" id="{5524E5C7-F00A-46D3-A85D-FA57D61C9775}"/>
              </a:ext>
            </a:extLst>
          </p:cNvPr>
          <p:cNvSpPr>
            <a:spLocks xmlns:a="http://schemas.openxmlformats.org/drawingml/2006/main" noGrp="1"/>
          </p:cNvSpPr>
          <p:nvPr/>
        </p:nvSpPr>
        <p:spPr>
          <a:xfrm xmlns:a="http://schemas.openxmlformats.org/drawingml/2006/main">
            <a:off x="619125" y="5000625"/>
            <a:ext cx="2333625" cy="1095375"/>
          </a:xfrm>
          <a:prstGeom xmlns:a="http://schemas.openxmlformats.org/drawingml/2006/main" prst="rect">
            <a:avLst/>
          </a:prstGeom>
          <a:solidFill xmlns:a="http://schemas.openxmlformats.org/drawingml/2006/main">
            <a:srgbClr val="FFFFFF"/>
          </a:solidFill>
          <a:ln xmlns:a="http://schemas.openxmlformats.org/drawingml/2006/main" w="14288">
            <a:solidFill>
              <a:srgbClr val="72916C"/>
            </a:solidFill>
          </a:ln>
        </p:spPr>
      </p:sp>
      <p:sp>
        <p:nvSpPr>
          <p:cNvPr id="13" name="entity-name-COMPLAINT_CATEGORY">
            <a:extLst xmlns:a="http://schemas.openxmlformats.org/drawingml/2006/main">
              <a:ext uri="{FF2B5EF4-FFF2-40B4-BE49-F238E27FC236}">
                <a16:creationId xmlns:a16="http://schemas.microsoft.com/office/drawing/2014/main" id="{5002B8AD-02A9-4B11-BE7B-5652CD36EC4A}"/>
              </a:ext>
            </a:extLst>
          </p:cNvPr>
          <p:cNvSpPr>
            <a:spLocks xmlns:a="http://schemas.openxmlformats.org/drawingml/2006/main" noGrp="1"/>
          </p:cNvSpPr>
          <p:nvPr/>
        </p:nvSpPr>
        <p:spPr>
          <a:xfrm xmlns:a="http://schemas.openxmlformats.org/drawingml/2006/main">
            <a:off x="742950" y="5095875"/>
            <a:ext cx="20859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1">
                <a:solidFill>
                  <a:srgbClr val="1F4D3B"/>
                </a:solidFill>
                <a:latin typeface="Arial"/>
                <a:ea typeface="Arial"/>
                <a:cs typeface="Arial"/>
              </a:defRPr>
            </a:defPPr>
            <a:lvl1pPr>
              <a:defRPr sz="1350" b="1">
                <a:solidFill>
                  <a:srgbClr val="1F4D3B"/>
                </a:solidFill>
                <a:latin typeface="Arial"/>
                <a:ea typeface="Arial"/>
                <a:cs typeface="Arial"/>
              </a:defRPr>
            </a:lvl1pPr>
            <a:lvl2pPr>
              <a:defRPr sz="1350" b="1">
                <a:solidFill>
                  <a:srgbClr val="1F4D3B"/>
                </a:solidFill>
                <a:latin typeface="Arial"/>
                <a:ea typeface="Arial"/>
                <a:cs typeface="Arial"/>
              </a:defRPr>
            </a:lvl2pPr>
            <a:lvl3pPr>
              <a:defRPr sz="1350" b="1">
                <a:solidFill>
                  <a:srgbClr val="1F4D3B"/>
                </a:solidFill>
                <a:latin typeface="Arial"/>
                <a:ea typeface="Arial"/>
                <a:cs typeface="Arial"/>
              </a:defRPr>
            </a:lvl3pPr>
            <a:lvl4pPr>
              <a:defRPr sz="1350" b="1">
                <a:solidFill>
                  <a:srgbClr val="1F4D3B"/>
                </a:solidFill>
                <a:latin typeface="Arial"/>
                <a:ea typeface="Arial"/>
                <a:cs typeface="Arial"/>
              </a:defRPr>
            </a:lvl4pPr>
            <a:lvl5pPr>
              <a:defRPr sz="1350" b="1">
                <a:solidFill>
                  <a:srgbClr val="1F4D3B"/>
                </a:solidFill>
                <a:latin typeface="Arial"/>
                <a:ea typeface="Arial"/>
                <a:cs typeface="Arial"/>
              </a:defRPr>
            </a:lvl5pPr>
            <a:lvl6pPr>
              <a:defRPr sz="1350" b="1">
                <a:solidFill>
                  <a:srgbClr val="1F4D3B"/>
                </a:solidFill>
                <a:latin typeface="Arial"/>
                <a:ea typeface="Arial"/>
                <a:cs typeface="Arial"/>
              </a:defRPr>
            </a:lvl6pPr>
            <a:lvl7pPr>
              <a:defRPr sz="1350" b="1">
                <a:solidFill>
                  <a:srgbClr val="1F4D3B"/>
                </a:solidFill>
                <a:latin typeface="Arial"/>
                <a:ea typeface="Arial"/>
                <a:cs typeface="Arial"/>
              </a:defRPr>
            </a:lvl7pPr>
            <a:lvl8pPr>
              <a:defRPr sz="1350" b="1">
                <a:solidFill>
                  <a:srgbClr val="1F4D3B"/>
                </a:solidFill>
                <a:latin typeface="Arial"/>
                <a:ea typeface="Arial"/>
                <a:cs typeface="Arial"/>
              </a:defRPr>
            </a:lvl8pPr>
            <a:lvl9pPr>
              <a:defRPr sz="1350" b="1">
                <a:solidFill>
                  <a:srgbClr val="1F4D3B"/>
                </a:solidFill>
                <a:latin typeface="Arial"/>
                <a:ea typeface="Arial"/>
                <a:cs typeface="Arial"/>
              </a:defRPr>
            </a:lvl9pPr>
          </a:lstStyle>
          <a:p xmlns:a="http://schemas.openxmlformats.org/drawingml/2006/main">
            <a:pPr>
              <a:defRPr sz="1350" b="1">
                <a:solidFill>
                  <a:srgbClr val="1F4D3B"/>
                </a:solidFill>
                <a:latin typeface="Arial"/>
                <a:ea typeface="Arial"/>
                <a:cs typeface="Arial"/>
              </a:defRPr>
            </a:pPr>
            <a:r>
              <a:rPr sz="1350" b="1">
                <a:solidFill>
                  <a:srgbClr val="1F4D3B"/>
                </a:solidFill>
                <a:latin typeface="Arial"/>
                <a:ea typeface="Arial"/>
                <a:cs typeface="Arial"/>
              </a:rPr>
              <a:t>COMPLAINT_CATEGORY</a:t>
            </a:r>
          </a:p>
        </p:txBody>
      </p:sp>
      <p:sp>
        <p:nvSpPr>
          <p:cNvPr id="14" name="entity-fields-COMPLAINT_CATEGORY">
            <a:extLst xmlns:a="http://schemas.openxmlformats.org/drawingml/2006/main">
              <a:ext uri="{FF2B5EF4-FFF2-40B4-BE49-F238E27FC236}">
                <a16:creationId xmlns:a16="http://schemas.microsoft.com/office/drawing/2014/main" id="{0602165D-DE49-412C-9235-692728F51F9C}"/>
              </a:ext>
            </a:extLst>
          </p:cNvPr>
          <p:cNvSpPr>
            <a:spLocks xmlns:a="http://schemas.openxmlformats.org/drawingml/2006/main" noGrp="1"/>
          </p:cNvSpPr>
          <p:nvPr/>
        </p:nvSpPr>
        <p:spPr>
          <a:xfrm xmlns:a="http://schemas.openxmlformats.org/drawingml/2006/main">
            <a:off x="742950" y="5457825"/>
            <a:ext cx="20859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243B2D"/>
                </a:solidFill>
                <a:latin typeface="Arial"/>
                <a:ea typeface="Arial"/>
                <a:cs typeface="Arial"/>
              </a:defRPr>
            </a:defPPr>
            <a:lvl1pPr>
              <a:defRPr sz="1500" b="0">
                <a:solidFill>
                  <a:srgbClr val="243B2D"/>
                </a:solidFill>
                <a:latin typeface="Arial"/>
                <a:ea typeface="Arial"/>
                <a:cs typeface="Arial"/>
              </a:defRPr>
            </a:lvl1pPr>
            <a:lvl2pPr>
              <a:defRPr sz="1500" b="0">
                <a:solidFill>
                  <a:srgbClr val="243B2D"/>
                </a:solidFill>
                <a:latin typeface="Arial"/>
                <a:ea typeface="Arial"/>
                <a:cs typeface="Arial"/>
              </a:defRPr>
            </a:lvl2pPr>
            <a:lvl3pPr>
              <a:defRPr sz="1500" b="0">
                <a:solidFill>
                  <a:srgbClr val="243B2D"/>
                </a:solidFill>
                <a:latin typeface="Arial"/>
                <a:ea typeface="Arial"/>
                <a:cs typeface="Arial"/>
              </a:defRPr>
            </a:lvl3pPr>
            <a:lvl4pPr>
              <a:defRPr sz="1500" b="0">
                <a:solidFill>
                  <a:srgbClr val="243B2D"/>
                </a:solidFill>
                <a:latin typeface="Arial"/>
                <a:ea typeface="Arial"/>
                <a:cs typeface="Arial"/>
              </a:defRPr>
            </a:lvl4pPr>
            <a:lvl5pPr>
              <a:defRPr sz="1500" b="0">
                <a:solidFill>
                  <a:srgbClr val="243B2D"/>
                </a:solidFill>
                <a:latin typeface="Arial"/>
                <a:ea typeface="Arial"/>
                <a:cs typeface="Arial"/>
              </a:defRPr>
            </a:lvl5pPr>
            <a:lvl6pPr>
              <a:defRPr sz="1500" b="0">
                <a:solidFill>
                  <a:srgbClr val="243B2D"/>
                </a:solidFill>
                <a:latin typeface="Arial"/>
                <a:ea typeface="Arial"/>
                <a:cs typeface="Arial"/>
              </a:defRPr>
            </a:lvl6pPr>
            <a:lvl7pPr>
              <a:defRPr sz="1500" b="0">
                <a:solidFill>
                  <a:srgbClr val="243B2D"/>
                </a:solidFill>
                <a:latin typeface="Arial"/>
                <a:ea typeface="Arial"/>
                <a:cs typeface="Arial"/>
              </a:defRPr>
            </a:lvl7pPr>
            <a:lvl8pPr>
              <a:defRPr sz="1500" b="0">
                <a:solidFill>
                  <a:srgbClr val="243B2D"/>
                </a:solidFill>
                <a:latin typeface="Arial"/>
                <a:ea typeface="Arial"/>
                <a:cs typeface="Arial"/>
              </a:defRPr>
            </a:lvl8pPr>
            <a:lvl9pPr>
              <a:defRPr sz="1500" b="0">
                <a:solidFill>
                  <a:srgbClr val="243B2D"/>
                </a:solidFill>
                <a:latin typeface="Arial"/>
                <a:ea typeface="Arial"/>
                <a:cs typeface="Arial"/>
              </a:defRPr>
            </a:lvl9pPr>
          </a:lstStyle>
          <a:p xmlns:a="http://schemas.openxmlformats.org/drawingml/2006/main">
            <a:pPr>
              <a:defRPr sz="1500" b="0">
                <a:solidFill>
                  <a:srgbClr val="243B2D"/>
                </a:solidFill>
                <a:latin typeface="Arial"/>
                <a:ea typeface="Arial"/>
                <a:cs typeface="Arial"/>
              </a:defRPr>
            </a:pPr>
            <a:r>
              <a:rPr sz="1500" b="0">
                <a:solidFill>
                  <a:srgbClr val="243B2D"/>
                </a:solidFill>
                <a:latin typeface="Arial"/>
                <a:ea typeface="Arial"/>
                <a:cs typeface="Arial"/>
              </a:rPr>
              <a:t>PK category_id</a:t>
            </a:r>
          </a:p>
          <a:p xmlns:a="http://schemas.openxmlformats.org/drawingml/2006/main">
            <a:pPr>
              <a:defRPr sz="1500" b="0">
                <a:solidFill>
                  <a:srgbClr val="243B2D"/>
                </a:solidFill>
                <a:latin typeface="Arial"/>
                <a:ea typeface="Arial"/>
                <a:cs typeface="Arial"/>
              </a:defRPr>
            </a:pPr>
            <a:r>
              <a:rPr sz="1500" b="0">
                <a:solidFill>
                  <a:srgbClr val="243B2D"/>
                </a:solidFill>
                <a:latin typeface="Arial"/>
                <a:ea typeface="Arial"/>
                <a:cs typeface="Arial"/>
              </a:rPr>
              <a:t>sla_hours</a:t>
            </a:r>
          </a:p>
        </p:txBody>
      </p:sp>
      <p:sp>
        <p:nvSpPr>
          <p:cNvPr id="15" name="entity-COMPLAINT">
            <a:extLst xmlns:a="http://schemas.openxmlformats.org/drawingml/2006/main">
              <a:ext uri="{FF2B5EF4-FFF2-40B4-BE49-F238E27FC236}">
                <a16:creationId xmlns:a16="http://schemas.microsoft.com/office/drawing/2014/main" id="{C5F838B4-77DD-4EB1-B757-241940AFB68E}"/>
              </a:ext>
            </a:extLst>
          </p:cNvPr>
          <p:cNvSpPr>
            <a:spLocks xmlns:a="http://schemas.openxmlformats.org/drawingml/2006/main" noGrp="1"/>
          </p:cNvSpPr>
          <p:nvPr/>
        </p:nvSpPr>
        <p:spPr>
          <a:xfrm xmlns:a="http://schemas.openxmlformats.org/drawingml/2006/main">
            <a:off x="4476750" y="2286000"/>
            <a:ext cx="3381375" cy="2905125"/>
          </a:xfrm>
          <a:prstGeom xmlns:a="http://schemas.openxmlformats.org/drawingml/2006/main" prst="rect">
            <a:avLst/>
          </a:prstGeom>
          <a:solidFill xmlns:a="http://schemas.openxmlformats.org/drawingml/2006/main">
            <a:srgbClr val="FFFFFF"/>
          </a:solidFill>
          <a:ln xmlns:a="http://schemas.openxmlformats.org/drawingml/2006/main" w="14288">
            <a:solidFill>
              <a:srgbClr val="72916C"/>
            </a:solidFill>
          </a:ln>
        </p:spPr>
      </p:sp>
      <p:sp>
        <p:nvSpPr>
          <p:cNvPr id="16" name="entity-name-COMPLAINT">
            <a:extLst xmlns:a="http://schemas.openxmlformats.org/drawingml/2006/main">
              <a:ext uri="{FF2B5EF4-FFF2-40B4-BE49-F238E27FC236}">
                <a16:creationId xmlns:a16="http://schemas.microsoft.com/office/drawing/2014/main" id="{A3691182-251B-46FA-AB64-9A31D45160BE}"/>
              </a:ext>
            </a:extLst>
          </p:cNvPr>
          <p:cNvSpPr>
            <a:spLocks xmlns:a="http://schemas.openxmlformats.org/drawingml/2006/main" noGrp="1"/>
          </p:cNvSpPr>
          <p:nvPr/>
        </p:nvSpPr>
        <p:spPr>
          <a:xfrm xmlns:a="http://schemas.openxmlformats.org/drawingml/2006/main">
            <a:off x="4600575" y="2381250"/>
            <a:ext cx="31337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1">
                <a:solidFill>
                  <a:srgbClr val="1F4D3B"/>
                </a:solidFill>
                <a:latin typeface="Arial"/>
                <a:ea typeface="Arial"/>
                <a:cs typeface="Arial"/>
              </a:defRPr>
            </a:defPPr>
            <a:lvl1pPr>
              <a:defRPr sz="1650" b="1">
                <a:solidFill>
                  <a:srgbClr val="1F4D3B"/>
                </a:solidFill>
                <a:latin typeface="Arial"/>
                <a:ea typeface="Arial"/>
                <a:cs typeface="Arial"/>
              </a:defRPr>
            </a:lvl1pPr>
            <a:lvl2pPr>
              <a:defRPr sz="1650" b="1">
                <a:solidFill>
                  <a:srgbClr val="1F4D3B"/>
                </a:solidFill>
                <a:latin typeface="Arial"/>
                <a:ea typeface="Arial"/>
                <a:cs typeface="Arial"/>
              </a:defRPr>
            </a:lvl2pPr>
            <a:lvl3pPr>
              <a:defRPr sz="1650" b="1">
                <a:solidFill>
                  <a:srgbClr val="1F4D3B"/>
                </a:solidFill>
                <a:latin typeface="Arial"/>
                <a:ea typeface="Arial"/>
                <a:cs typeface="Arial"/>
              </a:defRPr>
            </a:lvl3pPr>
            <a:lvl4pPr>
              <a:defRPr sz="1650" b="1">
                <a:solidFill>
                  <a:srgbClr val="1F4D3B"/>
                </a:solidFill>
                <a:latin typeface="Arial"/>
                <a:ea typeface="Arial"/>
                <a:cs typeface="Arial"/>
              </a:defRPr>
            </a:lvl4pPr>
            <a:lvl5pPr>
              <a:defRPr sz="1650" b="1">
                <a:solidFill>
                  <a:srgbClr val="1F4D3B"/>
                </a:solidFill>
                <a:latin typeface="Arial"/>
                <a:ea typeface="Arial"/>
                <a:cs typeface="Arial"/>
              </a:defRPr>
            </a:lvl5pPr>
            <a:lvl6pPr>
              <a:defRPr sz="1650" b="1">
                <a:solidFill>
                  <a:srgbClr val="1F4D3B"/>
                </a:solidFill>
                <a:latin typeface="Arial"/>
                <a:ea typeface="Arial"/>
                <a:cs typeface="Arial"/>
              </a:defRPr>
            </a:lvl6pPr>
            <a:lvl7pPr>
              <a:defRPr sz="1650" b="1">
                <a:solidFill>
                  <a:srgbClr val="1F4D3B"/>
                </a:solidFill>
                <a:latin typeface="Arial"/>
                <a:ea typeface="Arial"/>
                <a:cs typeface="Arial"/>
              </a:defRPr>
            </a:lvl7pPr>
            <a:lvl8pPr>
              <a:defRPr sz="1650" b="1">
                <a:solidFill>
                  <a:srgbClr val="1F4D3B"/>
                </a:solidFill>
                <a:latin typeface="Arial"/>
                <a:ea typeface="Arial"/>
                <a:cs typeface="Arial"/>
              </a:defRPr>
            </a:lvl8pPr>
            <a:lvl9pPr>
              <a:defRPr sz="1650" b="1">
                <a:solidFill>
                  <a:srgbClr val="1F4D3B"/>
                </a:solidFill>
                <a:latin typeface="Arial"/>
                <a:ea typeface="Arial"/>
                <a:cs typeface="Arial"/>
              </a:defRPr>
            </a:lvl9pPr>
          </a:lstStyle>
          <a:p xmlns:a="http://schemas.openxmlformats.org/drawingml/2006/main">
            <a:pPr>
              <a:defRPr sz="1650" b="1">
                <a:solidFill>
                  <a:srgbClr val="1F4D3B"/>
                </a:solidFill>
                <a:latin typeface="Arial"/>
                <a:ea typeface="Arial"/>
                <a:cs typeface="Arial"/>
              </a:defRPr>
            </a:pPr>
            <a:r>
              <a:rPr sz="1650" b="1">
                <a:solidFill>
                  <a:srgbClr val="1F4D3B"/>
                </a:solidFill>
                <a:latin typeface="Arial"/>
                <a:ea typeface="Arial"/>
                <a:cs typeface="Arial"/>
              </a:rPr>
              <a:t>COMPLAINT</a:t>
            </a:r>
          </a:p>
        </p:txBody>
      </p:sp>
      <p:sp>
        <p:nvSpPr>
          <p:cNvPr id="17" name="entity-fields-COMPLAINT">
            <a:extLst xmlns:a="http://schemas.openxmlformats.org/drawingml/2006/main">
              <a:ext uri="{FF2B5EF4-FFF2-40B4-BE49-F238E27FC236}">
                <a16:creationId xmlns:a16="http://schemas.microsoft.com/office/drawing/2014/main" id="{1CFE84B7-D68C-4ACD-B330-19B4163CE674}"/>
              </a:ext>
            </a:extLst>
          </p:cNvPr>
          <p:cNvSpPr>
            <a:spLocks xmlns:a="http://schemas.openxmlformats.org/drawingml/2006/main" noGrp="1"/>
          </p:cNvSpPr>
          <p:nvPr/>
        </p:nvSpPr>
        <p:spPr>
          <a:xfrm xmlns:a="http://schemas.openxmlformats.org/drawingml/2006/main">
            <a:off x="4600575" y="2743200"/>
            <a:ext cx="3133725" cy="2400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243B2D"/>
                </a:solidFill>
                <a:latin typeface="Arial"/>
                <a:ea typeface="Arial"/>
                <a:cs typeface="Arial"/>
              </a:defRPr>
            </a:defPPr>
            <a:lvl1pPr>
              <a:defRPr sz="1500" b="0">
                <a:solidFill>
                  <a:srgbClr val="243B2D"/>
                </a:solidFill>
                <a:latin typeface="Arial"/>
                <a:ea typeface="Arial"/>
                <a:cs typeface="Arial"/>
              </a:defRPr>
            </a:lvl1pPr>
            <a:lvl2pPr>
              <a:defRPr sz="1500" b="0">
                <a:solidFill>
                  <a:srgbClr val="243B2D"/>
                </a:solidFill>
                <a:latin typeface="Arial"/>
                <a:ea typeface="Arial"/>
                <a:cs typeface="Arial"/>
              </a:defRPr>
            </a:lvl2pPr>
            <a:lvl3pPr>
              <a:defRPr sz="1500" b="0">
                <a:solidFill>
                  <a:srgbClr val="243B2D"/>
                </a:solidFill>
                <a:latin typeface="Arial"/>
                <a:ea typeface="Arial"/>
                <a:cs typeface="Arial"/>
              </a:defRPr>
            </a:lvl3pPr>
            <a:lvl4pPr>
              <a:defRPr sz="1500" b="0">
                <a:solidFill>
                  <a:srgbClr val="243B2D"/>
                </a:solidFill>
                <a:latin typeface="Arial"/>
                <a:ea typeface="Arial"/>
                <a:cs typeface="Arial"/>
              </a:defRPr>
            </a:lvl4pPr>
            <a:lvl5pPr>
              <a:defRPr sz="1500" b="0">
                <a:solidFill>
                  <a:srgbClr val="243B2D"/>
                </a:solidFill>
                <a:latin typeface="Arial"/>
                <a:ea typeface="Arial"/>
                <a:cs typeface="Arial"/>
              </a:defRPr>
            </a:lvl5pPr>
            <a:lvl6pPr>
              <a:defRPr sz="1500" b="0">
                <a:solidFill>
                  <a:srgbClr val="243B2D"/>
                </a:solidFill>
                <a:latin typeface="Arial"/>
                <a:ea typeface="Arial"/>
                <a:cs typeface="Arial"/>
              </a:defRPr>
            </a:lvl6pPr>
            <a:lvl7pPr>
              <a:defRPr sz="1500" b="0">
                <a:solidFill>
                  <a:srgbClr val="243B2D"/>
                </a:solidFill>
                <a:latin typeface="Arial"/>
                <a:ea typeface="Arial"/>
                <a:cs typeface="Arial"/>
              </a:defRPr>
            </a:lvl7pPr>
            <a:lvl8pPr>
              <a:defRPr sz="1500" b="0">
                <a:solidFill>
                  <a:srgbClr val="243B2D"/>
                </a:solidFill>
                <a:latin typeface="Arial"/>
                <a:ea typeface="Arial"/>
                <a:cs typeface="Arial"/>
              </a:defRPr>
            </a:lvl8pPr>
            <a:lvl9pPr>
              <a:defRPr sz="1500" b="0">
                <a:solidFill>
                  <a:srgbClr val="243B2D"/>
                </a:solidFill>
                <a:latin typeface="Arial"/>
                <a:ea typeface="Arial"/>
                <a:cs typeface="Arial"/>
              </a:defRPr>
            </a:lvl9pPr>
          </a:lstStyle>
          <a:p xmlns:a="http://schemas.openxmlformats.org/drawingml/2006/main">
            <a:pPr>
              <a:defRPr sz="1500" b="0">
                <a:solidFill>
                  <a:srgbClr val="243B2D"/>
                </a:solidFill>
                <a:latin typeface="Arial"/>
                <a:ea typeface="Arial"/>
                <a:cs typeface="Arial"/>
              </a:defRPr>
            </a:pPr>
            <a:r>
              <a:rPr sz="1500" b="0">
                <a:solidFill>
                  <a:srgbClr val="243B2D"/>
                </a:solidFill>
                <a:latin typeface="Arial"/>
                <a:ea typeface="Arial"/>
                <a:cs typeface="Arial"/>
              </a:rPr>
              <a:t>PK complaint_id</a:t>
            </a:r>
          </a:p>
          <a:p xmlns:a="http://schemas.openxmlformats.org/drawingml/2006/main">
            <a:pPr>
              <a:defRPr sz="1500" b="0">
                <a:solidFill>
                  <a:srgbClr val="243B2D"/>
                </a:solidFill>
                <a:latin typeface="Arial"/>
                <a:ea typeface="Arial"/>
                <a:cs typeface="Arial"/>
              </a:defRPr>
            </a:pPr>
            <a:r>
              <a:rPr sz="1500" b="0">
                <a:solidFill>
                  <a:srgbClr val="243B2D"/>
                </a:solidFill>
                <a:latin typeface="Arial"/>
                <a:ea typeface="Arial"/>
                <a:cs typeface="Arial"/>
              </a:rPr>
              <a:t>FK student_id, room_id</a:t>
            </a:r>
          </a:p>
          <a:p xmlns:a="http://schemas.openxmlformats.org/drawingml/2006/main">
            <a:pPr>
              <a:defRPr sz="1500" b="0">
                <a:solidFill>
                  <a:srgbClr val="243B2D"/>
                </a:solidFill>
                <a:latin typeface="Arial"/>
                <a:ea typeface="Arial"/>
                <a:cs typeface="Arial"/>
              </a:defRPr>
            </a:pPr>
            <a:r>
              <a:rPr sz="1500" b="0">
                <a:solidFill>
                  <a:srgbClr val="243B2D"/>
                </a:solidFill>
                <a:latin typeface="Arial"/>
                <a:ea typeface="Arial"/>
                <a:cs typeface="Arial"/>
              </a:rPr>
              <a:t>FK category_id</a:t>
            </a:r>
          </a:p>
          <a:p xmlns:a="http://schemas.openxmlformats.org/drawingml/2006/main">
            <a:pPr>
              <a:defRPr sz="1500" b="0">
                <a:solidFill>
                  <a:srgbClr val="243B2D"/>
                </a:solidFill>
                <a:latin typeface="Arial"/>
                <a:ea typeface="Arial"/>
                <a:cs typeface="Arial"/>
              </a:defRPr>
            </a:pPr>
            <a:r>
              <a:rPr sz="1500" b="0">
                <a:solidFill>
                  <a:srgbClr val="243B2D"/>
                </a:solidFill>
                <a:latin typeface="Arial"/>
                <a:ea typeface="Arial"/>
                <a:cs typeface="Arial"/>
              </a:rPr>
              <a:t>FK assigned_staff_id (nullable)</a:t>
            </a:r>
          </a:p>
          <a:p xmlns:a="http://schemas.openxmlformats.org/drawingml/2006/main">
            <a:pPr>
              <a:defRPr sz="1500" b="0">
                <a:solidFill>
                  <a:srgbClr val="243B2D"/>
                </a:solidFill>
                <a:latin typeface="Arial"/>
                <a:ea typeface="Arial"/>
                <a:cs typeface="Arial"/>
              </a:defRPr>
            </a:pPr>
            <a:r>
              <a:rPr sz="1500" b="0">
                <a:solidFill>
                  <a:srgbClr val="243B2D"/>
                </a:solidFill>
                <a:latin typeface="Arial"/>
                <a:ea typeface="Arial"/>
                <a:cs typeface="Arial"/>
              </a:rPr>
              <a:t>title, priority, status</a:t>
            </a:r>
          </a:p>
          <a:p xmlns:a="http://schemas.openxmlformats.org/drawingml/2006/main">
            <a:pPr>
              <a:defRPr sz="1500" b="0">
                <a:solidFill>
                  <a:srgbClr val="243B2D"/>
                </a:solidFill>
                <a:latin typeface="Arial"/>
                <a:ea typeface="Arial"/>
                <a:cs typeface="Arial"/>
              </a:defRPr>
            </a:pPr>
            <a:r>
              <a:rPr sz="1500" b="0">
                <a:solidFill>
                  <a:srgbClr val="243B2D"/>
                </a:solidFill>
                <a:latin typeface="Arial"/>
                <a:ea typeface="Arial"/>
                <a:cs typeface="Arial"/>
              </a:rPr>
              <a:t>created_at, resolved_at</a:t>
            </a:r>
          </a:p>
        </p:txBody>
      </p:sp>
      <p:sp>
        <p:nvSpPr>
          <p:cNvPr id="18" name="entity-MAINTENANCE_STAFF">
            <a:extLst xmlns:a="http://schemas.openxmlformats.org/drawingml/2006/main">
              <a:ext uri="{FF2B5EF4-FFF2-40B4-BE49-F238E27FC236}">
                <a16:creationId xmlns:a16="http://schemas.microsoft.com/office/drawing/2014/main" id="{70BBCA1B-1805-41CA-B550-8C7AC32A7FFB}"/>
              </a:ext>
            </a:extLst>
          </p:cNvPr>
          <p:cNvSpPr>
            <a:spLocks xmlns:a="http://schemas.openxmlformats.org/drawingml/2006/main" noGrp="1"/>
          </p:cNvSpPr>
          <p:nvPr/>
        </p:nvSpPr>
        <p:spPr>
          <a:xfrm xmlns:a="http://schemas.openxmlformats.org/drawingml/2006/main">
            <a:off x="9334500" y="1857375"/>
            <a:ext cx="2238375" cy="904875"/>
          </a:xfrm>
          <a:prstGeom xmlns:a="http://schemas.openxmlformats.org/drawingml/2006/main" prst="rect">
            <a:avLst/>
          </a:prstGeom>
          <a:solidFill xmlns:a="http://schemas.openxmlformats.org/drawingml/2006/main">
            <a:srgbClr val="FFFFFF"/>
          </a:solidFill>
          <a:ln xmlns:a="http://schemas.openxmlformats.org/drawingml/2006/main" w="14288">
            <a:solidFill>
              <a:srgbClr val="72916C"/>
            </a:solidFill>
          </a:ln>
        </p:spPr>
      </p:sp>
      <p:sp>
        <p:nvSpPr>
          <p:cNvPr id="19" name="entity-name-MAINTENANCE_STAFF">
            <a:extLst xmlns:a="http://schemas.openxmlformats.org/drawingml/2006/main">
              <a:ext uri="{FF2B5EF4-FFF2-40B4-BE49-F238E27FC236}">
                <a16:creationId xmlns:a16="http://schemas.microsoft.com/office/drawing/2014/main" id="{C7EB5858-A5B0-4AEA-8BF9-23692D1E4DD4}"/>
              </a:ext>
            </a:extLst>
          </p:cNvPr>
          <p:cNvSpPr>
            <a:spLocks xmlns:a="http://schemas.openxmlformats.org/drawingml/2006/main" noGrp="1"/>
          </p:cNvSpPr>
          <p:nvPr/>
        </p:nvSpPr>
        <p:spPr>
          <a:xfrm xmlns:a="http://schemas.openxmlformats.org/drawingml/2006/main">
            <a:off x="9458325" y="1952625"/>
            <a:ext cx="19907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1">
                <a:solidFill>
                  <a:srgbClr val="1F4D3B"/>
                </a:solidFill>
                <a:latin typeface="Arial"/>
                <a:ea typeface="Arial"/>
                <a:cs typeface="Arial"/>
              </a:defRPr>
            </a:defPPr>
            <a:lvl1pPr>
              <a:defRPr sz="1350" b="1">
                <a:solidFill>
                  <a:srgbClr val="1F4D3B"/>
                </a:solidFill>
                <a:latin typeface="Arial"/>
                <a:ea typeface="Arial"/>
                <a:cs typeface="Arial"/>
              </a:defRPr>
            </a:lvl1pPr>
            <a:lvl2pPr>
              <a:defRPr sz="1350" b="1">
                <a:solidFill>
                  <a:srgbClr val="1F4D3B"/>
                </a:solidFill>
                <a:latin typeface="Arial"/>
                <a:ea typeface="Arial"/>
                <a:cs typeface="Arial"/>
              </a:defRPr>
            </a:lvl2pPr>
            <a:lvl3pPr>
              <a:defRPr sz="1350" b="1">
                <a:solidFill>
                  <a:srgbClr val="1F4D3B"/>
                </a:solidFill>
                <a:latin typeface="Arial"/>
                <a:ea typeface="Arial"/>
                <a:cs typeface="Arial"/>
              </a:defRPr>
            </a:lvl3pPr>
            <a:lvl4pPr>
              <a:defRPr sz="1350" b="1">
                <a:solidFill>
                  <a:srgbClr val="1F4D3B"/>
                </a:solidFill>
                <a:latin typeface="Arial"/>
                <a:ea typeface="Arial"/>
                <a:cs typeface="Arial"/>
              </a:defRPr>
            </a:lvl4pPr>
            <a:lvl5pPr>
              <a:defRPr sz="1350" b="1">
                <a:solidFill>
                  <a:srgbClr val="1F4D3B"/>
                </a:solidFill>
                <a:latin typeface="Arial"/>
                <a:ea typeface="Arial"/>
                <a:cs typeface="Arial"/>
              </a:defRPr>
            </a:lvl5pPr>
            <a:lvl6pPr>
              <a:defRPr sz="1350" b="1">
                <a:solidFill>
                  <a:srgbClr val="1F4D3B"/>
                </a:solidFill>
                <a:latin typeface="Arial"/>
                <a:ea typeface="Arial"/>
                <a:cs typeface="Arial"/>
              </a:defRPr>
            </a:lvl6pPr>
            <a:lvl7pPr>
              <a:defRPr sz="1350" b="1">
                <a:solidFill>
                  <a:srgbClr val="1F4D3B"/>
                </a:solidFill>
                <a:latin typeface="Arial"/>
                <a:ea typeface="Arial"/>
                <a:cs typeface="Arial"/>
              </a:defRPr>
            </a:lvl7pPr>
            <a:lvl8pPr>
              <a:defRPr sz="1350" b="1">
                <a:solidFill>
                  <a:srgbClr val="1F4D3B"/>
                </a:solidFill>
                <a:latin typeface="Arial"/>
                <a:ea typeface="Arial"/>
                <a:cs typeface="Arial"/>
              </a:defRPr>
            </a:lvl8pPr>
            <a:lvl9pPr>
              <a:defRPr sz="1350" b="1">
                <a:solidFill>
                  <a:srgbClr val="1F4D3B"/>
                </a:solidFill>
                <a:latin typeface="Arial"/>
                <a:ea typeface="Arial"/>
                <a:cs typeface="Arial"/>
              </a:defRPr>
            </a:lvl9pPr>
          </a:lstStyle>
          <a:p xmlns:a="http://schemas.openxmlformats.org/drawingml/2006/main">
            <a:pPr>
              <a:defRPr sz="1350" b="1">
                <a:solidFill>
                  <a:srgbClr val="1F4D3B"/>
                </a:solidFill>
                <a:latin typeface="Arial"/>
                <a:ea typeface="Arial"/>
                <a:cs typeface="Arial"/>
              </a:defRPr>
            </a:pPr>
            <a:r>
              <a:rPr sz="1350" b="1">
                <a:solidFill>
                  <a:srgbClr val="1F4D3B"/>
                </a:solidFill>
                <a:latin typeface="Arial"/>
                <a:ea typeface="Arial"/>
                <a:cs typeface="Arial"/>
              </a:rPr>
              <a:t>MAINTENANCE_STAFF</a:t>
            </a:r>
          </a:p>
        </p:txBody>
      </p:sp>
      <p:sp>
        <p:nvSpPr>
          <p:cNvPr id="20" name="entity-fields-MAINTENANCE_STAFF">
            <a:extLst xmlns:a="http://schemas.openxmlformats.org/drawingml/2006/main">
              <a:ext uri="{FF2B5EF4-FFF2-40B4-BE49-F238E27FC236}">
                <a16:creationId xmlns:a16="http://schemas.microsoft.com/office/drawing/2014/main" id="{98F67A21-0398-4C66-9B85-1234763C1B1D}"/>
              </a:ext>
            </a:extLst>
          </p:cNvPr>
          <p:cNvSpPr>
            <a:spLocks xmlns:a="http://schemas.openxmlformats.org/drawingml/2006/main" noGrp="1"/>
          </p:cNvSpPr>
          <p:nvPr/>
        </p:nvSpPr>
        <p:spPr>
          <a:xfrm xmlns:a="http://schemas.openxmlformats.org/drawingml/2006/main">
            <a:off x="9458325" y="2314575"/>
            <a:ext cx="19907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243B2D"/>
                </a:solidFill>
                <a:latin typeface="Arial"/>
                <a:ea typeface="Arial"/>
                <a:cs typeface="Arial"/>
              </a:defRPr>
            </a:defPPr>
            <a:lvl1pPr>
              <a:defRPr sz="1500" b="0">
                <a:solidFill>
                  <a:srgbClr val="243B2D"/>
                </a:solidFill>
                <a:latin typeface="Arial"/>
                <a:ea typeface="Arial"/>
                <a:cs typeface="Arial"/>
              </a:defRPr>
            </a:lvl1pPr>
            <a:lvl2pPr>
              <a:defRPr sz="1500" b="0">
                <a:solidFill>
                  <a:srgbClr val="243B2D"/>
                </a:solidFill>
                <a:latin typeface="Arial"/>
                <a:ea typeface="Arial"/>
                <a:cs typeface="Arial"/>
              </a:defRPr>
            </a:lvl2pPr>
            <a:lvl3pPr>
              <a:defRPr sz="1500" b="0">
                <a:solidFill>
                  <a:srgbClr val="243B2D"/>
                </a:solidFill>
                <a:latin typeface="Arial"/>
                <a:ea typeface="Arial"/>
                <a:cs typeface="Arial"/>
              </a:defRPr>
            </a:lvl3pPr>
            <a:lvl4pPr>
              <a:defRPr sz="1500" b="0">
                <a:solidFill>
                  <a:srgbClr val="243B2D"/>
                </a:solidFill>
                <a:latin typeface="Arial"/>
                <a:ea typeface="Arial"/>
                <a:cs typeface="Arial"/>
              </a:defRPr>
            </a:lvl4pPr>
            <a:lvl5pPr>
              <a:defRPr sz="1500" b="0">
                <a:solidFill>
                  <a:srgbClr val="243B2D"/>
                </a:solidFill>
                <a:latin typeface="Arial"/>
                <a:ea typeface="Arial"/>
                <a:cs typeface="Arial"/>
              </a:defRPr>
            </a:lvl5pPr>
            <a:lvl6pPr>
              <a:defRPr sz="1500" b="0">
                <a:solidFill>
                  <a:srgbClr val="243B2D"/>
                </a:solidFill>
                <a:latin typeface="Arial"/>
                <a:ea typeface="Arial"/>
                <a:cs typeface="Arial"/>
              </a:defRPr>
            </a:lvl6pPr>
            <a:lvl7pPr>
              <a:defRPr sz="1500" b="0">
                <a:solidFill>
                  <a:srgbClr val="243B2D"/>
                </a:solidFill>
                <a:latin typeface="Arial"/>
                <a:ea typeface="Arial"/>
                <a:cs typeface="Arial"/>
              </a:defRPr>
            </a:lvl7pPr>
            <a:lvl8pPr>
              <a:defRPr sz="1500" b="0">
                <a:solidFill>
                  <a:srgbClr val="243B2D"/>
                </a:solidFill>
                <a:latin typeface="Arial"/>
                <a:ea typeface="Arial"/>
                <a:cs typeface="Arial"/>
              </a:defRPr>
            </a:lvl8pPr>
            <a:lvl9pPr>
              <a:defRPr sz="1500" b="0">
                <a:solidFill>
                  <a:srgbClr val="243B2D"/>
                </a:solidFill>
                <a:latin typeface="Arial"/>
                <a:ea typeface="Arial"/>
                <a:cs typeface="Arial"/>
              </a:defRPr>
            </a:lvl9pPr>
          </a:lstStyle>
          <a:p xmlns:a="http://schemas.openxmlformats.org/drawingml/2006/main">
            <a:pPr>
              <a:defRPr sz="1500" b="0">
                <a:solidFill>
                  <a:srgbClr val="243B2D"/>
                </a:solidFill>
                <a:latin typeface="Arial"/>
                <a:ea typeface="Arial"/>
                <a:cs typeface="Arial"/>
              </a:defRPr>
            </a:pPr>
            <a:r>
              <a:rPr sz="1500" b="0">
                <a:solidFill>
                  <a:srgbClr val="243B2D"/>
                </a:solidFill>
                <a:latin typeface="Arial"/>
                <a:ea typeface="Arial"/>
                <a:cs typeface="Arial"/>
              </a:rPr>
              <a:t>PK staff_id</a:t>
            </a:r>
          </a:p>
        </p:txBody>
      </p:sp>
      <p:sp>
        <p:nvSpPr>
          <p:cNvPr id="21" name="entity-COMPLAINT_LOG">
            <a:extLst xmlns:a="http://schemas.openxmlformats.org/drawingml/2006/main">
              <a:ext uri="{FF2B5EF4-FFF2-40B4-BE49-F238E27FC236}">
                <a16:creationId xmlns:a16="http://schemas.microsoft.com/office/drawing/2014/main" id="{FDBB928E-AD78-435C-89F6-ED4491E9A56C}"/>
              </a:ext>
            </a:extLst>
          </p:cNvPr>
          <p:cNvSpPr>
            <a:spLocks xmlns:a="http://schemas.openxmlformats.org/drawingml/2006/main" noGrp="1"/>
          </p:cNvSpPr>
          <p:nvPr/>
        </p:nvSpPr>
        <p:spPr>
          <a:xfrm xmlns:a="http://schemas.openxmlformats.org/drawingml/2006/main">
            <a:off x="9334500" y="3476625"/>
            <a:ext cx="2238375" cy="1095375"/>
          </a:xfrm>
          <a:prstGeom xmlns:a="http://schemas.openxmlformats.org/drawingml/2006/main" prst="rect">
            <a:avLst/>
          </a:prstGeom>
          <a:solidFill xmlns:a="http://schemas.openxmlformats.org/drawingml/2006/main">
            <a:srgbClr val="FFFFFF"/>
          </a:solidFill>
          <a:ln xmlns:a="http://schemas.openxmlformats.org/drawingml/2006/main" w="14288">
            <a:solidFill>
              <a:srgbClr val="72916C"/>
            </a:solidFill>
          </a:ln>
        </p:spPr>
      </p:sp>
      <p:sp>
        <p:nvSpPr>
          <p:cNvPr id="22" name="entity-name-COMPLAINT_LOG">
            <a:extLst xmlns:a="http://schemas.openxmlformats.org/drawingml/2006/main">
              <a:ext uri="{FF2B5EF4-FFF2-40B4-BE49-F238E27FC236}">
                <a16:creationId xmlns:a16="http://schemas.microsoft.com/office/drawing/2014/main" id="{403D4C28-2EF9-4020-8699-7D37DAB7094D}"/>
              </a:ext>
            </a:extLst>
          </p:cNvPr>
          <p:cNvSpPr>
            <a:spLocks xmlns:a="http://schemas.openxmlformats.org/drawingml/2006/main" noGrp="1"/>
          </p:cNvSpPr>
          <p:nvPr/>
        </p:nvSpPr>
        <p:spPr>
          <a:xfrm xmlns:a="http://schemas.openxmlformats.org/drawingml/2006/main">
            <a:off x="9458325" y="3571875"/>
            <a:ext cx="19907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1">
                <a:solidFill>
                  <a:srgbClr val="1F4D3B"/>
                </a:solidFill>
                <a:latin typeface="Arial"/>
                <a:ea typeface="Arial"/>
                <a:cs typeface="Arial"/>
              </a:defRPr>
            </a:defPPr>
            <a:lvl1pPr>
              <a:defRPr sz="1650" b="1">
                <a:solidFill>
                  <a:srgbClr val="1F4D3B"/>
                </a:solidFill>
                <a:latin typeface="Arial"/>
                <a:ea typeface="Arial"/>
                <a:cs typeface="Arial"/>
              </a:defRPr>
            </a:lvl1pPr>
            <a:lvl2pPr>
              <a:defRPr sz="1650" b="1">
                <a:solidFill>
                  <a:srgbClr val="1F4D3B"/>
                </a:solidFill>
                <a:latin typeface="Arial"/>
                <a:ea typeface="Arial"/>
                <a:cs typeface="Arial"/>
              </a:defRPr>
            </a:lvl2pPr>
            <a:lvl3pPr>
              <a:defRPr sz="1650" b="1">
                <a:solidFill>
                  <a:srgbClr val="1F4D3B"/>
                </a:solidFill>
                <a:latin typeface="Arial"/>
                <a:ea typeface="Arial"/>
                <a:cs typeface="Arial"/>
              </a:defRPr>
            </a:lvl3pPr>
            <a:lvl4pPr>
              <a:defRPr sz="1650" b="1">
                <a:solidFill>
                  <a:srgbClr val="1F4D3B"/>
                </a:solidFill>
                <a:latin typeface="Arial"/>
                <a:ea typeface="Arial"/>
                <a:cs typeface="Arial"/>
              </a:defRPr>
            </a:lvl4pPr>
            <a:lvl5pPr>
              <a:defRPr sz="1650" b="1">
                <a:solidFill>
                  <a:srgbClr val="1F4D3B"/>
                </a:solidFill>
                <a:latin typeface="Arial"/>
                <a:ea typeface="Arial"/>
                <a:cs typeface="Arial"/>
              </a:defRPr>
            </a:lvl5pPr>
            <a:lvl6pPr>
              <a:defRPr sz="1650" b="1">
                <a:solidFill>
                  <a:srgbClr val="1F4D3B"/>
                </a:solidFill>
                <a:latin typeface="Arial"/>
                <a:ea typeface="Arial"/>
                <a:cs typeface="Arial"/>
              </a:defRPr>
            </a:lvl6pPr>
            <a:lvl7pPr>
              <a:defRPr sz="1650" b="1">
                <a:solidFill>
                  <a:srgbClr val="1F4D3B"/>
                </a:solidFill>
                <a:latin typeface="Arial"/>
                <a:ea typeface="Arial"/>
                <a:cs typeface="Arial"/>
              </a:defRPr>
            </a:lvl7pPr>
            <a:lvl8pPr>
              <a:defRPr sz="1650" b="1">
                <a:solidFill>
                  <a:srgbClr val="1F4D3B"/>
                </a:solidFill>
                <a:latin typeface="Arial"/>
                <a:ea typeface="Arial"/>
                <a:cs typeface="Arial"/>
              </a:defRPr>
            </a:lvl8pPr>
            <a:lvl9pPr>
              <a:defRPr sz="1650" b="1">
                <a:solidFill>
                  <a:srgbClr val="1F4D3B"/>
                </a:solidFill>
                <a:latin typeface="Arial"/>
                <a:ea typeface="Arial"/>
                <a:cs typeface="Arial"/>
              </a:defRPr>
            </a:lvl9pPr>
          </a:lstStyle>
          <a:p xmlns:a="http://schemas.openxmlformats.org/drawingml/2006/main">
            <a:pPr>
              <a:defRPr sz="1650" b="1">
                <a:solidFill>
                  <a:srgbClr val="1F4D3B"/>
                </a:solidFill>
                <a:latin typeface="Arial"/>
                <a:ea typeface="Arial"/>
                <a:cs typeface="Arial"/>
              </a:defRPr>
            </a:pPr>
            <a:r>
              <a:rPr sz="1650" b="1">
                <a:solidFill>
                  <a:srgbClr val="1F4D3B"/>
                </a:solidFill>
                <a:latin typeface="Arial"/>
                <a:ea typeface="Arial"/>
                <a:cs typeface="Arial"/>
              </a:rPr>
              <a:t>COMPLAINT_LOG</a:t>
            </a:r>
          </a:p>
        </p:txBody>
      </p:sp>
      <p:sp>
        <p:nvSpPr>
          <p:cNvPr id="23" name="entity-fields-COMPLAINT_LOG">
            <a:extLst xmlns:a="http://schemas.openxmlformats.org/drawingml/2006/main">
              <a:ext uri="{FF2B5EF4-FFF2-40B4-BE49-F238E27FC236}">
                <a16:creationId xmlns:a16="http://schemas.microsoft.com/office/drawing/2014/main" id="{A79BEF35-8B8D-4E8B-BCD1-1C8742DC876F}"/>
              </a:ext>
            </a:extLst>
          </p:cNvPr>
          <p:cNvSpPr>
            <a:spLocks xmlns:a="http://schemas.openxmlformats.org/drawingml/2006/main" noGrp="1"/>
          </p:cNvSpPr>
          <p:nvPr/>
        </p:nvSpPr>
        <p:spPr>
          <a:xfrm xmlns:a="http://schemas.openxmlformats.org/drawingml/2006/main">
            <a:off x="9458325" y="3933825"/>
            <a:ext cx="19907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243B2D"/>
                </a:solidFill>
                <a:latin typeface="Arial"/>
                <a:ea typeface="Arial"/>
                <a:cs typeface="Arial"/>
              </a:defRPr>
            </a:defPPr>
            <a:lvl1pPr>
              <a:defRPr sz="1500" b="0">
                <a:solidFill>
                  <a:srgbClr val="243B2D"/>
                </a:solidFill>
                <a:latin typeface="Arial"/>
                <a:ea typeface="Arial"/>
                <a:cs typeface="Arial"/>
              </a:defRPr>
            </a:lvl1pPr>
            <a:lvl2pPr>
              <a:defRPr sz="1500" b="0">
                <a:solidFill>
                  <a:srgbClr val="243B2D"/>
                </a:solidFill>
                <a:latin typeface="Arial"/>
                <a:ea typeface="Arial"/>
                <a:cs typeface="Arial"/>
              </a:defRPr>
            </a:lvl2pPr>
            <a:lvl3pPr>
              <a:defRPr sz="1500" b="0">
                <a:solidFill>
                  <a:srgbClr val="243B2D"/>
                </a:solidFill>
                <a:latin typeface="Arial"/>
                <a:ea typeface="Arial"/>
                <a:cs typeface="Arial"/>
              </a:defRPr>
            </a:lvl3pPr>
            <a:lvl4pPr>
              <a:defRPr sz="1500" b="0">
                <a:solidFill>
                  <a:srgbClr val="243B2D"/>
                </a:solidFill>
                <a:latin typeface="Arial"/>
                <a:ea typeface="Arial"/>
                <a:cs typeface="Arial"/>
              </a:defRPr>
            </a:lvl4pPr>
            <a:lvl5pPr>
              <a:defRPr sz="1500" b="0">
                <a:solidFill>
                  <a:srgbClr val="243B2D"/>
                </a:solidFill>
                <a:latin typeface="Arial"/>
                <a:ea typeface="Arial"/>
                <a:cs typeface="Arial"/>
              </a:defRPr>
            </a:lvl5pPr>
            <a:lvl6pPr>
              <a:defRPr sz="1500" b="0">
                <a:solidFill>
                  <a:srgbClr val="243B2D"/>
                </a:solidFill>
                <a:latin typeface="Arial"/>
                <a:ea typeface="Arial"/>
                <a:cs typeface="Arial"/>
              </a:defRPr>
            </a:lvl6pPr>
            <a:lvl7pPr>
              <a:defRPr sz="1500" b="0">
                <a:solidFill>
                  <a:srgbClr val="243B2D"/>
                </a:solidFill>
                <a:latin typeface="Arial"/>
                <a:ea typeface="Arial"/>
                <a:cs typeface="Arial"/>
              </a:defRPr>
            </a:lvl7pPr>
            <a:lvl8pPr>
              <a:defRPr sz="1500" b="0">
                <a:solidFill>
                  <a:srgbClr val="243B2D"/>
                </a:solidFill>
                <a:latin typeface="Arial"/>
                <a:ea typeface="Arial"/>
                <a:cs typeface="Arial"/>
              </a:defRPr>
            </a:lvl8pPr>
            <a:lvl9pPr>
              <a:defRPr sz="1500" b="0">
                <a:solidFill>
                  <a:srgbClr val="243B2D"/>
                </a:solidFill>
                <a:latin typeface="Arial"/>
                <a:ea typeface="Arial"/>
                <a:cs typeface="Arial"/>
              </a:defRPr>
            </a:lvl9pPr>
          </a:lstStyle>
          <a:p xmlns:a="http://schemas.openxmlformats.org/drawingml/2006/main">
            <a:pPr>
              <a:defRPr sz="1500" b="0">
                <a:solidFill>
                  <a:srgbClr val="243B2D"/>
                </a:solidFill>
                <a:latin typeface="Arial"/>
                <a:ea typeface="Arial"/>
                <a:cs typeface="Arial"/>
              </a:defRPr>
            </a:pPr>
            <a:r>
              <a:rPr sz="1500" b="0">
                <a:solidFill>
                  <a:srgbClr val="243B2D"/>
                </a:solidFill>
                <a:latin typeface="Arial"/>
                <a:ea typeface="Arial"/>
                <a:cs typeface="Arial"/>
              </a:rPr>
              <a:t>PK log_id</a:t>
            </a:r>
          </a:p>
          <a:p xmlns:a="http://schemas.openxmlformats.org/drawingml/2006/main">
            <a:pPr>
              <a:defRPr sz="1500" b="0">
                <a:solidFill>
                  <a:srgbClr val="243B2D"/>
                </a:solidFill>
                <a:latin typeface="Arial"/>
                <a:ea typeface="Arial"/>
                <a:cs typeface="Arial"/>
              </a:defRPr>
            </a:pPr>
            <a:r>
              <a:rPr sz="1500" b="0">
                <a:solidFill>
                  <a:srgbClr val="243B2D"/>
                </a:solidFill>
                <a:latin typeface="Arial"/>
                <a:ea typeface="Arial"/>
                <a:cs typeface="Arial"/>
              </a:rPr>
              <a:t>FK complaint_id</a:t>
            </a:r>
          </a:p>
        </p:txBody>
      </p:sp>
      <p:sp>
        <p:nvSpPr>
          <p:cNvPr id="24" name="entity-FEEDBACK">
            <a:extLst xmlns:a="http://schemas.openxmlformats.org/drawingml/2006/main">
              <a:ext uri="{FF2B5EF4-FFF2-40B4-BE49-F238E27FC236}">
                <a16:creationId xmlns:a16="http://schemas.microsoft.com/office/drawing/2014/main" id="{990A3D03-950F-478C-B37D-991D3DC75AD5}"/>
              </a:ext>
            </a:extLst>
          </p:cNvPr>
          <p:cNvSpPr>
            <a:spLocks xmlns:a="http://schemas.openxmlformats.org/drawingml/2006/main" noGrp="1"/>
          </p:cNvSpPr>
          <p:nvPr/>
        </p:nvSpPr>
        <p:spPr>
          <a:xfrm xmlns:a="http://schemas.openxmlformats.org/drawingml/2006/main">
            <a:off x="9334500" y="5238750"/>
            <a:ext cx="2238375" cy="904875"/>
          </a:xfrm>
          <a:prstGeom xmlns:a="http://schemas.openxmlformats.org/drawingml/2006/main" prst="rect">
            <a:avLst/>
          </a:prstGeom>
          <a:solidFill xmlns:a="http://schemas.openxmlformats.org/drawingml/2006/main">
            <a:srgbClr val="FFFFFF"/>
          </a:solidFill>
          <a:ln xmlns:a="http://schemas.openxmlformats.org/drawingml/2006/main" w="14288">
            <a:solidFill>
              <a:srgbClr val="72916C"/>
            </a:solidFill>
          </a:ln>
        </p:spPr>
      </p:sp>
      <p:sp>
        <p:nvSpPr>
          <p:cNvPr id="25" name="entity-name-FEEDBACK">
            <a:extLst xmlns:a="http://schemas.openxmlformats.org/drawingml/2006/main">
              <a:ext uri="{FF2B5EF4-FFF2-40B4-BE49-F238E27FC236}">
                <a16:creationId xmlns:a16="http://schemas.microsoft.com/office/drawing/2014/main" id="{E1868580-BAFD-46EA-B7F4-19B832C52E19}"/>
              </a:ext>
            </a:extLst>
          </p:cNvPr>
          <p:cNvSpPr>
            <a:spLocks xmlns:a="http://schemas.openxmlformats.org/drawingml/2006/main" noGrp="1"/>
          </p:cNvSpPr>
          <p:nvPr/>
        </p:nvSpPr>
        <p:spPr>
          <a:xfrm xmlns:a="http://schemas.openxmlformats.org/drawingml/2006/main">
            <a:off x="9458325" y="5334000"/>
            <a:ext cx="19907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1">
                <a:solidFill>
                  <a:srgbClr val="1F4D3B"/>
                </a:solidFill>
                <a:latin typeface="Arial"/>
                <a:ea typeface="Arial"/>
                <a:cs typeface="Arial"/>
              </a:defRPr>
            </a:defPPr>
            <a:lvl1pPr>
              <a:defRPr sz="1650" b="1">
                <a:solidFill>
                  <a:srgbClr val="1F4D3B"/>
                </a:solidFill>
                <a:latin typeface="Arial"/>
                <a:ea typeface="Arial"/>
                <a:cs typeface="Arial"/>
              </a:defRPr>
            </a:lvl1pPr>
            <a:lvl2pPr>
              <a:defRPr sz="1650" b="1">
                <a:solidFill>
                  <a:srgbClr val="1F4D3B"/>
                </a:solidFill>
                <a:latin typeface="Arial"/>
                <a:ea typeface="Arial"/>
                <a:cs typeface="Arial"/>
              </a:defRPr>
            </a:lvl2pPr>
            <a:lvl3pPr>
              <a:defRPr sz="1650" b="1">
                <a:solidFill>
                  <a:srgbClr val="1F4D3B"/>
                </a:solidFill>
                <a:latin typeface="Arial"/>
                <a:ea typeface="Arial"/>
                <a:cs typeface="Arial"/>
              </a:defRPr>
            </a:lvl3pPr>
            <a:lvl4pPr>
              <a:defRPr sz="1650" b="1">
                <a:solidFill>
                  <a:srgbClr val="1F4D3B"/>
                </a:solidFill>
                <a:latin typeface="Arial"/>
                <a:ea typeface="Arial"/>
                <a:cs typeface="Arial"/>
              </a:defRPr>
            </a:lvl4pPr>
            <a:lvl5pPr>
              <a:defRPr sz="1650" b="1">
                <a:solidFill>
                  <a:srgbClr val="1F4D3B"/>
                </a:solidFill>
                <a:latin typeface="Arial"/>
                <a:ea typeface="Arial"/>
                <a:cs typeface="Arial"/>
              </a:defRPr>
            </a:lvl5pPr>
            <a:lvl6pPr>
              <a:defRPr sz="1650" b="1">
                <a:solidFill>
                  <a:srgbClr val="1F4D3B"/>
                </a:solidFill>
                <a:latin typeface="Arial"/>
                <a:ea typeface="Arial"/>
                <a:cs typeface="Arial"/>
              </a:defRPr>
            </a:lvl6pPr>
            <a:lvl7pPr>
              <a:defRPr sz="1650" b="1">
                <a:solidFill>
                  <a:srgbClr val="1F4D3B"/>
                </a:solidFill>
                <a:latin typeface="Arial"/>
                <a:ea typeface="Arial"/>
                <a:cs typeface="Arial"/>
              </a:defRPr>
            </a:lvl7pPr>
            <a:lvl8pPr>
              <a:defRPr sz="1650" b="1">
                <a:solidFill>
                  <a:srgbClr val="1F4D3B"/>
                </a:solidFill>
                <a:latin typeface="Arial"/>
                <a:ea typeface="Arial"/>
                <a:cs typeface="Arial"/>
              </a:defRPr>
            </a:lvl8pPr>
            <a:lvl9pPr>
              <a:defRPr sz="1650" b="1">
                <a:solidFill>
                  <a:srgbClr val="1F4D3B"/>
                </a:solidFill>
                <a:latin typeface="Arial"/>
                <a:ea typeface="Arial"/>
                <a:cs typeface="Arial"/>
              </a:defRPr>
            </a:lvl9pPr>
          </a:lstStyle>
          <a:p xmlns:a="http://schemas.openxmlformats.org/drawingml/2006/main">
            <a:pPr>
              <a:defRPr sz="1650" b="1">
                <a:solidFill>
                  <a:srgbClr val="1F4D3B"/>
                </a:solidFill>
                <a:latin typeface="Arial"/>
                <a:ea typeface="Arial"/>
                <a:cs typeface="Arial"/>
              </a:defRPr>
            </a:pPr>
            <a:r>
              <a:rPr sz="1650" b="1">
                <a:solidFill>
                  <a:srgbClr val="1F4D3B"/>
                </a:solidFill>
                <a:latin typeface="Arial"/>
                <a:ea typeface="Arial"/>
                <a:cs typeface="Arial"/>
              </a:rPr>
              <a:t>FEEDBACK</a:t>
            </a:r>
          </a:p>
        </p:txBody>
      </p:sp>
      <p:sp>
        <p:nvSpPr>
          <p:cNvPr id="26" name="entity-fields-FEEDBACK">
            <a:extLst xmlns:a="http://schemas.openxmlformats.org/drawingml/2006/main">
              <a:ext uri="{FF2B5EF4-FFF2-40B4-BE49-F238E27FC236}">
                <a16:creationId xmlns:a16="http://schemas.microsoft.com/office/drawing/2014/main" id="{6DEA5758-2A1C-497A-9EA0-D4D19EF99CAA}"/>
              </a:ext>
            </a:extLst>
          </p:cNvPr>
          <p:cNvSpPr>
            <a:spLocks xmlns:a="http://schemas.openxmlformats.org/drawingml/2006/main" noGrp="1"/>
          </p:cNvSpPr>
          <p:nvPr/>
        </p:nvSpPr>
        <p:spPr>
          <a:xfrm xmlns:a="http://schemas.openxmlformats.org/drawingml/2006/main">
            <a:off x="9458325" y="5695950"/>
            <a:ext cx="19907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243B2D"/>
                </a:solidFill>
                <a:latin typeface="Arial"/>
                <a:ea typeface="Arial"/>
                <a:cs typeface="Arial"/>
              </a:defRPr>
            </a:defPPr>
            <a:lvl1pPr>
              <a:defRPr sz="1500" b="0">
                <a:solidFill>
                  <a:srgbClr val="243B2D"/>
                </a:solidFill>
                <a:latin typeface="Arial"/>
                <a:ea typeface="Arial"/>
                <a:cs typeface="Arial"/>
              </a:defRPr>
            </a:lvl1pPr>
            <a:lvl2pPr>
              <a:defRPr sz="1500" b="0">
                <a:solidFill>
                  <a:srgbClr val="243B2D"/>
                </a:solidFill>
                <a:latin typeface="Arial"/>
                <a:ea typeface="Arial"/>
                <a:cs typeface="Arial"/>
              </a:defRPr>
            </a:lvl2pPr>
            <a:lvl3pPr>
              <a:defRPr sz="1500" b="0">
                <a:solidFill>
                  <a:srgbClr val="243B2D"/>
                </a:solidFill>
                <a:latin typeface="Arial"/>
                <a:ea typeface="Arial"/>
                <a:cs typeface="Arial"/>
              </a:defRPr>
            </a:lvl3pPr>
            <a:lvl4pPr>
              <a:defRPr sz="1500" b="0">
                <a:solidFill>
                  <a:srgbClr val="243B2D"/>
                </a:solidFill>
                <a:latin typeface="Arial"/>
                <a:ea typeface="Arial"/>
                <a:cs typeface="Arial"/>
              </a:defRPr>
            </a:lvl4pPr>
            <a:lvl5pPr>
              <a:defRPr sz="1500" b="0">
                <a:solidFill>
                  <a:srgbClr val="243B2D"/>
                </a:solidFill>
                <a:latin typeface="Arial"/>
                <a:ea typeface="Arial"/>
                <a:cs typeface="Arial"/>
              </a:defRPr>
            </a:lvl5pPr>
            <a:lvl6pPr>
              <a:defRPr sz="1500" b="0">
                <a:solidFill>
                  <a:srgbClr val="243B2D"/>
                </a:solidFill>
                <a:latin typeface="Arial"/>
                <a:ea typeface="Arial"/>
                <a:cs typeface="Arial"/>
              </a:defRPr>
            </a:lvl6pPr>
            <a:lvl7pPr>
              <a:defRPr sz="1500" b="0">
                <a:solidFill>
                  <a:srgbClr val="243B2D"/>
                </a:solidFill>
                <a:latin typeface="Arial"/>
                <a:ea typeface="Arial"/>
                <a:cs typeface="Arial"/>
              </a:defRPr>
            </a:lvl7pPr>
            <a:lvl8pPr>
              <a:defRPr sz="1500" b="0">
                <a:solidFill>
                  <a:srgbClr val="243B2D"/>
                </a:solidFill>
                <a:latin typeface="Arial"/>
                <a:ea typeface="Arial"/>
                <a:cs typeface="Arial"/>
              </a:defRPr>
            </a:lvl8pPr>
            <a:lvl9pPr>
              <a:defRPr sz="1500" b="0">
                <a:solidFill>
                  <a:srgbClr val="243B2D"/>
                </a:solidFill>
                <a:latin typeface="Arial"/>
                <a:ea typeface="Arial"/>
                <a:cs typeface="Arial"/>
              </a:defRPr>
            </a:lvl9pPr>
          </a:lstStyle>
          <a:p xmlns:a="http://schemas.openxmlformats.org/drawingml/2006/main">
            <a:pPr>
              <a:defRPr sz="1500" b="0">
                <a:solidFill>
                  <a:srgbClr val="243B2D"/>
                </a:solidFill>
                <a:latin typeface="Arial"/>
                <a:ea typeface="Arial"/>
                <a:cs typeface="Arial"/>
              </a:defRPr>
            </a:pPr>
            <a:r>
              <a:rPr sz="1500" b="0">
                <a:solidFill>
                  <a:srgbClr val="243B2D"/>
                </a:solidFill>
                <a:latin typeface="Arial"/>
                <a:ea typeface="Arial"/>
                <a:cs typeface="Arial"/>
              </a:rPr>
              <a:t>PK/FK complaint_id</a:t>
            </a:r>
          </a:p>
          <a:p xmlns:a="http://schemas.openxmlformats.org/drawingml/2006/main">
            <a:pPr>
              <a:defRPr sz="1500" b="0">
                <a:solidFill>
                  <a:srgbClr val="243B2D"/>
                </a:solidFill>
                <a:latin typeface="Arial"/>
                <a:ea typeface="Arial"/>
                <a:cs typeface="Arial"/>
              </a:defRPr>
            </a:pPr>
            <a:r>
              <a:rPr sz="1500" b="0">
                <a:solidFill>
                  <a:srgbClr val="243B2D"/>
                </a:solidFill>
                <a:latin typeface="Arial"/>
                <a:ea typeface="Arial"/>
                <a:cs typeface="Arial"/>
              </a:rPr>
              <a:t>rating, comments</a:t>
            </a:r>
          </a:p>
        </p:txBody>
      </p:sp>
      <p:cxnSp>
        <p:nvCxnSpPr>
          <p:cNvPr id="27" name="">
            <a:extLst xmlns:a="http://schemas.openxmlformats.org/drawingml/2006/main">
              <a:ext uri="{FF2B5EF4-FFF2-40B4-BE49-F238E27FC236}">
                <a16:creationId xmlns:a16="http://schemas.microsoft.com/office/drawing/2014/main" id="{0EFBC118-2E78-4019-8914-2CFE27A47E9C}"/>
              </a:ext>
            </a:extLst>
          </p:cNvPr>
          <p:cNvCxnSpPr/>
          <p:nvPr/>
        </p:nvCxnSpPr>
        <p:spPr>
          <a:xfrm xmlns:a="http://schemas.openxmlformats.org/drawingml/2006/main" flipH="0" flipV="0">
            <a:off x="2952750" y="2305050"/>
            <a:ext cx="762000" cy="0"/>
          </a:xfrm>
          <a:prstGeom xmlns:a="http://schemas.openxmlformats.org/drawingml/2006/main" prst="straightConnector1">
            <a:avLst/>
          </a:prstGeom>
          <a:ln xmlns:a="http://schemas.openxmlformats.org/drawingml/2006/main" w="19050">
            <a:solidFill>
              <a:srgbClr val="789272"/>
            </a:solidFill>
          </a:ln>
        </p:spPr>
      </p:cxnSp>
      <p:cxnSp>
        <p:nvCxnSpPr>
          <p:cNvPr id="28" name="">
            <a:extLst xmlns:a="http://schemas.openxmlformats.org/drawingml/2006/main">
              <a:ext uri="{FF2B5EF4-FFF2-40B4-BE49-F238E27FC236}">
                <a16:creationId xmlns:a16="http://schemas.microsoft.com/office/drawing/2014/main" id="{E3454200-E3F4-464F-AB4A-C708BDA6BE25}"/>
              </a:ext>
            </a:extLst>
          </p:cNvPr>
          <p:cNvCxnSpPr/>
          <p:nvPr/>
        </p:nvCxnSpPr>
        <p:spPr>
          <a:xfrm xmlns:a="http://schemas.openxmlformats.org/drawingml/2006/main" flipH="0" flipV="0">
            <a:off x="3714750" y="2305050"/>
            <a:ext cx="0" cy="409575"/>
          </a:xfrm>
          <a:prstGeom xmlns:a="http://schemas.openxmlformats.org/drawingml/2006/main" prst="straightConnector1">
            <a:avLst/>
          </a:prstGeom>
          <a:ln xmlns:a="http://schemas.openxmlformats.org/drawingml/2006/main" w="19050">
            <a:solidFill>
              <a:srgbClr val="789272"/>
            </a:solidFill>
          </a:ln>
        </p:spPr>
      </p:cxnSp>
      <p:cxnSp>
        <p:nvCxnSpPr>
          <p:cNvPr id="29" name="">
            <a:extLst xmlns:a="http://schemas.openxmlformats.org/drawingml/2006/main">
              <a:ext uri="{FF2B5EF4-FFF2-40B4-BE49-F238E27FC236}">
                <a16:creationId xmlns:a16="http://schemas.microsoft.com/office/drawing/2014/main" id="{DAA99846-F3F6-4B2A-9F1C-EB003A7963EA}"/>
              </a:ext>
            </a:extLst>
          </p:cNvPr>
          <p:cNvCxnSpPr/>
          <p:nvPr/>
        </p:nvCxnSpPr>
        <p:spPr>
          <a:xfrm xmlns:a="http://schemas.openxmlformats.org/drawingml/2006/main" flipH="0" flipV="0">
            <a:off x="3714750" y="2714625"/>
            <a:ext cx="762000" cy="0"/>
          </a:xfrm>
          <a:prstGeom xmlns:a="http://schemas.openxmlformats.org/drawingml/2006/main" prst="straightConnector1">
            <a:avLst/>
          </a:prstGeom>
          <a:ln xmlns:a="http://schemas.openxmlformats.org/drawingml/2006/main" w="19050">
            <a:solidFill>
              <a:srgbClr val="789272"/>
            </a:solidFill>
          </a:ln>
        </p:spPr>
      </p:cxnSp>
      <p:sp>
        <p:nvSpPr>
          <p:cNvPr id="30" name="text">
            <a:extLst xmlns:a="http://schemas.openxmlformats.org/drawingml/2006/main">
              <a:ext uri="{FF2B5EF4-FFF2-40B4-BE49-F238E27FC236}">
                <a16:creationId xmlns:a16="http://schemas.microsoft.com/office/drawing/2014/main" id="{680C40B5-6786-499D-9C6F-07711DF5FA4F}"/>
              </a:ext>
            </a:extLst>
          </p:cNvPr>
          <p:cNvSpPr>
            <a:spLocks xmlns:a="http://schemas.openxmlformats.org/drawingml/2006/main" noGrp="1"/>
          </p:cNvSpPr>
          <p:nvPr/>
        </p:nvSpPr>
        <p:spPr>
          <a:xfrm xmlns:a="http://schemas.openxmlformats.org/drawingml/2006/main">
            <a:off x="3200400" y="1952625"/>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1">
                <a:solidFill>
                  <a:srgbClr val="60735E"/>
                </a:solidFill>
                <a:latin typeface="Arial"/>
                <a:ea typeface="Arial"/>
                <a:cs typeface="Arial"/>
              </a:defRPr>
            </a:defPPr>
            <a:lvl1pPr>
              <a:defRPr sz="1350" b="1">
                <a:solidFill>
                  <a:srgbClr val="60735E"/>
                </a:solidFill>
                <a:latin typeface="Arial"/>
                <a:ea typeface="Arial"/>
                <a:cs typeface="Arial"/>
              </a:defRPr>
            </a:lvl1pPr>
            <a:lvl2pPr>
              <a:defRPr sz="1350" b="1">
                <a:solidFill>
                  <a:srgbClr val="60735E"/>
                </a:solidFill>
                <a:latin typeface="Arial"/>
                <a:ea typeface="Arial"/>
                <a:cs typeface="Arial"/>
              </a:defRPr>
            </a:lvl2pPr>
            <a:lvl3pPr>
              <a:defRPr sz="1350" b="1">
                <a:solidFill>
                  <a:srgbClr val="60735E"/>
                </a:solidFill>
                <a:latin typeface="Arial"/>
                <a:ea typeface="Arial"/>
                <a:cs typeface="Arial"/>
              </a:defRPr>
            </a:lvl3pPr>
            <a:lvl4pPr>
              <a:defRPr sz="1350" b="1">
                <a:solidFill>
                  <a:srgbClr val="60735E"/>
                </a:solidFill>
                <a:latin typeface="Arial"/>
                <a:ea typeface="Arial"/>
                <a:cs typeface="Arial"/>
              </a:defRPr>
            </a:lvl4pPr>
            <a:lvl5pPr>
              <a:defRPr sz="1350" b="1">
                <a:solidFill>
                  <a:srgbClr val="60735E"/>
                </a:solidFill>
                <a:latin typeface="Arial"/>
                <a:ea typeface="Arial"/>
                <a:cs typeface="Arial"/>
              </a:defRPr>
            </a:lvl5pPr>
            <a:lvl6pPr>
              <a:defRPr sz="1350" b="1">
                <a:solidFill>
                  <a:srgbClr val="60735E"/>
                </a:solidFill>
                <a:latin typeface="Arial"/>
                <a:ea typeface="Arial"/>
                <a:cs typeface="Arial"/>
              </a:defRPr>
            </a:lvl6pPr>
            <a:lvl7pPr>
              <a:defRPr sz="1350" b="1">
                <a:solidFill>
                  <a:srgbClr val="60735E"/>
                </a:solidFill>
                <a:latin typeface="Arial"/>
                <a:ea typeface="Arial"/>
                <a:cs typeface="Arial"/>
              </a:defRPr>
            </a:lvl7pPr>
            <a:lvl8pPr>
              <a:defRPr sz="1350" b="1">
                <a:solidFill>
                  <a:srgbClr val="60735E"/>
                </a:solidFill>
                <a:latin typeface="Arial"/>
                <a:ea typeface="Arial"/>
                <a:cs typeface="Arial"/>
              </a:defRPr>
            </a:lvl8pPr>
            <a:lvl9pPr>
              <a:defRPr sz="1350" b="1">
                <a:solidFill>
                  <a:srgbClr val="60735E"/>
                </a:solidFill>
                <a:latin typeface="Arial"/>
                <a:ea typeface="Arial"/>
                <a:cs typeface="Arial"/>
              </a:defRPr>
            </a:lvl9pPr>
          </a:lstStyle>
          <a:p xmlns:a="http://schemas.openxmlformats.org/drawingml/2006/main">
            <a:pPr>
              <a:defRPr sz="1350" b="1">
                <a:solidFill>
                  <a:srgbClr val="60735E"/>
                </a:solidFill>
                <a:latin typeface="Arial"/>
                <a:ea typeface="Arial"/>
                <a:cs typeface="Arial"/>
              </a:defRPr>
            </a:pPr>
            <a:r>
              <a:rPr sz="1350" b="1">
                <a:solidFill>
                  <a:srgbClr val="60735E"/>
                </a:solidFill>
                <a:latin typeface="Arial"/>
                <a:ea typeface="Arial"/>
                <a:cs typeface="Arial"/>
              </a:rPr>
              <a:t>1 : N</a:t>
            </a:r>
          </a:p>
        </p:txBody>
      </p:sp>
      <p:cxnSp>
        <p:nvCxnSpPr>
          <p:cNvPr id="31" name="">
            <a:extLst xmlns:a="http://schemas.openxmlformats.org/drawingml/2006/main">
              <a:ext uri="{FF2B5EF4-FFF2-40B4-BE49-F238E27FC236}">
                <a16:creationId xmlns:a16="http://schemas.microsoft.com/office/drawing/2014/main" id="{3FA7C41D-4BB4-425C-BC1D-8412F86B61FF}"/>
              </a:ext>
            </a:extLst>
          </p:cNvPr>
          <p:cNvCxnSpPr/>
          <p:nvPr/>
        </p:nvCxnSpPr>
        <p:spPr>
          <a:xfrm xmlns:a="http://schemas.openxmlformats.org/drawingml/2006/main" flipH="0" flipV="0">
            <a:off x="2952750" y="3924300"/>
            <a:ext cx="1524000" cy="0"/>
          </a:xfrm>
          <a:prstGeom xmlns:a="http://schemas.openxmlformats.org/drawingml/2006/main" prst="straightConnector1">
            <a:avLst/>
          </a:prstGeom>
          <a:ln xmlns:a="http://schemas.openxmlformats.org/drawingml/2006/main" w="19050">
            <a:solidFill>
              <a:srgbClr val="789272"/>
            </a:solidFill>
          </a:ln>
        </p:spPr>
      </p:cxnSp>
      <p:sp>
        <p:nvSpPr>
          <p:cNvPr id="32" name="text">
            <a:extLst xmlns:a="http://schemas.openxmlformats.org/drawingml/2006/main">
              <a:ext uri="{FF2B5EF4-FFF2-40B4-BE49-F238E27FC236}">
                <a16:creationId xmlns:a16="http://schemas.microsoft.com/office/drawing/2014/main" id="{10982BC7-4F2C-4CEC-81BD-C905E2D0E82E}"/>
              </a:ext>
            </a:extLst>
          </p:cNvPr>
          <p:cNvSpPr>
            <a:spLocks xmlns:a="http://schemas.openxmlformats.org/drawingml/2006/main" noGrp="1"/>
          </p:cNvSpPr>
          <p:nvPr/>
        </p:nvSpPr>
        <p:spPr>
          <a:xfrm xmlns:a="http://schemas.openxmlformats.org/drawingml/2006/main">
            <a:off x="3381375" y="35623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1">
                <a:solidFill>
                  <a:srgbClr val="60735E"/>
                </a:solidFill>
                <a:latin typeface="Arial"/>
                <a:ea typeface="Arial"/>
                <a:cs typeface="Arial"/>
              </a:defRPr>
            </a:defPPr>
            <a:lvl1pPr>
              <a:defRPr sz="1350" b="1">
                <a:solidFill>
                  <a:srgbClr val="60735E"/>
                </a:solidFill>
                <a:latin typeface="Arial"/>
                <a:ea typeface="Arial"/>
                <a:cs typeface="Arial"/>
              </a:defRPr>
            </a:lvl1pPr>
            <a:lvl2pPr>
              <a:defRPr sz="1350" b="1">
                <a:solidFill>
                  <a:srgbClr val="60735E"/>
                </a:solidFill>
                <a:latin typeface="Arial"/>
                <a:ea typeface="Arial"/>
                <a:cs typeface="Arial"/>
              </a:defRPr>
            </a:lvl2pPr>
            <a:lvl3pPr>
              <a:defRPr sz="1350" b="1">
                <a:solidFill>
                  <a:srgbClr val="60735E"/>
                </a:solidFill>
                <a:latin typeface="Arial"/>
                <a:ea typeface="Arial"/>
                <a:cs typeface="Arial"/>
              </a:defRPr>
            </a:lvl3pPr>
            <a:lvl4pPr>
              <a:defRPr sz="1350" b="1">
                <a:solidFill>
                  <a:srgbClr val="60735E"/>
                </a:solidFill>
                <a:latin typeface="Arial"/>
                <a:ea typeface="Arial"/>
                <a:cs typeface="Arial"/>
              </a:defRPr>
            </a:lvl4pPr>
            <a:lvl5pPr>
              <a:defRPr sz="1350" b="1">
                <a:solidFill>
                  <a:srgbClr val="60735E"/>
                </a:solidFill>
                <a:latin typeface="Arial"/>
                <a:ea typeface="Arial"/>
                <a:cs typeface="Arial"/>
              </a:defRPr>
            </a:lvl5pPr>
            <a:lvl6pPr>
              <a:defRPr sz="1350" b="1">
                <a:solidFill>
                  <a:srgbClr val="60735E"/>
                </a:solidFill>
                <a:latin typeface="Arial"/>
                <a:ea typeface="Arial"/>
                <a:cs typeface="Arial"/>
              </a:defRPr>
            </a:lvl6pPr>
            <a:lvl7pPr>
              <a:defRPr sz="1350" b="1">
                <a:solidFill>
                  <a:srgbClr val="60735E"/>
                </a:solidFill>
                <a:latin typeface="Arial"/>
                <a:ea typeface="Arial"/>
                <a:cs typeface="Arial"/>
              </a:defRPr>
            </a:lvl7pPr>
            <a:lvl8pPr>
              <a:defRPr sz="1350" b="1">
                <a:solidFill>
                  <a:srgbClr val="60735E"/>
                </a:solidFill>
                <a:latin typeface="Arial"/>
                <a:ea typeface="Arial"/>
                <a:cs typeface="Arial"/>
              </a:defRPr>
            </a:lvl8pPr>
            <a:lvl9pPr>
              <a:defRPr sz="1350" b="1">
                <a:solidFill>
                  <a:srgbClr val="60735E"/>
                </a:solidFill>
                <a:latin typeface="Arial"/>
                <a:ea typeface="Arial"/>
                <a:cs typeface="Arial"/>
              </a:defRPr>
            </a:lvl9pPr>
          </a:lstStyle>
          <a:p xmlns:a="http://schemas.openxmlformats.org/drawingml/2006/main">
            <a:pPr>
              <a:defRPr sz="1350" b="1">
                <a:solidFill>
                  <a:srgbClr val="60735E"/>
                </a:solidFill>
                <a:latin typeface="Arial"/>
                <a:ea typeface="Arial"/>
                <a:cs typeface="Arial"/>
              </a:defRPr>
            </a:pPr>
            <a:r>
              <a:rPr sz="1350" b="1">
                <a:solidFill>
                  <a:srgbClr val="60735E"/>
                </a:solidFill>
                <a:latin typeface="Arial"/>
                <a:ea typeface="Arial"/>
                <a:cs typeface="Arial"/>
              </a:rPr>
              <a:t>1 : N</a:t>
            </a:r>
          </a:p>
        </p:txBody>
      </p:sp>
      <p:cxnSp>
        <p:nvCxnSpPr>
          <p:cNvPr id="33" name="">
            <a:extLst xmlns:a="http://schemas.openxmlformats.org/drawingml/2006/main">
              <a:ext uri="{FF2B5EF4-FFF2-40B4-BE49-F238E27FC236}">
                <a16:creationId xmlns:a16="http://schemas.microsoft.com/office/drawing/2014/main" id="{B1951E77-6033-453E-8209-FF601CD26474}"/>
              </a:ext>
            </a:extLst>
          </p:cNvPr>
          <p:cNvCxnSpPr/>
          <p:nvPr/>
        </p:nvCxnSpPr>
        <p:spPr>
          <a:xfrm xmlns:a="http://schemas.openxmlformats.org/drawingml/2006/main" flipH="0" flipV="0">
            <a:off x="2952750" y="5524500"/>
            <a:ext cx="809625" cy="0"/>
          </a:xfrm>
          <a:prstGeom xmlns:a="http://schemas.openxmlformats.org/drawingml/2006/main" prst="straightConnector1">
            <a:avLst/>
          </a:prstGeom>
          <a:ln xmlns:a="http://schemas.openxmlformats.org/drawingml/2006/main" w="19050">
            <a:solidFill>
              <a:srgbClr val="789272"/>
            </a:solidFill>
          </a:ln>
        </p:spPr>
      </p:cxnSp>
      <p:cxnSp>
        <p:nvCxnSpPr>
          <p:cNvPr id="34" name="">
            <a:extLst xmlns:a="http://schemas.openxmlformats.org/drawingml/2006/main">
              <a:ext uri="{FF2B5EF4-FFF2-40B4-BE49-F238E27FC236}">
                <a16:creationId xmlns:a16="http://schemas.microsoft.com/office/drawing/2014/main" id="{94C5BF1F-E4DA-467F-88E7-DC21D7F0C055}"/>
              </a:ext>
            </a:extLst>
          </p:cNvPr>
          <p:cNvCxnSpPr/>
          <p:nvPr/>
        </p:nvCxnSpPr>
        <p:spPr>
          <a:xfrm xmlns:a="http://schemas.openxmlformats.org/drawingml/2006/main" flipH="0" flipV="1">
            <a:off x="3762375" y="4810125"/>
            <a:ext cx="0" cy="714375"/>
          </a:xfrm>
          <a:prstGeom xmlns:a="http://schemas.openxmlformats.org/drawingml/2006/main" prst="straightConnector1">
            <a:avLst/>
          </a:prstGeom>
          <a:ln xmlns:a="http://schemas.openxmlformats.org/drawingml/2006/main" w="19050">
            <a:solidFill>
              <a:srgbClr val="789272"/>
            </a:solidFill>
          </a:ln>
        </p:spPr>
      </p:cxnSp>
      <p:cxnSp>
        <p:nvCxnSpPr>
          <p:cNvPr id="35" name="">
            <a:extLst xmlns:a="http://schemas.openxmlformats.org/drawingml/2006/main">
              <a:ext uri="{FF2B5EF4-FFF2-40B4-BE49-F238E27FC236}">
                <a16:creationId xmlns:a16="http://schemas.microsoft.com/office/drawing/2014/main" id="{3AE85AC7-3AB6-44E1-B993-9EE2AE8186BC}"/>
              </a:ext>
            </a:extLst>
          </p:cNvPr>
          <p:cNvCxnSpPr/>
          <p:nvPr/>
        </p:nvCxnSpPr>
        <p:spPr>
          <a:xfrm xmlns:a="http://schemas.openxmlformats.org/drawingml/2006/main" flipH="0" flipV="0">
            <a:off x="3762375" y="4810125"/>
            <a:ext cx="714375" cy="0"/>
          </a:xfrm>
          <a:prstGeom xmlns:a="http://schemas.openxmlformats.org/drawingml/2006/main" prst="straightConnector1">
            <a:avLst/>
          </a:prstGeom>
          <a:ln xmlns:a="http://schemas.openxmlformats.org/drawingml/2006/main" w="19050">
            <a:solidFill>
              <a:srgbClr val="789272"/>
            </a:solidFill>
          </a:ln>
        </p:spPr>
      </p:cxnSp>
      <p:sp>
        <p:nvSpPr>
          <p:cNvPr id="36" name="text">
            <a:extLst xmlns:a="http://schemas.openxmlformats.org/drawingml/2006/main">
              <a:ext uri="{FF2B5EF4-FFF2-40B4-BE49-F238E27FC236}">
                <a16:creationId xmlns:a16="http://schemas.microsoft.com/office/drawing/2014/main" id="{F0DAB802-612A-4CE4-9CA5-66144869820F}"/>
              </a:ext>
            </a:extLst>
          </p:cNvPr>
          <p:cNvSpPr>
            <a:spLocks xmlns:a="http://schemas.openxmlformats.org/drawingml/2006/main" noGrp="1"/>
          </p:cNvSpPr>
          <p:nvPr/>
        </p:nvSpPr>
        <p:spPr>
          <a:xfrm xmlns:a="http://schemas.openxmlformats.org/drawingml/2006/main">
            <a:off x="3143250" y="57626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1">
                <a:solidFill>
                  <a:srgbClr val="60735E"/>
                </a:solidFill>
                <a:latin typeface="Arial"/>
                <a:ea typeface="Arial"/>
                <a:cs typeface="Arial"/>
              </a:defRPr>
            </a:defPPr>
            <a:lvl1pPr>
              <a:defRPr sz="1350" b="1">
                <a:solidFill>
                  <a:srgbClr val="60735E"/>
                </a:solidFill>
                <a:latin typeface="Arial"/>
                <a:ea typeface="Arial"/>
                <a:cs typeface="Arial"/>
              </a:defRPr>
            </a:lvl1pPr>
            <a:lvl2pPr>
              <a:defRPr sz="1350" b="1">
                <a:solidFill>
                  <a:srgbClr val="60735E"/>
                </a:solidFill>
                <a:latin typeface="Arial"/>
                <a:ea typeface="Arial"/>
                <a:cs typeface="Arial"/>
              </a:defRPr>
            </a:lvl2pPr>
            <a:lvl3pPr>
              <a:defRPr sz="1350" b="1">
                <a:solidFill>
                  <a:srgbClr val="60735E"/>
                </a:solidFill>
                <a:latin typeface="Arial"/>
                <a:ea typeface="Arial"/>
                <a:cs typeface="Arial"/>
              </a:defRPr>
            </a:lvl3pPr>
            <a:lvl4pPr>
              <a:defRPr sz="1350" b="1">
                <a:solidFill>
                  <a:srgbClr val="60735E"/>
                </a:solidFill>
                <a:latin typeface="Arial"/>
                <a:ea typeface="Arial"/>
                <a:cs typeface="Arial"/>
              </a:defRPr>
            </a:lvl4pPr>
            <a:lvl5pPr>
              <a:defRPr sz="1350" b="1">
                <a:solidFill>
                  <a:srgbClr val="60735E"/>
                </a:solidFill>
                <a:latin typeface="Arial"/>
                <a:ea typeface="Arial"/>
                <a:cs typeface="Arial"/>
              </a:defRPr>
            </a:lvl5pPr>
            <a:lvl6pPr>
              <a:defRPr sz="1350" b="1">
                <a:solidFill>
                  <a:srgbClr val="60735E"/>
                </a:solidFill>
                <a:latin typeface="Arial"/>
                <a:ea typeface="Arial"/>
                <a:cs typeface="Arial"/>
              </a:defRPr>
            </a:lvl6pPr>
            <a:lvl7pPr>
              <a:defRPr sz="1350" b="1">
                <a:solidFill>
                  <a:srgbClr val="60735E"/>
                </a:solidFill>
                <a:latin typeface="Arial"/>
                <a:ea typeface="Arial"/>
                <a:cs typeface="Arial"/>
              </a:defRPr>
            </a:lvl7pPr>
            <a:lvl8pPr>
              <a:defRPr sz="1350" b="1">
                <a:solidFill>
                  <a:srgbClr val="60735E"/>
                </a:solidFill>
                <a:latin typeface="Arial"/>
                <a:ea typeface="Arial"/>
                <a:cs typeface="Arial"/>
              </a:defRPr>
            </a:lvl8pPr>
            <a:lvl9pPr>
              <a:defRPr sz="1350" b="1">
                <a:solidFill>
                  <a:srgbClr val="60735E"/>
                </a:solidFill>
                <a:latin typeface="Arial"/>
                <a:ea typeface="Arial"/>
                <a:cs typeface="Arial"/>
              </a:defRPr>
            </a:lvl9pPr>
          </a:lstStyle>
          <a:p xmlns:a="http://schemas.openxmlformats.org/drawingml/2006/main">
            <a:pPr>
              <a:defRPr sz="1350" b="1">
                <a:solidFill>
                  <a:srgbClr val="60735E"/>
                </a:solidFill>
                <a:latin typeface="Arial"/>
                <a:ea typeface="Arial"/>
                <a:cs typeface="Arial"/>
              </a:defRPr>
            </a:pPr>
            <a:r>
              <a:rPr sz="1350" b="1">
                <a:solidFill>
                  <a:srgbClr val="60735E"/>
                </a:solidFill>
                <a:latin typeface="Arial"/>
                <a:ea typeface="Arial"/>
                <a:cs typeface="Arial"/>
              </a:rPr>
              <a:t>1 : N</a:t>
            </a:r>
          </a:p>
        </p:txBody>
      </p:sp>
      <p:cxnSp>
        <p:nvCxnSpPr>
          <p:cNvPr id="37" name="">
            <a:extLst xmlns:a="http://schemas.openxmlformats.org/drawingml/2006/main">
              <a:ext uri="{FF2B5EF4-FFF2-40B4-BE49-F238E27FC236}">
                <a16:creationId xmlns:a16="http://schemas.microsoft.com/office/drawing/2014/main" id="{391F8FCC-4FB7-4560-B17C-FFAAE0922432}"/>
              </a:ext>
            </a:extLst>
          </p:cNvPr>
          <p:cNvCxnSpPr/>
          <p:nvPr/>
        </p:nvCxnSpPr>
        <p:spPr>
          <a:xfrm xmlns:a="http://schemas.openxmlformats.org/drawingml/2006/main" flipH="1" flipV="0">
            <a:off x="8572500" y="2305050"/>
            <a:ext cx="762000" cy="0"/>
          </a:xfrm>
          <a:prstGeom xmlns:a="http://schemas.openxmlformats.org/drawingml/2006/main" prst="straightConnector1">
            <a:avLst/>
          </a:prstGeom>
          <a:ln xmlns:a="http://schemas.openxmlformats.org/drawingml/2006/main" w="19050">
            <a:solidFill>
              <a:srgbClr val="789272"/>
            </a:solidFill>
          </a:ln>
        </p:spPr>
      </p:cxnSp>
      <p:cxnSp>
        <p:nvCxnSpPr>
          <p:cNvPr id="38" name="">
            <a:extLst xmlns:a="http://schemas.openxmlformats.org/drawingml/2006/main">
              <a:ext uri="{FF2B5EF4-FFF2-40B4-BE49-F238E27FC236}">
                <a16:creationId xmlns:a16="http://schemas.microsoft.com/office/drawing/2014/main" id="{1C479E9D-E240-409E-98C9-6BAF5AA1C24A}"/>
              </a:ext>
            </a:extLst>
          </p:cNvPr>
          <p:cNvCxnSpPr/>
          <p:nvPr/>
        </p:nvCxnSpPr>
        <p:spPr>
          <a:xfrm xmlns:a="http://schemas.openxmlformats.org/drawingml/2006/main" flipH="0" flipV="0">
            <a:off x="8572500" y="2305050"/>
            <a:ext cx="0" cy="409575"/>
          </a:xfrm>
          <a:prstGeom xmlns:a="http://schemas.openxmlformats.org/drawingml/2006/main" prst="straightConnector1">
            <a:avLst/>
          </a:prstGeom>
          <a:ln xmlns:a="http://schemas.openxmlformats.org/drawingml/2006/main" w="19050">
            <a:solidFill>
              <a:srgbClr val="789272"/>
            </a:solidFill>
          </a:ln>
        </p:spPr>
      </p:cxnSp>
      <p:cxnSp>
        <p:nvCxnSpPr>
          <p:cNvPr id="39" name="">
            <a:extLst xmlns:a="http://schemas.openxmlformats.org/drawingml/2006/main">
              <a:ext uri="{FF2B5EF4-FFF2-40B4-BE49-F238E27FC236}">
                <a16:creationId xmlns:a16="http://schemas.microsoft.com/office/drawing/2014/main" id="{310DF37B-5D47-47F9-A31F-624AD2958EA4}"/>
              </a:ext>
            </a:extLst>
          </p:cNvPr>
          <p:cNvCxnSpPr/>
          <p:nvPr/>
        </p:nvCxnSpPr>
        <p:spPr>
          <a:xfrm xmlns:a="http://schemas.openxmlformats.org/drawingml/2006/main" flipH="1" flipV="0">
            <a:off x="7858125" y="2714625"/>
            <a:ext cx="714375" cy="0"/>
          </a:xfrm>
          <a:prstGeom xmlns:a="http://schemas.openxmlformats.org/drawingml/2006/main" prst="straightConnector1">
            <a:avLst/>
          </a:prstGeom>
          <a:ln xmlns:a="http://schemas.openxmlformats.org/drawingml/2006/main" w="19050">
            <a:solidFill>
              <a:srgbClr val="789272"/>
            </a:solidFill>
          </a:ln>
        </p:spPr>
      </p:cxnSp>
      <p:sp>
        <p:nvSpPr>
          <p:cNvPr id="40" name="text">
            <a:extLst xmlns:a="http://schemas.openxmlformats.org/drawingml/2006/main">
              <a:ext uri="{FF2B5EF4-FFF2-40B4-BE49-F238E27FC236}">
                <a16:creationId xmlns:a16="http://schemas.microsoft.com/office/drawing/2014/main" id="{EEEBCC58-CF17-4035-87D5-2EAD481049F4}"/>
              </a:ext>
            </a:extLst>
          </p:cNvPr>
          <p:cNvSpPr>
            <a:spLocks xmlns:a="http://schemas.openxmlformats.org/drawingml/2006/main" noGrp="1"/>
          </p:cNvSpPr>
          <p:nvPr/>
        </p:nvSpPr>
        <p:spPr>
          <a:xfrm xmlns:a="http://schemas.openxmlformats.org/drawingml/2006/main">
            <a:off x="8143875" y="1952625"/>
            <a:ext cx="1238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1">
                <a:solidFill>
                  <a:srgbClr val="60735E"/>
                </a:solidFill>
                <a:latin typeface="Arial"/>
                <a:ea typeface="Arial"/>
                <a:cs typeface="Arial"/>
              </a:defRPr>
            </a:defPPr>
            <a:lvl1pPr>
              <a:defRPr sz="1350" b="1">
                <a:solidFill>
                  <a:srgbClr val="60735E"/>
                </a:solidFill>
                <a:latin typeface="Arial"/>
                <a:ea typeface="Arial"/>
                <a:cs typeface="Arial"/>
              </a:defRPr>
            </a:lvl1pPr>
            <a:lvl2pPr>
              <a:defRPr sz="1350" b="1">
                <a:solidFill>
                  <a:srgbClr val="60735E"/>
                </a:solidFill>
                <a:latin typeface="Arial"/>
                <a:ea typeface="Arial"/>
                <a:cs typeface="Arial"/>
              </a:defRPr>
            </a:lvl2pPr>
            <a:lvl3pPr>
              <a:defRPr sz="1350" b="1">
                <a:solidFill>
                  <a:srgbClr val="60735E"/>
                </a:solidFill>
                <a:latin typeface="Arial"/>
                <a:ea typeface="Arial"/>
                <a:cs typeface="Arial"/>
              </a:defRPr>
            </a:lvl3pPr>
            <a:lvl4pPr>
              <a:defRPr sz="1350" b="1">
                <a:solidFill>
                  <a:srgbClr val="60735E"/>
                </a:solidFill>
                <a:latin typeface="Arial"/>
                <a:ea typeface="Arial"/>
                <a:cs typeface="Arial"/>
              </a:defRPr>
            </a:lvl4pPr>
            <a:lvl5pPr>
              <a:defRPr sz="1350" b="1">
                <a:solidFill>
                  <a:srgbClr val="60735E"/>
                </a:solidFill>
                <a:latin typeface="Arial"/>
                <a:ea typeface="Arial"/>
                <a:cs typeface="Arial"/>
              </a:defRPr>
            </a:lvl5pPr>
            <a:lvl6pPr>
              <a:defRPr sz="1350" b="1">
                <a:solidFill>
                  <a:srgbClr val="60735E"/>
                </a:solidFill>
                <a:latin typeface="Arial"/>
                <a:ea typeface="Arial"/>
                <a:cs typeface="Arial"/>
              </a:defRPr>
            </a:lvl6pPr>
            <a:lvl7pPr>
              <a:defRPr sz="1350" b="1">
                <a:solidFill>
                  <a:srgbClr val="60735E"/>
                </a:solidFill>
                <a:latin typeface="Arial"/>
                <a:ea typeface="Arial"/>
                <a:cs typeface="Arial"/>
              </a:defRPr>
            </a:lvl7pPr>
            <a:lvl8pPr>
              <a:defRPr sz="1350" b="1">
                <a:solidFill>
                  <a:srgbClr val="60735E"/>
                </a:solidFill>
                <a:latin typeface="Arial"/>
                <a:ea typeface="Arial"/>
                <a:cs typeface="Arial"/>
              </a:defRPr>
            </a:lvl8pPr>
            <a:lvl9pPr>
              <a:defRPr sz="1350" b="1">
                <a:solidFill>
                  <a:srgbClr val="60735E"/>
                </a:solidFill>
                <a:latin typeface="Arial"/>
                <a:ea typeface="Arial"/>
                <a:cs typeface="Arial"/>
              </a:defRPr>
            </a:lvl9pPr>
          </a:lstStyle>
          <a:p xmlns:a="http://schemas.openxmlformats.org/drawingml/2006/main">
            <a:pPr>
              <a:defRPr sz="1350" b="1">
                <a:solidFill>
                  <a:srgbClr val="60735E"/>
                </a:solidFill>
                <a:latin typeface="Arial"/>
                <a:ea typeface="Arial"/>
                <a:cs typeface="Arial"/>
              </a:defRPr>
            </a:pPr>
            <a:r>
              <a:rPr sz="1350" b="1">
                <a:solidFill>
                  <a:srgbClr val="60735E"/>
                </a:solidFill>
                <a:latin typeface="Arial"/>
                <a:ea typeface="Arial"/>
                <a:cs typeface="Arial"/>
              </a:rPr>
              <a:t>0..1 : N</a:t>
            </a:r>
          </a:p>
        </p:txBody>
      </p:sp>
      <p:cxnSp>
        <p:nvCxnSpPr>
          <p:cNvPr id="41" name="">
            <a:extLst xmlns:a="http://schemas.openxmlformats.org/drawingml/2006/main">
              <a:ext uri="{FF2B5EF4-FFF2-40B4-BE49-F238E27FC236}">
                <a16:creationId xmlns:a16="http://schemas.microsoft.com/office/drawing/2014/main" id="{32BFFD97-F362-474D-A272-147A38F756D2}"/>
              </a:ext>
            </a:extLst>
          </p:cNvPr>
          <p:cNvCxnSpPr/>
          <p:nvPr/>
        </p:nvCxnSpPr>
        <p:spPr>
          <a:xfrm xmlns:a="http://schemas.openxmlformats.org/drawingml/2006/main" flipH="0" flipV="0">
            <a:off x="7858125" y="3924300"/>
            <a:ext cx="1476375" cy="0"/>
          </a:xfrm>
          <a:prstGeom xmlns:a="http://schemas.openxmlformats.org/drawingml/2006/main" prst="straightConnector1">
            <a:avLst/>
          </a:prstGeom>
          <a:ln xmlns:a="http://schemas.openxmlformats.org/drawingml/2006/main" w="19050">
            <a:solidFill>
              <a:srgbClr val="789272"/>
            </a:solidFill>
          </a:ln>
        </p:spPr>
      </p:cxnSp>
      <p:sp>
        <p:nvSpPr>
          <p:cNvPr id="42" name="text">
            <a:extLst xmlns:a="http://schemas.openxmlformats.org/drawingml/2006/main">
              <a:ext uri="{FF2B5EF4-FFF2-40B4-BE49-F238E27FC236}">
                <a16:creationId xmlns:a16="http://schemas.microsoft.com/office/drawing/2014/main" id="{E52AD71D-2526-4FB4-B7CA-00EFA938C75E}"/>
              </a:ext>
            </a:extLst>
          </p:cNvPr>
          <p:cNvSpPr>
            <a:spLocks xmlns:a="http://schemas.openxmlformats.org/drawingml/2006/main" noGrp="1"/>
          </p:cNvSpPr>
          <p:nvPr/>
        </p:nvSpPr>
        <p:spPr>
          <a:xfrm xmlns:a="http://schemas.openxmlformats.org/drawingml/2006/main">
            <a:off x="8239125" y="35623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1">
                <a:solidFill>
                  <a:srgbClr val="60735E"/>
                </a:solidFill>
                <a:latin typeface="Arial"/>
                <a:ea typeface="Arial"/>
                <a:cs typeface="Arial"/>
              </a:defRPr>
            </a:defPPr>
            <a:lvl1pPr>
              <a:defRPr sz="1350" b="1">
                <a:solidFill>
                  <a:srgbClr val="60735E"/>
                </a:solidFill>
                <a:latin typeface="Arial"/>
                <a:ea typeface="Arial"/>
                <a:cs typeface="Arial"/>
              </a:defRPr>
            </a:lvl1pPr>
            <a:lvl2pPr>
              <a:defRPr sz="1350" b="1">
                <a:solidFill>
                  <a:srgbClr val="60735E"/>
                </a:solidFill>
                <a:latin typeface="Arial"/>
                <a:ea typeface="Arial"/>
                <a:cs typeface="Arial"/>
              </a:defRPr>
            </a:lvl2pPr>
            <a:lvl3pPr>
              <a:defRPr sz="1350" b="1">
                <a:solidFill>
                  <a:srgbClr val="60735E"/>
                </a:solidFill>
                <a:latin typeface="Arial"/>
                <a:ea typeface="Arial"/>
                <a:cs typeface="Arial"/>
              </a:defRPr>
            </a:lvl3pPr>
            <a:lvl4pPr>
              <a:defRPr sz="1350" b="1">
                <a:solidFill>
                  <a:srgbClr val="60735E"/>
                </a:solidFill>
                <a:latin typeface="Arial"/>
                <a:ea typeface="Arial"/>
                <a:cs typeface="Arial"/>
              </a:defRPr>
            </a:lvl4pPr>
            <a:lvl5pPr>
              <a:defRPr sz="1350" b="1">
                <a:solidFill>
                  <a:srgbClr val="60735E"/>
                </a:solidFill>
                <a:latin typeface="Arial"/>
                <a:ea typeface="Arial"/>
                <a:cs typeface="Arial"/>
              </a:defRPr>
            </a:lvl5pPr>
            <a:lvl6pPr>
              <a:defRPr sz="1350" b="1">
                <a:solidFill>
                  <a:srgbClr val="60735E"/>
                </a:solidFill>
                <a:latin typeface="Arial"/>
                <a:ea typeface="Arial"/>
                <a:cs typeface="Arial"/>
              </a:defRPr>
            </a:lvl6pPr>
            <a:lvl7pPr>
              <a:defRPr sz="1350" b="1">
                <a:solidFill>
                  <a:srgbClr val="60735E"/>
                </a:solidFill>
                <a:latin typeface="Arial"/>
                <a:ea typeface="Arial"/>
                <a:cs typeface="Arial"/>
              </a:defRPr>
            </a:lvl7pPr>
            <a:lvl8pPr>
              <a:defRPr sz="1350" b="1">
                <a:solidFill>
                  <a:srgbClr val="60735E"/>
                </a:solidFill>
                <a:latin typeface="Arial"/>
                <a:ea typeface="Arial"/>
                <a:cs typeface="Arial"/>
              </a:defRPr>
            </a:lvl8pPr>
            <a:lvl9pPr>
              <a:defRPr sz="1350" b="1">
                <a:solidFill>
                  <a:srgbClr val="60735E"/>
                </a:solidFill>
                <a:latin typeface="Arial"/>
                <a:ea typeface="Arial"/>
                <a:cs typeface="Arial"/>
              </a:defRPr>
            </a:lvl9pPr>
          </a:lstStyle>
          <a:p xmlns:a="http://schemas.openxmlformats.org/drawingml/2006/main">
            <a:pPr>
              <a:defRPr sz="1350" b="1">
                <a:solidFill>
                  <a:srgbClr val="60735E"/>
                </a:solidFill>
                <a:latin typeface="Arial"/>
                <a:ea typeface="Arial"/>
                <a:cs typeface="Arial"/>
              </a:defRPr>
            </a:pPr>
            <a:r>
              <a:rPr sz="1350" b="1">
                <a:solidFill>
                  <a:srgbClr val="60735E"/>
                </a:solidFill>
                <a:latin typeface="Arial"/>
                <a:ea typeface="Arial"/>
                <a:cs typeface="Arial"/>
              </a:rPr>
              <a:t>1 : N</a:t>
            </a:r>
          </a:p>
        </p:txBody>
      </p:sp>
      <p:cxnSp>
        <p:nvCxnSpPr>
          <p:cNvPr id="43" name="">
            <a:extLst xmlns:a="http://schemas.openxmlformats.org/drawingml/2006/main">
              <a:ext uri="{FF2B5EF4-FFF2-40B4-BE49-F238E27FC236}">
                <a16:creationId xmlns:a16="http://schemas.microsoft.com/office/drawing/2014/main" id="{0AD05AD7-A384-46F2-BDE5-05FCEF2CD238}"/>
              </a:ext>
            </a:extLst>
          </p:cNvPr>
          <p:cNvCxnSpPr/>
          <p:nvPr/>
        </p:nvCxnSpPr>
        <p:spPr>
          <a:xfrm xmlns:a="http://schemas.openxmlformats.org/drawingml/2006/main" flipH="0" flipV="0">
            <a:off x="7858125" y="4810125"/>
            <a:ext cx="714375" cy="0"/>
          </a:xfrm>
          <a:prstGeom xmlns:a="http://schemas.openxmlformats.org/drawingml/2006/main" prst="straightConnector1">
            <a:avLst/>
          </a:prstGeom>
          <a:ln xmlns:a="http://schemas.openxmlformats.org/drawingml/2006/main" w="19050">
            <a:solidFill>
              <a:srgbClr val="789272"/>
            </a:solidFill>
          </a:ln>
        </p:spPr>
      </p:cxnSp>
      <p:cxnSp>
        <p:nvCxnSpPr>
          <p:cNvPr id="44" name="">
            <a:extLst xmlns:a="http://schemas.openxmlformats.org/drawingml/2006/main">
              <a:ext uri="{FF2B5EF4-FFF2-40B4-BE49-F238E27FC236}">
                <a16:creationId xmlns:a16="http://schemas.microsoft.com/office/drawing/2014/main" id="{32834EA1-0A6F-4AC7-81DF-B9A423C62238}"/>
              </a:ext>
            </a:extLst>
          </p:cNvPr>
          <p:cNvCxnSpPr/>
          <p:nvPr/>
        </p:nvCxnSpPr>
        <p:spPr>
          <a:xfrm xmlns:a="http://schemas.openxmlformats.org/drawingml/2006/main" flipH="0" flipV="0">
            <a:off x="8572500" y="4810125"/>
            <a:ext cx="0" cy="857250"/>
          </a:xfrm>
          <a:prstGeom xmlns:a="http://schemas.openxmlformats.org/drawingml/2006/main" prst="straightConnector1">
            <a:avLst/>
          </a:prstGeom>
          <a:ln xmlns:a="http://schemas.openxmlformats.org/drawingml/2006/main" w="19050">
            <a:solidFill>
              <a:srgbClr val="789272"/>
            </a:solidFill>
          </a:ln>
        </p:spPr>
      </p:cxnSp>
      <p:cxnSp>
        <p:nvCxnSpPr>
          <p:cNvPr id="45" name="">
            <a:extLst xmlns:a="http://schemas.openxmlformats.org/drawingml/2006/main">
              <a:ext uri="{FF2B5EF4-FFF2-40B4-BE49-F238E27FC236}">
                <a16:creationId xmlns:a16="http://schemas.microsoft.com/office/drawing/2014/main" id="{69D4FA81-FF92-4B8E-B437-A7756950B8FD}"/>
              </a:ext>
            </a:extLst>
          </p:cNvPr>
          <p:cNvCxnSpPr/>
          <p:nvPr/>
        </p:nvCxnSpPr>
        <p:spPr>
          <a:xfrm xmlns:a="http://schemas.openxmlformats.org/drawingml/2006/main" flipH="0" flipV="0">
            <a:off x="8572500" y="5667375"/>
            <a:ext cx="762000" cy="0"/>
          </a:xfrm>
          <a:prstGeom xmlns:a="http://schemas.openxmlformats.org/drawingml/2006/main" prst="straightConnector1">
            <a:avLst/>
          </a:prstGeom>
          <a:ln xmlns:a="http://schemas.openxmlformats.org/drawingml/2006/main" w="19050">
            <a:solidFill>
              <a:srgbClr val="789272"/>
            </a:solidFill>
          </a:ln>
        </p:spPr>
      </p:cxnSp>
      <p:sp>
        <p:nvSpPr>
          <p:cNvPr id="46" name="text">
            <a:extLst xmlns:a="http://schemas.openxmlformats.org/drawingml/2006/main">
              <a:ext uri="{FF2B5EF4-FFF2-40B4-BE49-F238E27FC236}">
                <a16:creationId xmlns:a16="http://schemas.microsoft.com/office/drawing/2014/main" id="{1B5FA8F5-018D-41D1-8F45-B7B4A74049D3}"/>
              </a:ext>
            </a:extLst>
          </p:cNvPr>
          <p:cNvSpPr>
            <a:spLocks xmlns:a="http://schemas.openxmlformats.org/drawingml/2006/main" noGrp="1"/>
          </p:cNvSpPr>
          <p:nvPr/>
        </p:nvSpPr>
        <p:spPr>
          <a:xfrm xmlns:a="http://schemas.openxmlformats.org/drawingml/2006/main">
            <a:off x="8010525" y="5257800"/>
            <a:ext cx="1190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1">
                <a:solidFill>
                  <a:srgbClr val="60735E"/>
                </a:solidFill>
                <a:latin typeface="Arial"/>
                <a:ea typeface="Arial"/>
                <a:cs typeface="Arial"/>
              </a:defRPr>
            </a:defPPr>
            <a:lvl1pPr>
              <a:defRPr sz="1350" b="1">
                <a:solidFill>
                  <a:srgbClr val="60735E"/>
                </a:solidFill>
                <a:latin typeface="Arial"/>
                <a:ea typeface="Arial"/>
                <a:cs typeface="Arial"/>
              </a:defRPr>
            </a:lvl1pPr>
            <a:lvl2pPr>
              <a:defRPr sz="1350" b="1">
                <a:solidFill>
                  <a:srgbClr val="60735E"/>
                </a:solidFill>
                <a:latin typeface="Arial"/>
                <a:ea typeface="Arial"/>
                <a:cs typeface="Arial"/>
              </a:defRPr>
            </a:lvl2pPr>
            <a:lvl3pPr>
              <a:defRPr sz="1350" b="1">
                <a:solidFill>
                  <a:srgbClr val="60735E"/>
                </a:solidFill>
                <a:latin typeface="Arial"/>
                <a:ea typeface="Arial"/>
                <a:cs typeface="Arial"/>
              </a:defRPr>
            </a:lvl3pPr>
            <a:lvl4pPr>
              <a:defRPr sz="1350" b="1">
                <a:solidFill>
                  <a:srgbClr val="60735E"/>
                </a:solidFill>
                <a:latin typeface="Arial"/>
                <a:ea typeface="Arial"/>
                <a:cs typeface="Arial"/>
              </a:defRPr>
            </a:lvl4pPr>
            <a:lvl5pPr>
              <a:defRPr sz="1350" b="1">
                <a:solidFill>
                  <a:srgbClr val="60735E"/>
                </a:solidFill>
                <a:latin typeface="Arial"/>
                <a:ea typeface="Arial"/>
                <a:cs typeface="Arial"/>
              </a:defRPr>
            </a:lvl5pPr>
            <a:lvl6pPr>
              <a:defRPr sz="1350" b="1">
                <a:solidFill>
                  <a:srgbClr val="60735E"/>
                </a:solidFill>
                <a:latin typeface="Arial"/>
                <a:ea typeface="Arial"/>
                <a:cs typeface="Arial"/>
              </a:defRPr>
            </a:lvl6pPr>
            <a:lvl7pPr>
              <a:defRPr sz="1350" b="1">
                <a:solidFill>
                  <a:srgbClr val="60735E"/>
                </a:solidFill>
                <a:latin typeface="Arial"/>
                <a:ea typeface="Arial"/>
                <a:cs typeface="Arial"/>
              </a:defRPr>
            </a:lvl7pPr>
            <a:lvl8pPr>
              <a:defRPr sz="1350" b="1">
                <a:solidFill>
                  <a:srgbClr val="60735E"/>
                </a:solidFill>
                <a:latin typeface="Arial"/>
                <a:ea typeface="Arial"/>
                <a:cs typeface="Arial"/>
              </a:defRPr>
            </a:lvl8pPr>
            <a:lvl9pPr>
              <a:defRPr sz="1350" b="1">
                <a:solidFill>
                  <a:srgbClr val="60735E"/>
                </a:solidFill>
                <a:latin typeface="Arial"/>
                <a:ea typeface="Arial"/>
                <a:cs typeface="Arial"/>
              </a:defRPr>
            </a:lvl9pPr>
          </a:lstStyle>
          <a:p xmlns:a="http://schemas.openxmlformats.org/drawingml/2006/main">
            <a:pPr>
              <a:defRPr sz="1350" b="1">
                <a:solidFill>
                  <a:srgbClr val="60735E"/>
                </a:solidFill>
                <a:latin typeface="Arial"/>
                <a:ea typeface="Arial"/>
                <a:cs typeface="Arial"/>
              </a:defRPr>
            </a:pPr>
            <a:r>
              <a:rPr sz="1350" b="1">
                <a:solidFill>
                  <a:srgbClr val="60735E"/>
                </a:solidFill>
                <a:latin typeface="Arial"/>
                <a:ea typeface="Arial"/>
                <a:cs typeface="Arial"/>
              </a:rPr>
              <a:t>1 : 0..1</a:t>
            </a:r>
          </a:p>
        </p:txBody>
      </p:sp>
    </p:spTree>
    <p:extLst>
      <p:ext uri="{BB962C8B-B14F-4D97-AF65-F5344CB8AC3E}">
        <p14:creationId xmlns:p14="http://schemas.microsoft.com/office/powerpoint/2010/main" val="487556060"/>
      </p:ext>
    </p:extLst>
  </p:cSld>
</p:sld>
</file>

<file path=ppt/slides/slide5.xml><?xml version="1.0" encoding="utf-8"?>
<p:sld xmlns:p="http://schemas.openxmlformats.org/presentationml/2006/main">
  <p:cSld>
    <p:bg>
      <p:bgPr>
        <a:solidFill xmlns:a="http://schemas.openxmlformats.org/drawingml/2006/main">
          <a:srgbClr val="FAFBF7"/>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89A2A681-EC57-4748-AA28-5D5677204E29}"/>
              </a:ext>
            </a:extLst>
          </p:cNvPr>
          <p:cNvSpPr>
            <a:spLocks xmlns:a="http://schemas.openxmlformats.org/drawingml/2006/main" noGrp="1"/>
          </p:cNvSpPr>
          <p:nvPr/>
        </p:nvSpPr>
        <p:spPr>
          <a:xfrm xmlns:a="http://schemas.openxmlformats.org/drawingml/2006/main">
            <a:off x="609600" y="4572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F4D3B"/>
                </a:solidFill>
                <a:latin typeface="Arial"/>
                <a:ea typeface="Arial"/>
                <a:cs typeface="Arial"/>
              </a:defRPr>
            </a:defPPr>
            <a:lvl1pPr>
              <a:defRPr sz="3300" b="1">
                <a:solidFill>
                  <a:srgbClr val="1F4D3B"/>
                </a:solidFill>
                <a:latin typeface="Arial"/>
                <a:ea typeface="Arial"/>
                <a:cs typeface="Arial"/>
              </a:defRPr>
            </a:lvl1pPr>
            <a:lvl2pPr>
              <a:defRPr sz="3300" b="1">
                <a:solidFill>
                  <a:srgbClr val="1F4D3B"/>
                </a:solidFill>
                <a:latin typeface="Arial"/>
                <a:ea typeface="Arial"/>
                <a:cs typeface="Arial"/>
              </a:defRPr>
            </a:lvl2pPr>
            <a:lvl3pPr>
              <a:defRPr sz="3300" b="1">
                <a:solidFill>
                  <a:srgbClr val="1F4D3B"/>
                </a:solidFill>
                <a:latin typeface="Arial"/>
                <a:ea typeface="Arial"/>
                <a:cs typeface="Arial"/>
              </a:defRPr>
            </a:lvl3pPr>
            <a:lvl4pPr>
              <a:defRPr sz="3300" b="1">
                <a:solidFill>
                  <a:srgbClr val="1F4D3B"/>
                </a:solidFill>
                <a:latin typeface="Arial"/>
                <a:ea typeface="Arial"/>
                <a:cs typeface="Arial"/>
              </a:defRPr>
            </a:lvl4pPr>
            <a:lvl5pPr>
              <a:defRPr sz="3300" b="1">
                <a:solidFill>
                  <a:srgbClr val="1F4D3B"/>
                </a:solidFill>
                <a:latin typeface="Arial"/>
                <a:ea typeface="Arial"/>
                <a:cs typeface="Arial"/>
              </a:defRPr>
            </a:lvl5pPr>
            <a:lvl6pPr>
              <a:defRPr sz="3300" b="1">
                <a:solidFill>
                  <a:srgbClr val="1F4D3B"/>
                </a:solidFill>
                <a:latin typeface="Arial"/>
                <a:ea typeface="Arial"/>
                <a:cs typeface="Arial"/>
              </a:defRPr>
            </a:lvl6pPr>
            <a:lvl7pPr>
              <a:defRPr sz="3300" b="1">
                <a:solidFill>
                  <a:srgbClr val="1F4D3B"/>
                </a:solidFill>
                <a:latin typeface="Arial"/>
                <a:ea typeface="Arial"/>
                <a:cs typeface="Arial"/>
              </a:defRPr>
            </a:lvl7pPr>
            <a:lvl8pPr>
              <a:defRPr sz="3300" b="1">
                <a:solidFill>
                  <a:srgbClr val="1F4D3B"/>
                </a:solidFill>
                <a:latin typeface="Arial"/>
                <a:ea typeface="Arial"/>
                <a:cs typeface="Arial"/>
              </a:defRPr>
            </a:lvl8pPr>
            <a:lvl9pPr>
              <a:defRPr sz="3300" b="1">
                <a:solidFill>
                  <a:srgbClr val="1F4D3B"/>
                </a:solidFill>
                <a:latin typeface="Arial"/>
                <a:ea typeface="Arial"/>
                <a:cs typeface="Arial"/>
              </a:defRPr>
            </a:lvl9pPr>
          </a:lstStyle>
          <a:p xmlns:a="http://schemas.openxmlformats.org/drawingml/2006/main">
            <a:pPr>
              <a:defRPr sz="3300" b="1">
                <a:solidFill>
                  <a:srgbClr val="1F4D3B"/>
                </a:solidFill>
                <a:latin typeface="Arial"/>
                <a:ea typeface="Arial"/>
                <a:cs typeface="Arial"/>
              </a:defRPr>
            </a:pPr>
            <a:r>
              <a:rPr sz="3300" b="1">
                <a:solidFill>
                  <a:srgbClr val="1F4D3B"/>
                </a:solidFill>
                <a:latin typeface="Arial"/>
                <a:ea typeface="Arial"/>
                <a:cs typeface="Arial"/>
              </a:rPr>
              <a:t>Construction of ER/EER Diagram</a:t>
            </a:r>
          </a:p>
        </p:txBody>
      </p:sp>
      <p:sp>
        <p:nvSpPr>
          <p:cNvPr id="3" name="slide-subtitle">
            <a:extLst xmlns:a="http://schemas.openxmlformats.org/drawingml/2006/main">
              <a:ext uri="{FF2B5EF4-FFF2-40B4-BE49-F238E27FC236}">
                <a16:creationId xmlns:a16="http://schemas.microsoft.com/office/drawing/2014/main" id="{CA47E8E4-CF60-413B-AFB7-A89F6D8E19D8}"/>
              </a:ext>
            </a:extLst>
          </p:cNvPr>
          <p:cNvSpPr>
            <a:spLocks xmlns:a="http://schemas.openxmlformats.org/drawingml/2006/main" noGrp="1"/>
          </p:cNvSpPr>
          <p:nvPr/>
        </p:nvSpPr>
        <p:spPr>
          <a:xfrm xmlns:a="http://schemas.openxmlformats.org/drawingml/2006/main">
            <a:off x="628650" y="1190625"/>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60735E"/>
                </a:solidFill>
                <a:latin typeface="Arial"/>
                <a:ea typeface="Arial"/>
                <a:cs typeface="Arial"/>
              </a:defRPr>
            </a:defPPr>
            <a:lvl1pPr>
              <a:defRPr sz="1650" b="0">
                <a:solidFill>
                  <a:srgbClr val="60735E"/>
                </a:solidFill>
                <a:latin typeface="Arial"/>
                <a:ea typeface="Arial"/>
                <a:cs typeface="Arial"/>
              </a:defRPr>
            </a:lvl1pPr>
            <a:lvl2pPr>
              <a:defRPr sz="1650" b="0">
                <a:solidFill>
                  <a:srgbClr val="60735E"/>
                </a:solidFill>
                <a:latin typeface="Arial"/>
                <a:ea typeface="Arial"/>
                <a:cs typeface="Arial"/>
              </a:defRPr>
            </a:lvl2pPr>
            <a:lvl3pPr>
              <a:defRPr sz="1650" b="0">
                <a:solidFill>
                  <a:srgbClr val="60735E"/>
                </a:solidFill>
                <a:latin typeface="Arial"/>
                <a:ea typeface="Arial"/>
                <a:cs typeface="Arial"/>
              </a:defRPr>
            </a:lvl3pPr>
            <a:lvl4pPr>
              <a:defRPr sz="1650" b="0">
                <a:solidFill>
                  <a:srgbClr val="60735E"/>
                </a:solidFill>
                <a:latin typeface="Arial"/>
                <a:ea typeface="Arial"/>
                <a:cs typeface="Arial"/>
              </a:defRPr>
            </a:lvl4pPr>
            <a:lvl5pPr>
              <a:defRPr sz="1650" b="0">
                <a:solidFill>
                  <a:srgbClr val="60735E"/>
                </a:solidFill>
                <a:latin typeface="Arial"/>
                <a:ea typeface="Arial"/>
                <a:cs typeface="Arial"/>
              </a:defRPr>
            </a:lvl5pPr>
            <a:lvl6pPr>
              <a:defRPr sz="1650" b="0">
                <a:solidFill>
                  <a:srgbClr val="60735E"/>
                </a:solidFill>
                <a:latin typeface="Arial"/>
                <a:ea typeface="Arial"/>
                <a:cs typeface="Arial"/>
              </a:defRPr>
            </a:lvl6pPr>
            <a:lvl7pPr>
              <a:defRPr sz="1650" b="0">
                <a:solidFill>
                  <a:srgbClr val="60735E"/>
                </a:solidFill>
                <a:latin typeface="Arial"/>
                <a:ea typeface="Arial"/>
                <a:cs typeface="Arial"/>
              </a:defRPr>
            </a:lvl7pPr>
            <a:lvl8pPr>
              <a:defRPr sz="1650" b="0">
                <a:solidFill>
                  <a:srgbClr val="60735E"/>
                </a:solidFill>
                <a:latin typeface="Arial"/>
                <a:ea typeface="Arial"/>
                <a:cs typeface="Arial"/>
              </a:defRPr>
            </a:lvl8pPr>
            <a:lvl9pPr>
              <a:defRPr sz="1650" b="0">
                <a:solidFill>
                  <a:srgbClr val="60735E"/>
                </a:solidFill>
                <a:latin typeface="Arial"/>
                <a:ea typeface="Arial"/>
                <a:cs typeface="Arial"/>
              </a:defRPr>
            </a:lvl9pPr>
          </a:lstStyle>
          <a:p xmlns:a="http://schemas.openxmlformats.org/drawingml/2006/main">
            <a:pPr>
              <a:defRPr sz="1650" b="0">
                <a:solidFill>
                  <a:srgbClr val="60735E"/>
                </a:solidFill>
                <a:latin typeface="Arial"/>
                <a:ea typeface="Arial"/>
                <a:cs typeface="Arial"/>
              </a:defRPr>
            </a:pPr>
            <a:r>
              <a:rPr sz="1650" b="0">
                <a:solidFill>
                  <a:srgbClr val="60735E"/>
                </a:solidFill>
                <a:latin typeface="Arial"/>
                <a:ea typeface="Arial"/>
                <a:cs typeface="Arial"/>
              </a:rPr>
              <a:t>Staff specialization and audit attribution. These links complete all 18 foreign keys.</a:t>
            </a:r>
          </a:p>
        </p:txBody>
      </p:sp>
      <p:sp>
        <p:nvSpPr>
          <p:cNvPr id="4" name="footer">
            <a:extLst xmlns:a="http://schemas.openxmlformats.org/drawingml/2006/main">
              <a:ext uri="{FF2B5EF4-FFF2-40B4-BE49-F238E27FC236}">
                <a16:creationId xmlns:a16="http://schemas.microsoft.com/office/drawing/2014/main" id="{6F4E119A-C336-40BE-9A39-A74FB0A28107}"/>
              </a:ext>
            </a:extLst>
          </p:cNvPr>
          <p:cNvSpPr>
            <a:spLocks xmlns:a="http://schemas.openxmlformats.org/drawingml/2006/main" noGrp="1"/>
          </p:cNvSpPr>
          <p:nvPr/>
        </p:nvSpPr>
        <p:spPr>
          <a:xfrm xmlns:a="http://schemas.openxmlformats.org/drawingml/2006/main">
            <a:off x="609600" y="6477000"/>
            <a:ext cx="428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60735E"/>
                </a:solidFill>
                <a:latin typeface="Arial"/>
                <a:ea typeface="Arial"/>
                <a:cs typeface="Arial"/>
              </a:defRPr>
            </a:defPPr>
            <a:lvl1pPr>
              <a:defRPr sz="1050" b="0">
                <a:solidFill>
                  <a:srgbClr val="60735E"/>
                </a:solidFill>
                <a:latin typeface="Arial"/>
                <a:ea typeface="Arial"/>
                <a:cs typeface="Arial"/>
              </a:defRPr>
            </a:lvl1pPr>
            <a:lvl2pPr>
              <a:defRPr sz="1050" b="0">
                <a:solidFill>
                  <a:srgbClr val="60735E"/>
                </a:solidFill>
                <a:latin typeface="Arial"/>
                <a:ea typeface="Arial"/>
                <a:cs typeface="Arial"/>
              </a:defRPr>
            </a:lvl2pPr>
            <a:lvl3pPr>
              <a:defRPr sz="1050" b="0">
                <a:solidFill>
                  <a:srgbClr val="60735E"/>
                </a:solidFill>
                <a:latin typeface="Arial"/>
                <a:ea typeface="Arial"/>
                <a:cs typeface="Arial"/>
              </a:defRPr>
            </a:lvl3pPr>
            <a:lvl4pPr>
              <a:defRPr sz="1050" b="0">
                <a:solidFill>
                  <a:srgbClr val="60735E"/>
                </a:solidFill>
                <a:latin typeface="Arial"/>
                <a:ea typeface="Arial"/>
                <a:cs typeface="Arial"/>
              </a:defRPr>
            </a:lvl4pPr>
            <a:lvl5pPr>
              <a:defRPr sz="1050" b="0">
                <a:solidFill>
                  <a:srgbClr val="60735E"/>
                </a:solidFill>
                <a:latin typeface="Arial"/>
                <a:ea typeface="Arial"/>
                <a:cs typeface="Arial"/>
              </a:defRPr>
            </a:lvl5pPr>
            <a:lvl6pPr>
              <a:defRPr sz="1050" b="0">
                <a:solidFill>
                  <a:srgbClr val="60735E"/>
                </a:solidFill>
                <a:latin typeface="Arial"/>
                <a:ea typeface="Arial"/>
                <a:cs typeface="Arial"/>
              </a:defRPr>
            </a:lvl6pPr>
            <a:lvl7pPr>
              <a:defRPr sz="1050" b="0">
                <a:solidFill>
                  <a:srgbClr val="60735E"/>
                </a:solidFill>
                <a:latin typeface="Arial"/>
                <a:ea typeface="Arial"/>
                <a:cs typeface="Arial"/>
              </a:defRPr>
            </a:lvl7pPr>
            <a:lvl8pPr>
              <a:defRPr sz="1050" b="0">
                <a:solidFill>
                  <a:srgbClr val="60735E"/>
                </a:solidFill>
                <a:latin typeface="Arial"/>
                <a:ea typeface="Arial"/>
                <a:cs typeface="Arial"/>
              </a:defRPr>
            </a:lvl8pPr>
            <a:lvl9pPr>
              <a:defRPr sz="1050" b="0">
                <a:solidFill>
                  <a:srgbClr val="60735E"/>
                </a:solidFill>
                <a:latin typeface="Arial"/>
                <a:ea typeface="Arial"/>
                <a:cs typeface="Arial"/>
              </a:defRPr>
            </a:lvl9pPr>
          </a:lstStyle>
          <a:p xmlns:a="http://schemas.openxmlformats.org/drawingml/2006/main">
            <a:pPr>
              <a:defRPr sz="1050" b="0">
                <a:solidFill>
                  <a:srgbClr val="60735E"/>
                </a:solidFill>
                <a:latin typeface="Arial"/>
                <a:ea typeface="Arial"/>
                <a:cs typeface="Arial"/>
              </a:defRPr>
            </a:pPr>
            <a:r>
              <a:rPr sz="1050" b="0">
                <a:solidFill>
                  <a:srgbClr val="60735E"/>
                </a:solidFill>
                <a:latin typeface="Arial"/>
                <a:ea typeface="Arial"/>
                <a:cs typeface="Arial"/>
              </a:rPr>
              <a:t>HRCMS / HAVEN</a:t>
            </a:r>
          </a:p>
        </p:txBody>
      </p:sp>
      <p:sp>
        <p:nvSpPr>
          <p:cNvPr id="5" name="page-number">
            <a:extLst xmlns:a="http://schemas.openxmlformats.org/drawingml/2006/main">
              <a:ext uri="{FF2B5EF4-FFF2-40B4-BE49-F238E27FC236}">
                <a16:creationId xmlns:a16="http://schemas.microsoft.com/office/drawing/2014/main" id="{A502C5BD-F973-4AC9-A5F9-3F2DC79F37F9}"/>
              </a:ext>
            </a:extLst>
          </p:cNvPr>
          <p:cNvSpPr>
            <a:spLocks xmlns:a="http://schemas.openxmlformats.org/drawingml/2006/main" noGrp="1"/>
          </p:cNvSpPr>
          <p:nvPr/>
        </p:nvSpPr>
        <p:spPr>
          <a:xfrm xmlns:a="http://schemas.openxmlformats.org/drawingml/2006/main">
            <a:off x="10763250" y="6477000"/>
            <a:ext cx="819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60735E"/>
                </a:solidFill>
                <a:latin typeface="Arial"/>
                <a:ea typeface="Arial"/>
                <a:cs typeface="Arial"/>
              </a:defRPr>
            </a:defPPr>
            <a:lvl1pPr>
              <a:defRPr sz="1050" b="0">
                <a:solidFill>
                  <a:srgbClr val="60735E"/>
                </a:solidFill>
                <a:latin typeface="Arial"/>
                <a:ea typeface="Arial"/>
                <a:cs typeface="Arial"/>
              </a:defRPr>
            </a:lvl1pPr>
            <a:lvl2pPr>
              <a:defRPr sz="1050" b="0">
                <a:solidFill>
                  <a:srgbClr val="60735E"/>
                </a:solidFill>
                <a:latin typeface="Arial"/>
                <a:ea typeface="Arial"/>
                <a:cs typeface="Arial"/>
              </a:defRPr>
            </a:lvl2pPr>
            <a:lvl3pPr>
              <a:defRPr sz="1050" b="0">
                <a:solidFill>
                  <a:srgbClr val="60735E"/>
                </a:solidFill>
                <a:latin typeface="Arial"/>
                <a:ea typeface="Arial"/>
                <a:cs typeface="Arial"/>
              </a:defRPr>
            </a:lvl3pPr>
            <a:lvl4pPr>
              <a:defRPr sz="1050" b="0">
                <a:solidFill>
                  <a:srgbClr val="60735E"/>
                </a:solidFill>
                <a:latin typeface="Arial"/>
                <a:ea typeface="Arial"/>
                <a:cs typeface="Arial"/>
              </a:defRPr>
            </a:lvl4pPr>
            <a:lvl5pPr>
              <a:defRPr sz="1050" b="0">
                <a:solidFill>
                  <a:srgbClr val="60735E"/>
                </a:solidFill>
                <a:latin typeface="Arial"/>
                <a:ea typeface="Arial"/>
                <a:cs typeface="Arial"/>
              </a:defRPr>
            </a:lvl5pPr>
            <a:lvl6pPr>
              <a:defRPr sz="1050" b="0">
                <a:solidFill>
                  <a:srgbClr val="60735E"/>
                </a:solidFill>
                <a:latin typeface="Arial"/>
                <a:ea typeface="Arial"/>
                <a:cs typeface="Arial"/>
              </a:defRPr>
            </a:lvl6pPr>
            <a:lvl7pPr>
              <a:defRPr sz="1050" b="0">
                <a:solidFill>
                  <a:srgbClr val="60735E"/>
                </a:solidFill>
                <a:latin typeface="Arial"/>
                <a:ea typeface="Arial"/>
                <a:cs typeface="Arial"/>
              </a:defRPr>
            </a:lvl7pPr>
            <a:lvl8pPr>
              <a:defRPr sz="1050" b="0">
                <a:solidFill>
                  <a:srgbClr val="60735E"/>
                </a:solidFill>
                <a:latin typeface="Arial"/>
                <a:ea typeface="Arial"/>
                <a:cs typeface="Arial"/>
              </a:defRPr>
            </a:lvl8pPr>
            <a:lvl9pPr>
              <a:defRPr sz="1050" b="0">
                <a:solidFill>
                  <a:srgbClr val="60735E"/>
                </a:solidFill>
                <a:latin typeface="Arial"/>
                <a:ea typeface="Arial"/>
                <a:cs typeface="Arial"/>
              </a:defRPr>
            </a:lvl9pPr>
          </a:lstStyle>
          <a:p xmlns:a="http://schemas.openxmlformats.org/drawingml/2006/main">
            <a:pPr>
              <a:defRPr sz="1050" b="0">
                <a:solidFill>
                  <a:srgbClr val="60735E"/>
                </a:solidFill>
                <a:latin typeface="Arial"/>
                <a:ea typeface="Arial"/>
                <a:cs typeface="Arial"/>
              </a:defRPr>
            </a:pPr>
            <a:r>
              <a:rPr sz="1050" b="0">
                <a:solidFill>
                  <a:srgbClr val="60735E"/>
                </a:solidFill>
                <a:latin typeface="Arial"/>
                <a:ea typeface="Arial"/>
                <a:cs typeface="Arial"/>
              </a:rPr>
              <a:t>05 / 18</a:t>
            </a:r>
          </a:p>
        </p:txBody>
      </p:sp>
      <p:sp>
        <p:nvSpPr>
          <p:cNvPr id="6" name="entity-HOSTEL_BLOCK">
            <a:extLst xmlns:a="http://schemas.openxmlformats.org/drawingml/2006/main">
              <a:ext uri="{FF2B5EF4-FFF2-40B4-BE49-F238E27FC236}">
                <a16:creationId xmlns:a16="http://schemas.microsoft.com/office/drawing/2014/main" id="{A5299C35-70BC-4BFE-BBDA-0EC312C73150}"/>
              </a:ext>
            </a:extLst>
          </p:cNvPr>
          <p:cNvSpPr>
            <a:spLocks xmlns:a="http://schemas.openxmlformats.org/drawingml/2006/main" noGrp="1"/>
          </p:cNvSpPr>
          <p:nvPr/>
        </p:nvSpPr>
        <p:spPr>
          <a:xfrm xmlns:a="http://schemas.openxmlformats.org/drawingml/2006/main">
            <a:off x="619125" y="2047875"/>
            <a:ext cx="2952750" cy="1047750"/>
          </a:xfrm>
          <a:prstGeom xmlns:a="http://schemas.openxmlformats.org/drawingml/2006/main" prst="rect">
            <a:avLst/>
          </a:prstGeom>
          <a:solidFill xmlns:a="http://schemas.openxmlformats.org/drawingml/2006/main">
            <a:srgbClr val="FFFFFF"/>
          </a:solidFill>
          <a:ln xmlns:a="http://schemas.openxmlformats.org/drawingml/2006/main" w="14288">
            <a:solidFill>
              <a:srgbClr val="72916C"/>
            </a:solidFill>
          </a:ln>
        </p:spPr>
      </p:sp>
      <p:sp>
        <p:nvSpPr>
          <p:cNvPr id="7" name="entity-name-HOSTEL_BLOCK">
            <a:extLst xmlns:a="http://schemas.openxmlformats.org/drawingml/2006/main">
              <a:ext uri="{FF2B5EF4-FFF2-40B4-BE49-F238E27FC236}">
                <a16:creationId xmlns:a16="http://schemas.microsoft.com/office/drawing/2014/main" id="{3512A181-5D9F-4A40-A535-067F69B842AD}"/>
              </a:ext>
            </a:extLst>
          </p:cNvPr>
          <p:cNvSpPr>
            <a:spLocks xmlns:a="http://schemas.openxmlformats.org/drawingml/2006/main" noGrp="1"/>
          </p:cNvSpPr>
          <p:nvPr/>
        </p:nvSpPr>
        <p:spPr>
          <a:xfrm xmlns:a="http://schemas.openxmlformats.org/drawingml/2006/main">
            <a:off x="742950" y="2143125"/>
            <a:ext cx="2705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1">
                <a:solidFill>
                  <a:srgbClr val="1F4D3B"/>
                </a:solidFill>
                <a:latin typeface="Arial"/>
                <a:ea typeface="Arial"/>
                <a:cs typeface="Arial"/>
              </a:defRPr>
            </a:defPPr>
            <a:lvl1pPr>
              <a:defRPr sz="1650" b="1">
                <a:solidFill>
                  <a:srgbClr val="1F4D3B"/>
                </a:solidFill>
                <a:latin typeface="Arial"/>
                <a:ea typeface="Arial"/>
                <a:cs typeface="Arial"/>
              </a:defRPr>
            </a:lvl1pPr>
            <a:lvl2pPr>
              <a:defRPr sz="1650" b="1">
                <a:solidFill>
                  <a:srgbClr val="1F4D3B"/>
                </a:solidFill>
                <a:latin typeface="Arial"/>
                <a:ea typeface="Arial"/>
                <a:cs typeface="Arial"/>
              </a:defRPr>
            </a:lvl2pPr>
            <a:lvl3pPr>
              <a:defRPr sz="1650" b="1">
                <a:solidFill>
                  <a:srgbClr val="1F4D3B"/>
                </a:solidFill>
                <a:latin typeface="Arial"/>
                <a:ea typeface="Arial"/>
                <a:cs typeface="Arial"/>
              </a:defRPr>
            </a:lvl3pPr>
            <a:lvl4pPr>
              <a:defRPr sz="1650" b="1">
                <a:solidFill>
                  <a:srgbClr val="1F4D3B"/>
                </a:solidFill>
                <a:latin typeface="Arial"/>
                <a:ea typeface="Arial"/>
                <a:cs typeface="Arial"/>
              </a:defRPr>
            </a:lvl4pPr>
            <a:lvl5pPr>
              <a:defRPr sz="1650" b="1">
                <a:solidFill>
                  <a:srgbClr val="1F4D3B"/>
                </a:solidFill>
                <a:latin typeface="Arial"/>
                <a:ea typeface="Arial"/>
                <a:cs typeface="Arial"/>
              </a:defRPr>
            </a:lvl5pPr>
            <a:lvl6pPr>
              <a:defRPr sz="1650" b="1">
                <a:solidFill>
                  <a:srgbClr val="1F4D3B"/>
                </a:solidFill>
                <a:latin typeface="Arial"/>
                <a:ea typeface="Arial"/>
                <a:cs typeface="Arial"/>
              </a:defRPr>
            </a:lvl6pPr>
            <a:lvl7pPr>
              <a:defRPr sz="1650" b="1">
                <a:solidFill>
                  <a:srgbClr val="1F4D3B"/>
                </a:solidFill>
                <a:latin typeface="Arial"/>
                <a:ea typeface="Arial"/>
                <a:cs typeface="Arial"/>
              </a:defRPr>
            </a:lvl7pPr>
            <a:lvl8pPr>
              <a:defRPr sz="1650" b="1">
                <a:solidFill>
                  <a:srgbClr val="1F4D3B"/>
                </a:solidFill>
                <a:latin typeface="Arial"/>
                <a:ea typeface="Arial"/>
                <a:cs typeface="Arial"/>
              </a:defRPr>
            </a:lvl8pPr>
            <a:lvl9pPr>
              <a:defRPr sz="1650" b="1">
                <a:solidFill>
                  <a:srgbClr val="1F4D3B"/>
                </a:solidFill>
                <a:latin typeface="Arial"/>
                <a:ea typeface="Arial"/>
                <a:cs typeface="Arial"/>
              </a:defRPr>
            </a:lvl9pPr>
          </a:lstStyle>
          <a:p xmlns:a="http://schemas.openxmlformats.org/drawingml/2006/main">
            <a:pPr>
              <a:defRPr sz="1650" b="1">
                <a:solidFill>
                  <a:srgbClr val="1F4D3B"/>
                </a:solidFill>
                <a:latin typeface="Arial"/>
                <a:ea typeface="Arial"/>
                <a:cs typeface="Arial"/>
              </a:defRPr>
            </a:pPr>
            <a:r>
              <a:rPr sz="1650" b="1">
                <a:solidFill>
                  <a:srgbClr val="1F4D3B"/>
                </a:solidFill>
                <a:latin typeface="Arial"/>
                <a:ea typeface="Arial"/>
                <a:cs typeface="Arial"/>
              </a:rPr>
              <a:t>HOSTEL_BLOCK</a:t>
            </a:r>
          </a:p>
        </p:txBody>
      </p:sp>
      <p:sp>
        <p:nvSpPr>
          <p:cNvPr id="8" name="entity-fields-HOSTEL_BLOCK">
            <a:extLst xmlns:a="http://schemas.openxmlformats.org/drawingml/2006/main">
              <a:ext uri="{FF2B5EF4-FFF2-40B4-BE49-F238E27FC236}">
                <a16:creationId xmlns:a16="http://schemas.microsoft.com/office/drawing/2014/main" id="{1AA68339-9892-4A72-8A34-A507DFD7F9C7}"/>
              </a:ext>
            </a:extLst>
          </p:cNvPr>
          <p:cNvSpPr>
            <a:spLocks xmlns:a="http://schemas.openxmlformats.org/drawingml/2006/main" noGrp="1"/>
          </p:cNvSpPr>
          <p:nvPr/>
        </p:nvSpPr>
        <p:spPr>
          <a:xfrm xmlns:a="http://schemas.openxmlformats.org/drawingml/2006/main">
            <a:off x="742950" y="2505075"/>
            <a:ext cx="27051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243B2D"/>
                </a:solidFill>
                <a:latin typeface="Arial"/>
                <a:ea typeface="Arial"/>
                <a:cs typeface="Arial"/>
              </a:defRPr>
            </a:defPPr>
            <a:lvl1pPr>
              <a:defRPr sz="1500" b="0">
                <a:solidFill>
                  <a:srgbClr val="243B2D"/>
                </a:solidFill>
                <a:latin typeface="Arial"/>
                <a:ea typeface="Arial"/>
                <a:cs typeface="Arial"/>
              </a:defRPr>
            </a:lvl1pPr>
            <a:lvl2pPr>
              <a:defRPr sz="1500" b="0">
                <a:solidFill>
                  <a:srgbClr val="243B2D"/>
                </a:solidFill>
                <a:latin typeface="Arial"/>
                <a:ea typeface="Arial"/>
                <a:cs typeface="Arial"/>
              </a:defRPr>
            </a:lvl2pPr>
            <a:lvl3pPr>
              <a:defRPr sz="1500" b="0">
                <a:solidFill>
                  <a:srgbClr val="243B2D"/>
                </a:solidFill>
                <a:latin typeface="Arial"/>
                <a:ea typeface="Arial"/>
                <a:cs typeface="Arial"/>
              </a:defRPr>
            </a:lvl3pPr>
            <a:lvl4pPr>
              <a:defRPr sz="1500" b="0">
                <a:solidFill>
                  <a:srgbClr val="243B2D"/>
                </a:solidFill>
                <a:latin typeface="Arial"/>
                <a:ea typeface="Arial"/>
                <a:cs typeface="Arial"/>
              </a:defRPr>
            </a:lvl4pPr>
            <a:lvl5pPr>
              <a:defRPr sz="1500" b="0">
                <a:solidFill>
                  <a:srgbClr val="243B2D"/>
                </a:solidFill>
                <a:latin typeface="Arial"/>
                <a:ea typeface="Arial"/>
                <a:cs typeface="Arial"/>
              </a:defRPr>
            </a:lvl5pPr>
            <a:lvl6pPr>
              <a:defRPr sz="1500" b="0">
                <a:solidFill>
                  <a:srgbClr val="243B2D"/>
                </a:solidFill>
                <a:latin typeface="Arial"/>
                <a:ea typeface="Arial"/>
                <a:cs typeface="Arial"/>
              </a:defRPr>
            </a:lvl6pPr>
            <a:lvl7pPr>
              <a:defRPr sz="1500" b="0">
                <a:solidFill>
                  <a:srgbClr val="243B2D"/>
                </a:solidFill>
                <a:latin typeface="Arial"/>
                <a:ea typeface="Arial"/>
                <a:cs typeface="Arial"/>
              </a:defRPr>
            </a:lvl7pPr>
            <a:lvl8pPr>
              <a:defRPr sz="1500" b="0">
                <a:solidFill>
                  <a:srgbClr val="243B2D"/>
                </a:solidFill>
                <a:latin typeface="Arial"/>
                <a:ea typeface="Arial"/>
                <a:cs typeface="Arial"/>
              </a:defRPr>
            </a:lvl8pPr>
            <a:lvl9pPr>
              <a:defRPr sz="1500" b="0">
                <a:solidFill>
                  <a:srgbClr val="243B2D"/>
                </a:solidFill>
                <a:latin typeface="Arial"/>
                <a:ea typeface="Arial"/>
                <a:cs typeface="Arial"/>
              </a:defRPr>
            </a:lvl9pPr>
          </a:lstStyle>
          <a:p xmlns:a="http://schemas.openxmlformats.org/drawingml/2006/main">
            <a:pPr>
              <a:defRPr sz="1500" b="0">
                <a:solidFill>
                  <a:srgbClr val="243B2D"/>
                </a:solidFill>
                <a:latin typeface="Arial"/>
                <a:ea typeface="Arial"/>
                <a:cs typeface="Arial"/>
              </a:defRPr>
            </a:pPr>
            <a:r>
              <a:rPr sz="1500" b="0">
                <a:solidFill>
                  <a:srgbClr val="243B2D"/>
                </a:solidFill>
                <a:latin typeface="Arial"/>
                <a:ea typeface="Arial"/>
                <a:cs typeface="Arial"/>
              </a:rPr>
              <a:t>PK block_id</a:t>
            </a:r>
          </a:p>
        </p:txBody>
      </p:sp>
      <p:sp>
        <p:nvSpPr>
          <p:cNvPr id="9" name="entity-MAINTENANCE_STAFF">
            <a:extLst xmlns:a="http://schemas.openxmlformats.org/drawingml/2006/main">
              <a:ext uri="{FF2B5EF4-FFF2-40B4-BE49-F238E27FC236}">
                <a16:creationId xmlns:a16="http://schemas.microsoft.com/office/drawing/2014/main" id="{22F21B50-96BC-407B-800D-194DD4EC181F}"/>
              </a:ext>
            </a:extLst>
          </p:cNvPr>
          <p:cNvSpPr>
            <a:spLocks xmlns:a="http://schemas.openxmlformats.org/drawingml/2006/main" noGrp="1"/>
          </p:cNvSpPr>
          <p:nvPr/>
        </p:nvSpPr>
        <p:spPr>
          <a:xfrm xmlns:a="http://schemas.openxmlformats.org/drawingml/2006/main">
            <a:off x="4619625" y="1809750"/>
            <a:ext cx="2952750" cy="1571625"/>
          </a:xfrm>
          <a:prstGeom xmlns:a="http://schemas.openxmlformats.org/drawingml/2006/main" prst="rect">
            <a:avLst/>
          </a:prstGeom>
          <a:solidFill xmlns:a="http://schemas.openxmlformats.org/drawingml/2006/main">
            <a:srgbClr val="FFFFFF"/>
          </a:solidFill>
          <a:ln xmlns:a="http://schemas.openxmlformats.org/drawingml/2006/main" w="14288">
            <a:solidFill>
              <a:srgbClr val="72916C"/>
            </a:solidFill>
          </a:ln>
        </p:spPr>
      </p:sp>
      <p:sp>
        <p:nvSpPr>
          <p:cNvPr id="10" name="entity-name-MAINTENANCE_STAFF">
            <a:extLst xmlns:a="http://schemas.openxmlformats.org/drawingml/2006/main">
              <a:ext uri="{FF2B5EF4-FFF2-40B4-BE49-F238E27FC236}">
                <a16:creationId xmlns:a16="http://schemas.microsoft.com/office/drawing/2014/main" id="{AE98DD05-051B-4CE6-9BE9-E698315072AB}"/>
              </a:ext>
            </a:extLst>
          </p:cNvPr>
          <p:cNvSpPr>
            <a:spLocks xmlns:a="http://schemas.openxmlformats.org/drawingml/2006/main" noGrp="1"/>
          </p:cNvSpPr>
          <p:nvPr/>
        </p:nvSpPr>
        <p:spPr>
          <a:xfrm xmlns:a="http://schemas.openxmlformats.org/drawingml/2006/main">
            <a:off x="4743450" y="1905000"/>
            <a:ext cx="2705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1">
                <a:solidFill>
                  <a:srgbClr val="1F4D3B"/>
                </a:solidFill>
                <a:latin typeface="Arial"/>
                <a:ea typeface="Arial"/>
                <a:cs typeface="Arial"/>
              </a:defRPr>
            </a:defPPr>
            <a:lvl1pPr>
              <a:defRPr sz="1650" b="1">
                <a:solidFill>
                  <a:srgbClr val="1F4D3B"/>
                </a:solidFill>
                <a:latin typeface="Arial"/>
                <a:ea typeface="Arial"/>
                <a:cs typeface="Arial"/>
              </a:defRPr>
            </a:lvl1pPr>
            <a:lvl2pPr>
              <a:defRPr sz="1650" b="1">
                <a:solidFill>
                  <a:srgbClr val="1F4D3B"/>
                </a:solidFill>
                <a:latin typeface="Arial"/>
                <a:ea typeface="Arial"/>
                <a:cs typeface="Arial"/>
              </a:defRPr>
            </a:lvl2pPr>
            <a:lvl3pPr>
              <a:defRPr sz="1650" b="1">
                <a:solidFill>
                  <a:srgbClr val="1F4D3B"/>
                </a:solidFill>
                <a:latin typeface="Arial"/>
                <a:ea typeface="Arial"/>
                <a:cs typeface="Arial"/>
              </a:defRPr>
            </a:lvl3pPr>
            <a:lvl4pPr>
              <a:defRPr sz="1650" b="1">
                <a:solidFill>
                  <a:srgbClr val="1F4D3B"/>
                </a:solidFill>
                <a:latin typeface="Arial"/>
                <a:ea typeface="Arial"/>
                <a:cs typeface="Arial"/>
              </a:defRPr>
            </a:lvl4pPr>
            <a:lvl5pPr>
              <a:defRPr sz="1650" b="1">
                <a:solidFill>
                  <a:srgbClr val="1F4D3B"/>
                </a:solidFill>
                <a:latin typeface="Arial"/>
                <a:ea typeface="Arial"/>
                <a:cs typeface="Arial"/>
              </a:defRPr>
            </a:lvl5pPr>
            <a:lvl6pPr>
              <a:defRPr sz="1650" b="1">
                <a:solidFill>
                  <a:srgbClr val="1F4D3B"/>
                </a:solidFill>
                <a:latin typeface="Arial"/>
                <a:ea typeface="Arial"/>
                <a:cs typeface="Arial"/>
              </a:defRPr>
            </a:lvl6pPr>
            <a:lvl7pPr>
              <a:defRPr sz="1650" b="1">
                <a:solidFill>
                  <a:srgbClr val="1F4D3B"/>
                </a:solidFill>
                <a:latin typeface="Arial"/>
                <a:ea typeface="Arial"/>
                <a:cs typeface="Arial"/>
              </a:defRPr>
            </a:lvl7pPr>
            <a:lvl8pPr>
              <a:defRPr sz="1650" b="1">
                <a:solidFill>
                  <a:srgbClr val="1F4D3B"/>
                </a:solidFill>
                <a:latin typeface="Arial"/>
                <a:ea typeface="Arial"/>
                <a:cs typeface="Arial"/>
              </a:defRPr>
            </a:lvl8pPr>
            <a:lvl9pPr>
              <a:defRPr sz="1650" b="1">
                <a:solidFill>
                  <a:srgbClr val="1F4D3B"/>
                </a:solidFill>
                <a:latin typeface="Arial"/>
                <a:ea typeface="Arial"/>
                <a:cs typeface="Arial"/>
              </a:defRPr>
            </a:lvl9pPr>
          </a:lstStyle>
          <a:p xmlns:a="http://schemas.openxmlformats.org/drawingml/2006/main">
            <a:pPr>
              <a:defRPr sz="1650" b="1">
                <a:solidFill>
                  <a:srgbClr val="1F4D3B"/>
                </a:solidFill>
                <a:latin typeface="Arial"/>
                <a:ea typeface="Arial"/>
                <a:cs typeface="Arial"/>
              </a:defRPr>
            </a:pPr>
            <a:r>
              <a:rPr sz="1650" b="1">
                <a:solidFill>
                  <a:srgbClr val="1F4D3B"/>
                </a:solidFill>
                <a:latin typeface="Arial"/>
                <a:ea typeface="Arial"/>
                <a:cs typeface="Arial"/>
              </a:rPr>
              <a:t>MAINTENANCE_STAFF</a:t>
            </a:r>
          </a:p>
        </p:txBody>
      </p:sp>
      <p:sp>
        <p:nvSpPr>
          <p:cNvPr id="11" name="entity-fields-MAINTENANCE_STAFF">
            <a:extLst xmlns:a="http://schemas.openxmlformats.org/drawingml/2006/main">
              <a:ext uri="{FF2B5EF4-FFF2-40B4-BE49-F238E27FC236}">
                <a16:creationId xmlns:a16="http://schemas.microsoft.com/office/drawing/2014/main" id="{D4BE7465-F7B9-4818-A874-88BA0ED8034F}"/>
              </a:ext>
            </a:extLst>
          </p:cNvPr>
          <p:cNvSpPr>
            <a:spLocks xmlns:a="http://schemas.openxmlformats.org/drawingml/2006/main" noGrp="1"/>
          </p:cNvSpPr>
          <p:nvPr/>
        </p:nvSpPr>
        <p:spPr>
          <a:xfrm xmlns:a="http://schemas.openxmlformats.org/drawingml/2006/main">
            <a:off x="4743450" y="2266950"/>
            <a:ext cx="27051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243B2D"/>
                </a:solidFill>
                <a:latin typeface="Arial"/>
                <a:ea typeface="Arial"/>
                <a:cs typeface="Arial"/>
              </a:defRPr>
            </a:defPPr>
            <a:lvl1pPr>
              <a:defRPr sz="1500" b="0">
                <a:solidFill>
                  <a:srgbClr val="243B2D"/>
                </a:solidFill>
                <a:latin typeface="Arial"/>
                <a:ea typeface="Arial"/>
                <a:cs typeface="Arial"/>
              </a:defRPr>
            </a:lvl1pPr>
            <a:lvl2pPr>
              <a:defRPr sz="1500" b="0">
                <a:solidFill>
                  <a:srgbClr val="243B2D"/>
                </a:solidFill>
                <a:latin typeface="Arial"/>
                <a:ea typeface="Arial"/>
                <a:cs typeface="Arial"/>
              </a:defRPr>
            </a:lvl2pPr>
            <a:lvl3pPr>
              <a:defRPr sz="1500" b="0">
                <a:solidFill>
                  <a:srgbClr val="243B2D"/>
                </a:solidFill>
                <a:latin typeface="Arial"/>
                <a:ea typeface="Arial"/>
                <a:cs typeface="Arial"/>
              </a:defRPr>
            </a:lvl3pPr>
            <a:lvl4pPr>
              <a:defRPr sz="1500" b="0">
                <a:solidFill>
                  <a:srgbClr val="243B2D"/>
                </a:solidFill>
                <a:latin typeface="Arial"/>
                <a:ea typeface="Arial"/>
                <a:cs typeface="Arial"/>
              </a:defRPr>
            </a:lvl4pPr>
            <a:lvl5pPr>
              <a:defRPr sz="1500" b="0">
                <a:solidFill>
                  <a:srgbClr val="243B2D"/>
                </a:solidFill>
                <a:latin typeface="Arial"/>
                <a:ea typeface="Arial"/>
                <a:cs typeface="Arial"/>
              </a:defRPr>
            </a:lvl5pPr>
            <a:lvl6pPr>
              <a:defRPr sz="1500" b="0">
                <a:solidFill>
                  <a:srgbClr val="243B2D"/>
                </a:solidFill>
                <a:latin typeface="Arial"/>
                <a:ea typeface="Arial"/>
                <a:cs typeface="Arial"/>
              </a:defRPr>
            </a:lvl6pPr>
            <a:lvl7pPr>
              <a:defRPr sz="1500" b="0">
                <a:solidFill>
                  <a:srgbClr val="243B2D"/>
                </a:solidFill>
                <a:latin typeface="Arial"/>
                <a:ea typeface="Arial"/>
                <a:cs typeface="Arial"/>
              </a:defRPr>
            </a:lvl7pPr>
            <a:lvl8pPr>
              <a:defRPr sz="1500" b="0">
                <a:solidFill>
                  <a:srgbClr val="243B2D"/>
                </a:solidFill>
                <a:latin typeface="Arial"/>
                <a:ea typeface="Arial"/>
                <a:cs typeface="Arial"/>
              </a:defRPr>
            </a:lvl8pPr>
            <a:lvl9pPr>
              <a:defRPr sz="1500" b="0">
                <a:solidFill>
                  <a:srgbClr val="243B2D"/>
                </a:solidFill>
                <a:latin typeface="Arial"/>
                <a:ea typeface="Arial"/>
                <a:cs typeface="Arial"/>
              </a:defRPr>
            </a:lvl9pPr>
          </a:lstStyle>
          <a:p xmlns:a="http://schemas.openxmlformats.org/drawingml/2006/main">
            <a:pPr>
              <a:defRPr sz="1500" b="0">
                <a:solidFill>
                  <a:srgbClr val="243B2D"/>
                </a:solidFill>
                <a:latin typeface="Arial"/>
                <a:ea typeface="Arial"/>
                <a:cs typeface="Arial"/>
              </a:defRPr>
            </a:pPr>
            <a:r>
              <a:rPr sz="1500" b="0">
                <a:solidFill>
                  <a:srgbClr val="243B2D"/>
                </a:solidFill>
                <a:latin typeface="Arial"/>
                <a:ea typeface="Arial"/>
                <a:cs typeface="Arial"/>
              </a:rPr>
              <a:t>PK/FK staff_id</a:t>
            </a:r>
          </a:p>
          <a:p xmlns:a="http://schemas.openxmlformats.org/drawingml/2006/main">
            <a:pPr>
              <a:defRPr sz="1500" b="0">
                <a:solidFill>
                  <a:srgbClr val="243B2D"/>
                </a:solidFill>
                <a:latin typeface="Arial"/>
                <a:ea typeface="Arial"/>
                <a:cs typeface="Arial"/>
              </a:defRPr>
            </a:pPr>
            <a:r>
              <a:rPr sz="1500" b="0">
                <a:solidFill>
                  <a:srgbClr val="243B2D"/>
                </a:solidFill>
                <a:latin typeface="Arial"/>
                <a:ea typeface="Arial"/>
                <a:cs typeface="Arial"/>
              </a:rPr>
              <a:t>FK block_id</a:t>
            </a:r>
          </a:p>
          <a:p xmlns:a="http://schemas.openxmlformats.org/drawingml/2006/main">
            <a:pPr>
              <a:defRPr sz="1500" b="0">
                <a:solidFill>
                  <a:srgbClr val="243B2D"/>
                </a:solidFill>
                <a:latin typeface="Arial"/>
                <a:ea typeface="Arial"/>
                <a:cs typeface="Arial"/>
              </a:defRPr>
            </a:pPr>
            <a:r>
              <a:rPr sz="1500" b="0">
                <a:solidFill>
                  <a:srgbClr val="243B2D"/>
                </a:solidFill>
                <a:latin typeface="Arial"/>
                <a:ea typeface="Arial"/>
                <a:cs typeface="Arial"/>
              </a:rPr>
              <a:t>FK category_id</a:t>
            </a:r>
          </a:p>
        </p:txBody>
      </p:sp>
      <p:sp>
        <p:nvSpPr>
          <p:cNvPr id="12" name="entity-COMPLAINT_CATEGORY">
            <a:extLst xmlns:a="http://schemas.openxmlformats.org/drawingml/2006/main">
              <a:ext uri="{FF2B5EF4-FFF2-40B4-BE49-F238E27FC236}">
                <a16:creationId xmlns:a16="http://schemas.microsoft.com/office/drawing/2014/main" id="{B47573DE-2A49-4C57-9DC8-362191AA262B}"/>
              </a:ext>
            </a:extLst>
          </p:cNvPr>
          <p:cNvSpPr>
            <a:spLocks xmlns:a="http://schemas.openxmlformats.org/drawingml/2006/main" noGrp="1"/>
          </p:cNvSpPr>
          <p:nvPr/>
        </p:nvSpPr>
        <p:spPr>
          <a:xfrm xmlns:a="http://schemas.openxmlformats.org/drawingml/2006/main">
            <a:off x="8620125" y="2047875"/>
            <a:ext cx="2952750" cy="1047750"/>
          </a:xfrm>
          <a:prstGeom xmlns:a="http://schemas.openxmlformats.org/drawingml/2006/main" prst="rect">
            <a:avLst/>
          </a:prstGeom>
          <a:solidFill xmlns:a="http://schemas.openxmlformats.org/drawingml/2006/main">
            <a:srgbClr val="FFFFFF"/>
          </a:solidFill>
          <a:ln xmlns:a="http://schemas.openxmlformats.org/drawingml/2006/main" w="14288">
            <a:solidFill>
              <a:srgbClr val="72916C"/>
            </a:solidFill>
          </a:ln>
        </p:spPr>
      </p:sp>
      <p:sp>
        <p:nvSpPr>
          <p:cNvPr id="13" name="entity-name-COMPLAINT_CATEGORY">
            <a:extLst xmlns:a="http://schemas.openxmlformats.org/drawingml/2006/main">
              <a:ext uri="{FF2B5EF4-FFF2-40B4-BE49-F238E27FC236}">
                <a16:creationId xmlns:a16="http://schemas.microsoft.com/office/drawing/2014/main" id="{E79B5B4A-A52A-4124-A840-A9DED676C5CD}"/>
              </a:ext>
            </a:extLst>
          </p:cNvPr>
          <p:cNvSpPr>
            <a:spLocks xmlns:a="http://schemas.openxmlformats.org/drawingml/2006/main" noGrp="1"/>
          </p:cNvSpPr>
          <p:nvPr/>
        </p:nvSpPr>
        <p:spPr>
          <a:xfrm xmlns:a="http://schemas.openxmlformats.org/drawingml/2006/main">
            <a:off x="8743950" y="2143125"/>
            <a:ext cx="2705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1">
                <a:solidFill>
                  <a:srgbClr val="1F4D3B"/>
                </a:solidFill>
                <a:latin typeface="Arial"/>
                <a:ea typeface="Arial"/>
                <a:cs typeface="Arial"/>
              </a:defRPr>
            </a:defPPr>
            <a:lvl1pPr>
              <a:defRPr sz="1650" b="1">
                <a:solidFill>
                  <a:srgbClr val="1F4D3B"/>
                </a:solidFill>
                <a:latin typeface="Arial"/>
                <a:ea typeface="Arial"/>
                <a:cs typeface="Arial"/>
              </a:defRPr>
            </a:lvl1pPr>
            <a:lvl2pPr>
              <a:defRPr sz="1650" b="1">
                <a:solidFill>
                  <a:srgbClr val="1F4D3B"/>
                </a:solidFill>
                <a:latin typeface="Arial"/>
                <a:ea typeface="Arial"/>
                <a:cs typeface="Arial"/>
              </a:defRPr>
            </a:lvl2pPr>
            <a:lvl3pPr>
              <a:defRPr sz="1650" b="1">
                <a:solidFill>
                  <a:srgbClr val="1F4D3B"/>
                </a:solidFill>
                <a:latin typeface="Arial"/>
                <a:ea typeface="Arial"/>
                <a:cs typeface="Arial"/>
              </a:defRPr>
            </a:lvl3pPr>
            <a:lvl4pPr>
              <a:defRPr sz="1650" b="1">
                <a:solidFill>
                  <a:srgbClr val="1F4D3B"/>
                </a:solidFill>
                <a:latin typeface="Arial"/>
                <a:ea typeface="Arial"/>
                <a:cs typeface="Arial"/>
              </a:defRPr>
            </a:lvl4pPr>
            <a:lvl5pPr>
              <a:defRPr sz="1650" b="1">
                <a:solidFill>
                  <a:srgbClr val="1F4D3B"/>
                </a:solidFill>
                <a:latin typeface="Arial"/>
                <a:ea typeface="Arial"/>
                <a:cs typeface="Arial"/>
              </a:defRPr>
            </a:lvl5pPr>
            <a:lvl6pPr>
              <a:defRPr sz="1650" b="1">
                <a:solidFill>
                  <a:srgbClr val="1F4D3B"/>
                </a:solidFill>
                <a:latin typeface="Arial"/>
                <a:ea typeface="Arial"/>
                <a:cs typeface="Arial"/>
              </a:defRPr>
            </a:lvl6pPr>
            <a:lvl7pPr>
              <a:defRPr sz="1650" b="1">
                <a:solidFill>
                  <a:srgbClr val="1F4D3B"/>
                </a:solidFill>
                <a:latin typeface="Arial"/>
                <a:ea typeface="Arial"/>
                <a:cs typeface="Arial"/>
              </a:defRPr>
            </a:lvl7pPr>
            <a:lvl8pPr>
              <a:defRPr sz="1650" b="1">
                <a:solidFill>
                  <a:srgbClr val="1F4D3B"/>
                </a:solidFill>
                <a:latin typeface="Arial"/>
                <a:ea typeface="Arial"/>
                <a:cs typeface="Arial"/>
              </a:defRPr>
            </a:lvl8pPr>
            <a:lvl9pPr>
              <a:defRPr sz="1650" b="1">
                <a:solidFill>
                  <a:srgbClr val="1F4D3B"/>
                </a:solidFill>
                <a:latin typeface="Arial"/>
                <a:ea typeface="Arial"/>
                <a:cs typeface="Arial"/>
              </a:defRPr>
            </a:lvl9pPr>
          </a:lstStyle>
          <a:p xmlns:a="http://schemas.openxmlformats.org/drawingml/2006/main">
            <a:pPr>
              <a:defRPr sz="1650" b="1">
                <a:solidFill>
                  <a:srgbClr val="1F4D3B"/>
                </a:solidFill>
                <a:latin typeface="Arial"/>
                <a:ea typeface="Arial"/>
                <a:cs typeface="Arial"/>
              </a:defRPr>
            </a:pPr>
            <a:r>
              <a:rPr sz="1650" b="1">
                <a:solidFill>
                  <a:srgbClr val="1F4D3B"/>
                </a:solidFill>
                <a:latin typeface="Arial"/>
                <a:ea typeface="Arial"/>
                <a:cs typeface="Arial"/>
              </a:rPr>
              <a:t>COMPLAINT_CATEGORY</a:t>
            </a:r>
          </a:p>
        </p:txBody>
      </p:sp>
      <p:sp>
        <p:nvSpPr>
          <p:cNvPr id="14" name="entity-fields-COMPLAINT_CATEGORY">
            <a:extLst xmlns:a="http://schemas.openxmlformats.org/drawingml/2006/main">
              <a:ext uri="{FF2B5EF4-FFF2-40B4-BE49-F238E27FC236}">
                <a16:creationId xmlns:a16="http://schemas.microsoft.com/office/drawing/2014/main" id="{EC30361C-7546-48C8-B32D-54103697B83B}"/>
              </a:ext>
            </a:extLst>
          </p:cNvPr>
          <p:cNvSpPr>
            <a:spLocks xmlns:a="http://schemas.openxmlformats.org/drawingml/2006/main" noGrp="1"/>
          </p:cNvSpPr>
          <p:nvPr/>
        </p:nvSpPr>
        <p:spPr>
          <a:xfrm xmlns:a="http://schemas.openxmlformats.org/drawingml/2006/main">
            <a:off x="8743950" y="2505075"/>
            <a:ext cx="27051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243B2D"/>
                </a:solidFill>
                <a:latin typeface="Arial"/>
                <a:ea typeface="Arial"/>
                <a:cs typeface="Arial"/>
              </a:defRPr>
            </a:defPPr>
            <a:lvl1pPr>
              <a:defRPr sz="1500" b="0">
                <a:solidFill>
                  <a:srgbClr val="243B2D"/>
                </a:solidFill>
                <a:latin typeface="Arial"/>
                <a:ea typeface="Arial"/>
                <a:cs typeface="Arial"/>
              </a:defRPr>
            </a:lvl1pPr>
            <a:lvl2pPr>
              <a:defRPr sz="1500" b="0">
                <a:solidFill>
                  <a:srgbClr val="243B2D"/>
                </a:solidFill>
                <a:latin typeface="Arial"/>
                <a:ea typeface="Arial"/>
                <a:cs typeface="Arial"/>
              </a:defRPr>
            </a:lvl2pPr>
            <a:lvl3pPr>
              <a:defRPr sz="1500" b="0">
                <a:solidFill>
                  <a:srgbClr val="243B2D"/>
                </a:solidFill>
                <a:latin typeface="Arial"/>
                <a:ea typeface="Arial"/>
                <a:cs typeface="Arial"/>
              </a:defRPr>
            </a:lvl3pPr>
            <a:lvl4pPr>
              <a:defRPr sz="1500" b="0">
                <a:solidFill>
                  <a:srgbClr val="243B2D"/>
                </a:solidFill>
                <a:latin typeface="Arial"/>
                <a:ea typeface="Arial"/>
                <a:cs typeface="Arial"/>
              </a:defRPr>
            </a:lvl4pPr>
            <a:lvl5pPr>
              <a:defRPr sz="1500" b="0">
                <a:solidFill>
                  <a:srgbClr val="243B2D"/>
                </a:solidFill>
                <a:latin typeface="Arial"/>
                <a:ea typeface="Arial"/>
                <a:cs typeface="Arial"/>
              </a:defRPr>
            </a:lvl5pPr>
            <a:lvl6pPr>
              <a:defRPr sz="1500" b="0">
                <a:solidFill>
                  <a:srgbClr val="243B2D"/>
                </a:solidFill>
                <a:latin typeface="Arial"/>
                <a:ea typeface="Arial"/>
                <a:cs typeface="Arial"/>
              </a:defRPr>
            </a:lvl6pPr>
            <a:lvl7pPr>
              <a:defRPr sz="1500" b="0">
                <a:solidFill>
                  <a:srgbClr val="243B2D"/>
                </a:solidFill>
                <a:latin typeface="Arial"/>
                <a:ea typeface="Arial"/>
                <a:cs typeface="Arial"/>
              </a:defRPr>
            </a:lvl7pPr>
            <a:lvl8pPr>
              <a:defRPr sz="1500" b="0">
                <a:solidFill>
                  <a:srgbClr val="243B2D"/>
                </a:solidFill>
                <a:latin typeface="Arial"/>
                <a:ea typeface="Arial"/>
                <a:cs typeface="Arial"/>
              </a:defRPr>
            </a:lvl8pPr>
            <a:lvl9pPr>
              <a:defRPr sz="1500" b="0">
                <a:solidFill>
                  <a:srgbClr val="243B2D"/>
                </a:solidFill>
                <a:latin typeface="Arial"/>
                <a:ea typeface="Arial"/>
                <a:cs typeface="Arial"/>
              </a:defRPr>
            </a:lvl9pPr>
          </a:lstStyle>
          <a:p xmlns:a="http://schemas.openxmlformats.org/drawingml/2006/main">
            <a:pPr>
              <a:defRPr sz="1500" b="0">
                <a:solidFill>
                  <a:srgbClr val="243B2D"/>
                </a:solidFill>
                <a:latin typeface="Arial"/>
                <a:ea typeface="Arial"/>
                <a:cs typeface="Arial"/>
              </a:defRPr>
            </a:pPr>
            <a:r>
              <a:rPr sz="1500" b="0">
                <a:solidFill>
                  <a:srgbClr val="243B2D"/>
                </a:solidFill>
                <a:latin typeface="Arial"/>
                <a:ea typeface="Arial"/>
                <a:cs typeface="Arial"/>
              </a:rPr>
              <a:t>PK category_id</a:t>
            </a:r>
          </a:p>
        </p:txBody>
      </p:sp>
      <p:cxnSp>
        <p:nvCxnSpPr>
          <p:cNvPr id="15" name="">
            <a:extLst xmlns:a="http://schemas.openxmlformats.org/drawingml/2006/main">
              <a:ext uri="{FF2B5EF4-FFF2-40B4-BE49-F238E27FC236}">
                <a16:creationId xmlns:a16="http://schemas.microsoft.com/office/drawing/2014/main" id="{06E34068-FBAC-4D41-814C-F700E8E6CBDE}"/>
              </a:ext>
            </a:extLst>
          </p:cNvPr>
          <p:cNvCxnSpPr/>
          <p:nvPr/>
        </p:nvCxnSpPr>
        <p:spPr>
          <a:xfrm xmlns:a="http://schemas.openxmlformats.org/drawingml/2006/main" flipH="0" flipV="0">
            <a:off x="3571875" y="2571750"/>
            <a:ext cx="1047750" cy="0"/>
          </a:xfrm>
          <a:prstGeom xmlns:a="http://schemas.openxmlformats.org/drawingml/2006/main" prst="straightConnector1">
            <a:avLst/>
          </a:prstGeom>
          <a:ln xmlns:a="http://schemas.openxmlformats.org/drawingml/2006/main" w="19050">
            <a:solidFill>
              <a:srgbClr val="789272"/>
            </a:solidFill>
          </a:ln>
        </p:spPr>
      </p:cxnSp>
      <p:sp>
        <p:nvSpPr>
          <p:cNvPr id="16" name="text">
            <a:extLst xmlns:a="http://schemas.openxmlformats.org/drawingml/2006/main">
              <a:ext uri="{FF2B5EF4-FFF2-40B4-BE49-F238E27FC236}">
                <a16:creationId xmlns:a16="http://schemas.microsoft.com/office/drawing/2014/main" id="{4CB89CFB-4F94-4613-8BB4-9661D4F7EBF5}"/>
              </a:ext>
            </a:extLst>
          </p:cNvPr>
          <p:cNvSpPr>
            <a:spLocks xmlns:a="http://schemas.openxmlformats.org/drawingml/2006/main" noGrp="1"/>
          </p:cNvSpPr>
          <p:nvPr/>
        </p:nvSpPr>
        <p:spPr>
          <a:xfrm xmlns:a="http://schemas.openxmlformats.org/drawingml/2006/main">
            <a:off x="3781425" y="21717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1">
                <a:solidFill>
                  <a:srgbClr val="60735E"/>
                </a:solidFill>
                <a:latin typeface="Arial"/>
                <a:ea typeface="Arial"/>
                <a:cs typeface="Arial"/>
              </a:defRPr>
            </a:defPPr>
            <a:lvl1pPr>
              <a:defRPr sz="1350" b="1">
                <a:solidFill>
                  <a:srgbClr val="60735E"/>
                </a:solidFill>
                <a:latin typeface="Arial"/>
                <a:ea typeface="Arial"/>
                <a:cs typeface="Arial"/>
              </a:defRPr>
            </a:lvl1pPr>
            <a:lvl2pPr>
              <a:defRPr sz="1350" b="1">
                <a:solidFill>
                  <a:srgbClr val="60735E"/>
                </a:solidFill>
                <a:latin typeface="Arial"/>
                <a:ea typeface="Arial"/>
                <a:cs typeface="Arial"/>
              </a:defRPr>
            </a:lvl2pPr>
            <a:lvl3pPr>
              <a:defRPr sz="1350" b="1">
                <a:solidFill>
                  <a:srgbClr val="60735E"/>
                </a:solidFill>
                <a:latin typeface="Arial"/>
                <a:ea typeface="Arial"/>
                <a:cs typeface="Arial"/>
              </a:defRPr>
            </a:lvl3pPr>
            <a:lvl4pPr>
              <a:defRPr sz="1350" b="1">
                <a:solidFill>
                  <a:srgbClr val="60735E"/>
                </a:solidFill>
                <a:latin typeface="Arial"/>
                <a:ea typeface="Arial"/>
                <a:cs typeface="Arial"/>
              </a:defRPr>
            </a:lvl4pPr>
            <a:lvl5pPr>
              <a:defRPr sz="1350" b="1">
                <a:solidFill>
                  <a:srgbClr val="60735E"/>
                </a:solidFill>
                <a:latin typeface="Arial"/>
                <a:ea typeface="Arial"/>
                <a:cs typeface="Arial"/>
              </a:defRPr>
            </a:lvl5pPr>
            <a:lvl6pPr>
              <a:defRPr sz="1350" b="1">
                <a:solidFill>
                  <a:srgbClr val="60735E"/>
                </a:solidFill>
                <a:latin typeface="Arial"/>
                <a:ea typeface="Arial"/>
                <a:cs typeface="Arial"/>
              </a:defRPr>
            </a:lvl6pPr>
            <a:lvl7pPr>
              <a:defRPr sz="1350" b="1">
                <a:solidFill>
                  <a:srgbClr val="60735E"/>
                </a:solidFill>
                <a:latin typeface="Arial"/>
                <a:ea typeface="Arial"/>
                <a:cs typeface="Arial"/>
              </a:defRPr>
            </a:lvl7pPr>
            <a:lvl8pPr>
              <a:defRPr sz="1350" b="1">
                <a:solidFill>
                  <a:srgbClr val="60735E"/>
                </a:solidFill>
                <a:latin typeface="Arial"/>
                <a:ea typeface="Arial"/>
                <a:cs typeface="Arial"/>
              </a:defRPr>
            </a:lvl8pPr>
            <a:lvl9pPr>
              <a:defRPr sz="1350" b="1">
                <a:solidFill>
                  <a:srgbClr val="60735E"/>
                </a:solidFill>
                <a:latin typeface="Arial"/>
                <a:ea typeface="Arial"/>
                <a:cs typeface="Arial"/>
              </a:defRPr>
            </a:lvl9pPr>
          </a:lstStyle>
          <a:p xmlns:a="http://schemas.openxmlformats.org/drawingml/2006/main">
            <a:pPr>
              <a:defRPr sz="1350" b="1">
                <a:solidFill>
                  <a:srgbClr val="60735E"/>
                </a:solidFill>
                <a:latin typeface="Arial"/>
                <a:ea typeface="Arial"/>
                <a:cs typeface="Arial"/>
              </a:defRPr>
            </a:pPr>
            <a:r>
              <a:rPr sz="1350" b="1">
                <a:solidFill>
                  <a:srgbClr val="60735E"/>
                </a:solidFill>
                <a:latin typeface="Arial"/>
                <a:ea typeface="Arial"/>
                <a:cs typeface="Arial"/>
              </a:rPr>
              <a:t>1 : N</a:t>
            </a:r>
          </a:p>
        </p:txBody>
      </p:sp>
      <p:cxnSp>
        <p:nvCxnSpPr>
          <p:cNvPr id="17" name="">
            <a:extLst xmlns:a="http://schemas.openxmlformats.org/drawingml/2006/main">
              <a:ext uri="{FF2B5EF4-FFF2-40B4-BE49-F238E27FC236}">
                <a16:creationId xmlns:a16="http://schemas.microsoft.com/office/drawing/2014/main" id="{6458252D-9CB1-4244-91BE-886790D79BDE}"/>
              </a:ext>
            </a:extLst>
          </p:cNvPr>
          <p:cNvCxnSpPr/>
          <p:nvPr/>
        </p:nvCxnSpPr>
        <p:spPr>
          <a:xfrm xmlns:a="http://schemas.openxmlformats.org/drawingml/2006/main" flipH="0" flipV="0">
            <a:off x="7572375" y="2571750"/>
            <a:ext cx="1047750" cy="0"/>
          </a:xfrm>
          <a:prstGeom xmlns:a="http://schemas.openxmlformats.org/drawingml/2006/main" prst="straightConnector1">
            <a:avLst/>
          </a:prstGeom>
          <a:ln xmlns:a="http://schemas.openxmlformats.org/drawingml/2006/main" w="19050">
            <a:solidFill>
              <a:srgbClr val="789272"/>
            </a:solidFill>
          </a:ln>
        </p:spPr>
      </p:cxnSp>
      <p:sp>
        <p:nvSpPr>
          <p:cNvPr id="18" name="text">
            <a:extLst xmlns:a="http://schemas.openxmlformats.org/drawingml/2006/main">
              <a:ext uri="{FF2B5EF4-FFF2-40B4-BE49-F238E27FC236}">
                <a16:creationId xmlns:a16="http://schemas.microsoft.com/office/drawing/2014/main" id="{48D90D5D-063D-4B29-B155-3B1919E13D31}"/>
              </a:ext>
            </a:extLst>
          </p:cNvPr>
          <p:cNvSpPr>
            <a:spLocks xmlns:a="http://schemas.openxmlformats.org/drawingml/2006/main" noGrp="1"/>
          </p:cNvSpPr>
          <p:nvPr/>
        </p:nvSpPr>
        <p:spPr>
          <a:xfrm xmlns:a="http://schemas.openxmlformats.org/drawingml/2006/main">
            <a:off x="7781925" y="21717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1">
                <a:solidFill>
                  <a:srgbClr val="60735E"/>
                </a:solidFill>
                <a:latin typeface="Arial"/>
                <a:ea typeface="Arial"/>
                <a:cs typeface="Arial"/>
              </a:defRPr>
            </a:defPPr>
            <a:lvl1pPr>
              <a:defRPr sz="1350" b="1">
                <a:solidFill>
                  <a:srgbClr val="60735E"/>
                </a:solidFill>
                <a:latin typeface="Arial"/>
                <a:ea typeface="Arial"/>
                <a:cs typeface="Arial"/>
              </a:defRPr>
            </a:lvl1pPr>
            <a:lvl2pPr>
              <a:defRPr sz="1350" b="1">
                <a:solidFill>
                  <a:srgbClr val="60735E"/>
                </a:solidFill>
                <a:latin typeface="Arial"/>
                <a:ea typeface="Arial"/>
                <a:cs typeface="Arial"/>
              </a:defRPr>
            </a:lvl2pPr>
            <a:lvl3pPr>
              <a:defRPr sz="1350" b="1">
                <a:solidFill>
                  <a:srgbClr val="60735E"/>
                </a:solidFill>
                <a:latin typeface="Arial"/>
                <a:ea typeface="Arial"/>
                <a:cs typeface="Arial"/>
              </a:defRPr>
            </a:lvl3pPr>
            <a:lvl4pPr>
              <a:defRPr sz="1350" b="1">
                <a:solidFill>
                  <a:srgbClr val="60735E"/>
                </a:solidFill>
                <a:latin typeface="Arial"/>
                <a:ea typeface="Arial"/>
                <a:cs typeface="Arial"/>
              </a:defRPr>
            </a:lvl4pPr>
            <a:lvl5pPr>
              <a:defRPr sz="1350" b="1">
                <a:solidFill>
                  <a:srgbClr val="60735E"/>
                </a:solidFill>
                <a:latin typeface="Arial"/>
                <a:ea typeface="Arial"/>
                <a:cs typeface="Arial"/>
              </a:defRPr>
            </a:lvl5pPr>
            <a:lvl6pPr>
              <a:defRPr sz="1350" b="1">
                <a:solidFill>
                  <a:srgbClr val="60735E"/>
                </a:solidFill>
                <a:latin typeface="Arial"/>
                <a:ea typeface="Arial"/>
                <a:cs typeface="Arial"/>
              </a:defRPr>
            </a:lvl6pPr>
            <a:lvl7pPr>
              <a:defRPr sz="1350" b="1">
                <a:solidFill>
                  <a:srgbClr val="60735E"/>
                </a:solidFill>
                <a:latin typeface="Arial"/>
                <a:ea typeface="Arial"/>
                <a:cs typeface="Arial"/>
              </a:defRPr>
            </a:lvl7pPr>
            <a:lvl8pPr>
              <a:defRPr sz="1350" b="1">
                <a:solidFill>
                  <a:srgbClr val="60735E"/>
                </a:solidFill>
                <a:latin typeface="Arial"/>
                <a:ea typeface="Arial"/>
                <a:cs typeface="Arial"/>
              </a:defRPr>
            </a:lvl8pPr>
            <a:lvl9pPr>
              <a:defRPr sz="1350" b="1">
                <a:solidFill>
                  <a:srgbClr val="60735E"/>
                </a:solidFill>
                <a:latin typeface="Arial"/>
                <a:ea typeface="Arial"/>
                <a:cs typeface="Arial"/>
              </a:defRPr>
            </a:lvl9pPr>
          </a:lstStyle>
          <a:p xmlns:a="http://schemas.openxmlformats.org/drawingml/2006/main">
            <a:pPr>
              <a:defRPr sz="1350" b="1">
                <a:solidFill>
                  <a:srgbClr val="60735E"/>
                </a:solidFill>
                <a:latin typeface="Arial"/>
                <a:ea typeface="Arial"/>
                <a:cs typeface="Arial"/>
              </a:defRPr>
            </a:pPr>
            <a:r>
              <a:rPr sz="1350" b="1">
                <a:solidFill>
                  <a:srgbClr val="60735E"/>
                </a:solidFill>
                <a:latin typeface="Arial"/>
                <a:ea typeface="Arial"/>
                <a:cs typeface="Arial"/>
              </a:rPr>
              <a:t>N : 1</a:t>
            </a:r>
          </a:p>
        </p:txBody>
      </p:sp>
      <p:sp>
        <p:nvSpPr>
          <p:cNvPr id="19" name="entity-USERS">
            <a:extLst xmlns:a="http://schemas.openxmlformats.org/drawingml/2006/main">
              <a:ext uri="{FF2B5EF4-FFF2-40B4-BE49-F238E27FC236}">
                <a16:creationId xmlns:a16="http://schemas.microsoft.com/office/drawing/2014/main" id="{71099D74-8281-4373-9422-40933B554633}"/>
              </a:ext>
            </a:extLst>
          </p:cNvPr>
          <p:cNvSpPr>
            <a:spLocks xmlns:a="http://schemas.openxmlformats.org/drawingml/2006/main" noGrp="1"/>
          </p:cNvSpPr>
          <p:nvPr/>
        </p:nvSpPr>
        <p:spPr>
          <a:xfrm xmlns:a="http://schemas.openxmlformats.org/drawingml/2006/main">
            <a:off x="2190750" y="4572000"/>
            <a:ext cx="3143250" cy="1190625"/>
          </a:xfrm>
          <a:prstGeom xmlns:a="http://schemas.openxmlformats.org/drawingml/2006/main" prst="rect">
            <a:avLst/>
          </a:prstGeom>
          <a:solidFill xmlns:a="http://schemas.openxmlformats.org/drawingml/2006/main">
            <a:srgbClr val="FFFFFF"/>
          </a:solidFill>
          <a:ln xmlns:a="http://schemas.openxmlformats.org/drawingml/2006/main" w="14288">
            <a:solidFill>
              <a:srgbClr val="72916C"/>
            </a:solidFill>
          </a:ln>
        </p:spPr>
      </p:sp>
      <p:sp>
        <p:nvSpPr>
          <p:cNvPr id="20" name="entity-name-USERS">
            <a:extLst xmlns:a="http://schemas.openxmlformats.org/drawingml/2006/main">
              <a:ext uri="{FF2B5EF4-FFF2-40B4-BE49-F238E27FC236}">
                <a16:creationId xmlns:a16="http://schemas.microsoft.com/office/drawing/2014/main" id="{61662CAD-D942-4E98-BA46-7072D48565CE}"/>
              </a:ext>
            </a:extLst>
          </p:cNvPr>
          <p:cNvSpPr>
            <a:spLocks xmlns:a="http://schemas.openxmlformats.org/drawingml/2006/main" noGrp="1"/>
          </p:cNvSpPr>
          <p:nvPr/>
        </p:nvSpPr>
        <p:spPr>
          <a:xfrm xmlns:a="http://schemas.openxmlformats.org/drawingml/2006/main">
            <a:off x="2314575" y="4667250"/>
            <a:ext cx="2895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1">
                <a:solidFill>
                  <a:srgbClr val="1F4D3B"/>
                </a:solidFill>
                <a:latin typeface="Arial"/>
                <a:ea typeface="Arial"/>
                <a:cs typeface="Arial"/>
              </a:defRPr>
            </a:defPPr>
            <a:lvl1pPr>
              <a:defRPr sz="1650" b="1">
                <a:solidFill>
                  <a:srgbClr val="1F4D3B"/>
                </a:solidFill>
                <a:latin typeface="Arial"/>
                <a:ea typeface="Arial"/>
                <a:cs typeface="Arial"/>
              </a:defRPr>
            </a:lvl1pPr>
            <a:lvl2pPr>
              <a:defRPr sz="1650" b="1">
                <a:solidFill>
                  <a:srgbClr val="1F4D3B"/>
                </a:solidFill>
                <a:latin typeface="Arial"/>
                <a:ea typeface="Arial"/>
                <a:cs typeface="Arial"/>
              </a:defRPr>
            </a:lvl2pPr>
            <a:lvl3pPr>
              <a:defRPr sz="1650" b="1">
                <a:solidFill>
                  <a:srgbClr val="1F4D3B"/>
                </a:solidFill>
                <a:latin typeface="Arial"/>
                <a:ea typeface="Arial"/>
                <a:cs typeface="Arial"/>
              </a:defRPr>
            </a:lvl3pPr>
            <a:lvl4pPr>
              <a:defRPr sz="1650" b="1">
                <a:solidFill>
                  <a:srgbClr val="1F4D3B"/>
                </a:solidFill>
                <a:latin typeface="Arial"/>
                <a:ea typeface="Arial"/>
                <a:cs typeface="Arial"/>
              </a:defRPr>
            </a:lvl4pPr>
            <a:lvl5pPr>
              <a:defRPr sz="1650" b="1">
                <a:solidFill>
                  <a:srgbClr val="1F4D3B"/>
                </a:solidFill>
                <a:latin typeface="Arial"/>
                <a:ea typeface="Arial"/>
                <a:cs typeface="Arial"/>
              </a:defRPr>
            </a:lvl5pPr>
            <a:lvl6pPr>
              <a:defRPr sz="1650" b="1">
                <a:solidFill>
                  <a:srgbClr val="1F4D3B"/>
                </a:solidFill>
                <a:latin typeface="Arial"/>
                <a:ea typeface="Arial"/>
                <a:cs typeface="Arial"/>
              </a:defRPr>
            </a:lvl6pPr>
            <a:lvl7pPr>
              <a:defRPr sz="1650" b="1">
                <a:solidFill>
                  <a:srgbClr val="1F4D3B"/>
                </a:solidFill>
                <a:latin typeface="Arial"/>
                <a:ea typeface="Arial"/>
                <a:cs typeface="Arial"/>
              </a:defRPr>
            </a:lvl7pPr>
            <a:lvl8pPr>
              <a:defRPr sz="1650" b="1">
                <a:solidFill>
                  <a:srgbClr val="1F4D3B"/>
                </a:solidFill>
                <a:latin typeface="Arial"/>
                <a:ea typeface="Arial"/>
                <a:cs typeface="Arial"/>
              </a:defRPr>
            </a:lvl8pPr>
            <a:lvl9pPr>
              <a:defRPr sz="1650" b="1">
                <a:solidFill>
                  <a:srgbClr val="1F4D3B"/>
                </a:solidFill>
                <a:latin typeface="Arial"/>
                <a:ea typeface="Arial"/>
                <a:cs typeface="Arial"/>
              </a:defRPr>
            </a:lvl9pPr>
          </a:lstStyle>
          <a:p xmlns:a="http://schemas.openxmlformats.org/drawingml/2006/main">
            <a:pPr>
              <a:defRPr sz="1650" b="1">
                <a:solidFill>
                  <a:srgbClr val="1F4D3B"/>
                </a:solidFill>
                <a:latin typeface="Arial"/>
                <a:ea typeface="Arial"/>
                <a:cs typeface="Arial"/>
              </a:defRPr>
            </a:pPr>
            <a:r>
              <a:rPr sz="1650" b="1">
                <a:solidFill>
                  <a:srgbClr val="1F4D3B"/>
                </a:solidFill>
                <a:latin typeface="Arial"/>
                <a:ea typeface="Arial"/>
                <a:cs typeface="Arial"/>
              </a:rPr>
              <a:t>USERS</a:t>
            </a:r>
          </a:p>
        </p:txBody>
      </p:sp>
      <p:sp>
        <p:nvSpPr>
          <p:cNvPr id="21" name="entity-fields-USERS">
            <a:extLst xmlns:a="http://schemas.openxmlformats.org/drawingml/2006/main">
              <a:ext uri="{FF2B5EF4-FFF2-40B4-BE49-F238E27FC236}">
                <a16:creationId xmlns:a16="http://schemas.microsoft.com/office/drawing/2014/main" id="{07BC6089-D825-4430-B766-BDAB4F9264D9}"/>
              </a:ext>
            </a:extLst>
          </p:cNvPr>
          <p:cNvSpPr>
            <a:spLocks xmlns:a="http://schemas.openxmlformats.org/drawingml/2006/main" noGrp="1"/>
          </p:cNvSpPr>
          <p:nvPr/>
        </p:nvSpPr>
        <p:spPr>
          <a:xfrm xmlns:a="http://schemas.openxmlformats.org/drawingml/2006/main">
            <a:off x="2314575" y="5029200"/>
            <a:ext cx="2895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243B2D"/>
                </a:solidFill>
                <a:latin typeface="Arial"/>
                <a:ea typeface="Arial"/>
                <a:cs typeface="Arial"/>
              </a:defRPr>
            </a:defPPr>
            <a:lvl1pPr>
              <a:defRPr sz="1500" b="0">
                <a:solidFill>
                  <a:srgbClr val="243B2D"/>
                </a:solidFill>
                <a:latin typeface="Arial"/>
                <a:ea typeface="Arial"/>
                <a:cs typeface="Arial"/>
              </a:defRPr>
            </a:lvl1pPr>
            <a:lvl2pPr>
              <a:defRPr sz="1500" b="0">
                <a:solidFill>
                  <a:srgbClr val="243B2D"/>
                </a:solidFill>
                <a:latin typeface="Arial"/>
                <a:ea typeface="Arial"/>
                <a:cs typeface="Arial"/>
              </a:defRPr>
            </a:lvl2pPr>
            <a:lvl3pPr>
              <a:defRPr sz="1500" b="0">
                <a:solidFill>
                  <a:srgbClr val="243B2D"/>
                </a:solidFill>
                <a:latin typeface="Arial"/>
                <a:ea typeface="Arial"/>
                <a:cs typeface="Arial"/>
              </a:defRPr>
            </a:lvl3pPr>
            <a:lvl4pPr>
              <a:defRPr sz="1500" b="0">
                <a:solidFill>
                  <a:srgbClr val="243B2D"/>
                </a:solidFill>
                <a:latin typeface="Arial"/>
                <a:ea typeface="Arial"/>
                <a:cs typeface="Arial"/>
              </a:defRPr>
            </a:lvl4pPr>
            <a:lvl5pPr>
              <a:defRPr sz="1500" b="0">
                <a:solidFill>
                  <a:srgbClr val="243B2D"/>
                </a:solidFill>
                <a:latin typeface="Arial"/>
                <a:ea typeface="Arial"/>
                <a:cs typeface="Arial"/>
              </a:defRPr>
            </a:lvl5pPr>
            <a:lvl6pPr>
              <a:defRPr sz="1500" b="0">
                <a:solidFill>
                  <a:srgbClr val="243B2D"/>
                </a:solidFill>
                <a:latin typeface="Arial"/>
                <a:ea typeface="Arial"/>
                <a:cs typeface="Arial"/>
              </a:defRPr>
            </a:lvl6pPr>
            <a:lvl7pPr>
              <a:defRPr sz="1500" b="0">
                <a:solidFill>
                  <a:srgbClr val="243B2D"/>
                </a:solidFill>
                <a:latin typeface="Arial"/>
                <a:ea typeface="Arial"/>
                <a:cs typeface="Arial"/>
              </a:defRPr>
            </a:lvl7pPr>
            <a:lvl8pPr>
              <a:defRPr sz="1500" b="0">
                <a:solidFill>
                  <a:srgbClr val="243B2D"/>
                </a:solidFill>
                <a:latin typeface="Arial"/>
                <a:ea typeface="Arial"/>
                <a:cs typeface="Arial"/>
              </a:defRPr>
            </a:lvl8pPr>
            <a:lvl9pPr>
              <a:defRPr sz="1500" b="0">
                <a:solidFill>
                  <a:srgbClr val="243B2D"/>
                </a:solidFill>
                <a:latin typeface="Arial"/>
                <a:ea typeface="Arial"/>
                <a:cs typeface="Arial"/>
              </a:defRPr>
            </a:lvl9pPr>
          </a:lstStyle>
          <a:p xmlns:a="http://schemas.openxmlformats.org/drawingml/2006/main">
            <a:pPr>
              <a:defRPr sz="1500" b="0">
                <a:solidFill>
                  <a:srgbClr val="243B2D"/>
                </a:solidFill>
                <a:latin typeface="Arial"/>
                <a:ea typeface="Arial"/>
                <a:cs typeface="Arial"/>
              </a:defRPr>
            </a:pPr>
            <a:r>
              <a:rPr sz="1500" b="0">
                <a:solidFill>
                  <a:srgbClr val="243B2D"/>
                </a:solidFill>
                <a:latin typeface="Arial"/>
                <a:ea typeface="Arial"/>
                <a:cs typeface="Arial"/>
              </a:rPr>
              <a:t>PK user_id</a:t>
            </a:r>
          </a:p>
          <a:p xmlns:a="http://schemas.openxmlformats.org/drawingml/2006/main">
            <a:pPr>
              <a:defRPr sz="1500" b="0">
                <a:solidFill>
                  <a:srgbClr val="243B2D"/>
                </a:solidFill>
                <a:latin typeface="Arial"/>
                <a:ea typeface="Arial"/>
                <a:cs typeface="Arial"/>
              </a:defRPr>
            </a:pPr>
            <a:r>
              <a:rPr sz="1500" b="0">
                <a:solidFill>
                  <a:srgbClr val="243B2D"/>
                </a:solidFill>
                <a:latin typeface="Arial"/>
                <a:ea typeface="Arial"/>
                <a:cs typeface="Arial"/>
              </a:rPr>
              <a:t>full_name, role</a:t>
            </a:r>
          </a:p>
        </p:txBody>
      </p:sp>
      <p:sp>
        <p:nvSpPr>
          <p:cNvPr id="22" name="entity-COMPLAINT_LOG">
            <a:extLst xmlns:a="http://schemas.openxmlformats.org/drawingml/2006/main">
              <a:ext uri="{FF2B5EF4-FFF2-40B4-BE49-F238E27FC236}">
                <a16:creationId xmlns:a16="http://schemas.microsoft.com/office/drawing/2014/main" id="{86C778F6-0C77-45A0-BC6A-43E6FEDB402B}"/>
              </a:ext>
            </a:extLst>
          </p:cNvPr>
          <p:cNvSpPr>
            <a:spLocks xmlns:a="http://schemas.openxmlformats.org/drawingml/2006/main" noGrp="1"/>
          </p:cNvSpPr>
          <p:nvPr/>
        </p:nvSpPr>
        <p:spPr>
          <a:xfrm xmlns:a="http://schemas.openxmlformats.org/drawingml/2006/main">
            <a:off x="7334250" y="4333875"/>
            <a:ext cx="3238500" cy="1571625"/>
          </a:xfrm>
          <a:prstGeom xmlns:a="http://schemas.openxmlformats.org/drawingml/2006/main" prst="rect">
            <a:avLst/>
          </a:prstGeom>
          <a:solidFill xmlns:a="http://schemas.openxmlformats.org/drawingml/2006/main">
            <a:srgbClr val="FFFFFF"/>
          </a:solidFill>
          <a:ln xmlns:a="http://schemas.openxmlformats.org/drawingml/2006/main" w="14288">
            <a:solidFill>
              <a:srgbClr val="72916C"/>
            </a:solidFill>
          </a:ln>
        </p:spPr>
      </p:sp>
      <p:sp>
        <p:nvSpPr>
          <p:cNvPr id="23" name="entity-name-COMPLAINT_LOG">
            <a:extLst xmlns:a="http://schemas.openxmlformats.org/drawingml/2006/main">
              <a:ext uri="{FF2B5EF4-FFF2-40B4-BE49-F238E27FC236}">
                <a16:creationId xmlns:a16="http://schemas.microsoft.com/office/drawing/2014/main" id="{AE066908-E2F8-4C3C-9A6F-B4E0595D9CCF}"/>
              </a:ext>
            </a:extLst>
          </p:cNvPr>
          <p:cNvSpPr>
            <a:spLocks xmlns:a="http://schemas.openxmlformats.org/drawingml/2006/main" noGrp="1"/>
          </p:cNvSpPr>
          <p:nvPr/>
        </p:nvSpPr>
        <p:spPr>
          <a:xfrm xmlns:a="http://schemas.openxmlformats.org/drawingml/2006/main">
            <a:off x="7458075" y="4429125"/>
            <a:ext cx="2990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1">
                <a:solidFill>
                  <a:srgbClr val="1F4D3B"/>
                </a:solidFill>
                <a:latin typeface="Arial"/>
                <a:ea typeface="Arial"/>
                <a:cs typeface="Arial"/>
              </a:defRPr>
            </a:defPPr>
            <a:lvl1pPr>
              <a:defRPr sz="1650" b="1">
                <a:solidFill>
                  <a:srgbClr val="1F4D3B"/>
                </a:solidFill>
                <a:latin typeface="Arial"/>
                <a:ea typeface="Arial"/>
                <a:cs typeface="Arial"/>
              </a:defRPr>
            </a:lvl1pPr>
            <a:lvl2pPr>
              <a:defRPr sz="1650" b="1">
                <a:solidFill>
                  <a:srgbClr val="1F4D3B"/>
                </a:solidFill>
                <a:latin typeface="Arial"/>
                <a:ea typeface="Arial"/>
                <a:cs typeface="Arial"/>
              </a:defRPr>
            </a:lvl2pPr>
            <a:lvl3pPr>
              <a:defRPr sz="1650" b="1">
                <a:solidFill>
                  <a:srgbClr val="1F4D3B"/>
                </a:solidFill>
                <a:latin typeface="Arial"/>
                <a:ea typeface="Arial"/>
                <a:cs typeface="Arial"/>
              </a:defRPr>
            </a:lvl3pPr>
            <a:lvl4pPr>
              <a:defRPr sz="1650" b="1">
                <a:solidFill>
                  <a:srgbClr val="1F4D3B"/>
                </a:solidFill>
                <a:latin typeface="Arial"/>
                <a:ea typeface="Arial"/>
                <a:cs typeface="Arial"/>
              </a:defRPr>
            </a:lvl4pPr>
            <a:lvl5pPr>
              <a:defRPr sz="1650" b="1">
                <a:solidFill>
                  <a:srgbClr val="1F4D3B"/>
                </a:solidFill>
                <a:latin typeface="Arial"/>
                <a:ea typeface="Arial"/>
                <a:cs typeface="Arial"/>
              </a:defRPr>
            </a:lvl5pPr>
            <a:lvl6pPr>
              <a:defRPr sz="1650" b="1">
                <a:solidFill>
                  <a:srgbClr val="1F4D3B"/>
                </a:solidFill>
                <a:latin typeface="Arial"/>
                <a:ea typeface="Arial"/>
                <a:cs typeface="Arial"/>
              </a:defRPr>
            </a:lvl6pPr>
            <a:lvl7pPr>
              <a:defRPr sz="1650" b="1">
                <a:solidFill>
                  <a:srgbClr val="1F4D3B"/>
                </a:solidFill>
                <a:latin typeface="Arial"/>
                <a:ea typeface="Arial"/>
                <a:cs typeface="Arial"/>
              </a:defRPr>
            </a:lvl7pPr>
            <a:lvl8pPr>
              <a:defRPr sz="1650" b="1">
                <a:solidFill>
                  <a:srgbClr val="1F4D3B"/>
                </a:solidFill>
                <a:latin typeface="Arial"/>
                <a:ea typeface="Arial"/>
                <a:cs typeface="Arial"/>
              </a:defRPr>
            </a:lvl8pPr>
            <a:lvl9pPr>
              <a:defRPr sz="1650" b="1">
                <a:solidFill>
                  <a:srgbClr val="1F4D3B"/>
                </a:solidFill>
                <a:latin typeface="Arial"/>
                <a:ea typeface="Arial"/>
                <a:cs typeface="Arial"/>
              </a:defRPr>
            </a:lvl9pPr>
          </a:lstStyle>
          <a:p xmlns:a="http://schemas.openxmlformats.org/drawingml/2006/main">
            <a:pPr>
              <a:defRPr sz="1650" b="1">
                <a:solidFill>
                  <a:srgbClr val="1F4D3B"/>
                </a:solidFill>
                <a:latin typeface="Arial"/>
                <a:ea typeface="Arial"/>
                <a:cs typeface="Arial"/>
              </a:defRPr>
            </a:pPr>
            <a:r>
              <a:rPr sz="1650" b="1">
                <a:solidFill>
                  <a:srgbClr val="1F4D3B"/>
                </a:solidFill>
                <a:latin typeface="Arial"/>
                <a:ea typeface="Arial"/>
                <a:cs typeface="Arial"/>
              </a:rPr>
              <a:t>COMPLAINT_LOG</a:t>
            </a:r>
          </a:p>
        </p:txBody>
      </p:sp>
      <p:sp>
        <p:nvSpPr>
          <p:cNvPr id="24" name="entity-fields-COMPLAINT_LOG">
            <a:extLst xmlns:a="http://schemas.openxmlformats.org/drawingml/2006/main">
              <a:ext uri="{FF2B5EF4-FFF2-40B4-BE49-F238E27FC236}">
                <a16:creationId xmlns:a16="http://schemas.microsoft.com/office/drawing/2014/main" id="{2DF9244C-F586-4298-AAC8-002193891665}"/>
              </a:ext>
            </a:extLst>
          </p:cNvPr>
          <p:cNvSpPr>
            <a:spLocks xmlns:a="http://schemas.openxmlformats.org/drawingml/2006/main" noGrp="1"/>
          </p:cNvSpPr>
          <p:nvPr/>
        </p:nvSpPr>
        <p:spPr>
          <a:xfrm xmlns:a="http://schemas.openxmlformats.org/drawingml/2006/main">
            <a:off x="7458075" y="4791075"/>
            <a:ext cx="29908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243B2D"/>
                </a:solidFill>
                <a:latin typeface="Arial"/>
                <a:ea typeface="Arial"/>
                <a:cs typeface="Arial"/>
              </a:defRPr>
            </a:defPPr>
            <a:lvl1pPr>
              <a:defRPr sz="1500" b="0">
                <a:solidFill>
                  <a:srgbClr val="243B2D"/>
                </a:solidFill>
                <a:latin typeface="Arial"/>
                <a:ea typeface="Arial"/>
                <a:cs typeface="Arial"/>
              </a:defRPr>
            </a:lvl1pPr>
            <a:lvl2pPr>
              <a:defRPr sz="1500" b="0">
                <a:solidFill>
                  <a:srgbClr val="243B2D"/>
                </a:solidFill>
                <a:latin typeface="Arial"/>
                <a:ea typeface="Arial"/>
                <a:cs typeface="Arial"/>
              </a:defRPr>
            </a:lvl2pPr>
            <a:lvl3pPr>
              <a:defRPr sz="1500" b="0">
                <a:solidFill>
                  <a:srgbClr val="243B2D"/>
                </a:solidFill>
                <a:latin typeface="Arial"/>
                <a:ea typeface="Arial"/>
                <a:cs typeface="Arial"/>
              </a:defRPr>
            </a:lvl3pPr>
            <a:lvl4pPr>
              <a:defRPr sz="1500" b="0">
                <a:solidFill>
                  <a:srgbClr val="243B2D"/>
                </a:solidFill>
                <a:latin typeface="Arial"/>
                <a:ea typeface="Arial"/>
                <a:cs typeface="Arial"/>
              </a:defRPr>
            </a:lvl4pPr>
            <a:lvl5pPr>
              <a:defRPr sz="1500" b="0">
                <a:solidFill>
                  <a:srgbClr val="243B2D"/>
                </a:solidFill>
                <a:latin typeface="Arial"/>
                <a:ea typeface="Arial"/>
                <a:cs typeface="Arial"/>
              </a:defRPr>
            </a:lvl5pPr>
            <a:lvl6pPr>
              <a:defRPr sz="1500" b="0">
                <a:solidFill>
                  <a:srgbClr val="243B2D"/>
                </a:solidFill>
                <a:latin typeface="Arial"/>
                <a:ea typeface="Arial"/>
                <a:cs typeface="Arial"/>
              </a:defRPr>
            </a:lvl6pPr>
            <a:lvl7pPr>
              <a:defRPr sz="1500" b="0">
                <a:solidFill>
                  <a:srgbClr val="243B2D"/>
                </a:solidFill>
                <a:latin typeface="Arial"/>
                <a:ea typeface="Arial"/>
                <a:cs typeface="Arial"/>
              </a:defRPr>
            </a:lvl7pPr>
            <a:lvl8pPr>
              <a:defRPr sz="1500" b="0">
                <a:solidFill>
                  <a:srgbClr val="243B2D"/>
                </a:solidFill>
                <a:latin typeface="Arial"/>
                <a:ea typeface="Arial"/>
                <a:cs typeface="Arial"/>
              </a:defRPr>
            </a:lvl8pPr>
            <a:lvl9pPr>
              <a:defRPr sz="1500" b="0">
                <a:solidFill>
                  <a:srgbClr val="243B2D"/>
                </a:solidFill>
                <a:latin typeface="Arial"/>
                <a:ea typeface="Arial"/>
                <a:cs typeface="Arial"/>
              </a:defRPr>
            </a:lvl9pPr>
          </a:lstStyle>
          <a:p xmlns:a="http://schemas.openxmlformats.org/drawingml/2006/main">
            <a:pPr>
              <a:defRPr sz="1500" b="0">
                <a:solidFill>
                  <a:srgbClr val="243B2D"/>
                </a:solidFill>
                <a:latin typeface="Arial"/>
                <a:ea typeface="Arial"/>
                <a:cs typeface="Arial"/>
              </a:defRPr>
            </a:pPr>
            <a:r>
              <a:rPr sz="1500" b="0">
                <a:solidFill>
                  <a:srgbClr val="243B2D"/>
                </a:solidFill>
                <a:latin typeface="Arial"/>
                <a:ea typeface="Arial"/>
                <a:cs typeface="Arial"/>
              </a:rPr>
              <a:t>PK log_id</a:t>
            </a:r>
          </a:p>
          <a:p xmlns:a="http://schemas.openxmlformats.org/drawingml/2006/main">
            <a:pPr>
              <a:defRPr sz="1500" b="0">
                <a:solidFill>
                  <a:srgbClr val="243B2D"/>
                </a:solidFill>
                <a:latin typeface="Arial"/>
                <a:ea typeface="Arial"/>
                <a:cs typeface="Arial"/>
              </a:defRPr>
            </a:pPr>
            <a:r>
              <a:rPr sz="1500" b="0">
                <a:solidFill>
                  <a:srgbClr val="243B2D"/>
                </a:solidFill>
                <a:latin typeface="Arial"/>
                <a:ea typeface="Arial"/>
                <a:cs typeface="Arial"/>
              </a:rPr>
              <a:t>FK changed_by (nullable)</a:t>
            </a:r>
          </a:p>
          <a:p xmlns:a="http://schemas.openxmlformats.org/drawingml/2006/main">
            <a:pPr>
              <a:defRPr sz="1500" b="0">
                <a:solidFill>
                  <a:srgbClr val="243B2D"/>
                </a:solidFill>
                <a:latin typeface="Arial"/>
                <a:ea typeface="Arial"/>
                <a:cs typeface="Arial"/>
              </a:defRPr>
            </a:pPr>
            <a:r>
              <a:rPr sz="1500" b="0">
                <a:solidFill>
                  <a:srgbClr val="243B2D"/>
                </a:solidFill>
                <a:latin typeface="Arial"/>
                <a:ea typeface="Arial"/>
                <a:cs typeface="Arial"/>
              </a:rPr>
              <a:t>remark, changed_at</a:t>
            </a:r>
          </a:p>
        </p:txBody>
      </p:sp>
      <p:cxnSp>
        <p:nvCxnSpPr>
          <p:cNvPr id="25" name="">
            <a:extLst xmlns:a="http://schemas.openxmlformats.org/drawingml/2006/main">
              <a:ext uri="{FF2B5EF4-FFF2-40B4-BE49-F238E27FC236}">
                <a16:creationId xmlns:a16="http://schemas.microsoft.com/office/drawing/2014/main" id="{21769C46-6C3D-4902-9B74-D93AA766C376}"/>
              </a:ext>
            </a:extLst>
          </p:cNvPr>
          <p:cNvCxnSpPr/>
          <p:nvPr/>
        </p:nvCxnSpPr>
        <p:spPr>
          <a:xfrm xmlns:a="http://schemas.openxmlformats.org/drawingml/2006/main" flipH="0" flipV="0">
            <a:off x="5334000" y="5162550"/>
            <a:ext cx="2000250" cy="0"/>
          </a:xfrm>
          <a:prstGeom xmlns:a="http://schemas.openxmlformats.org/drawingml/2006/main" prst="straightConnector1">
            <a:avLst/>
          </a:prstGeom>
          <a:ln xmlns:a="http://schemas.openxmlformats.org/drawingml/2006/main" w="19050">
            <a:solidFill>
              <a:srgbClr val="789272"/>
            </a:solidFill>
          </a:ln>
        </p:spPr>
      </p:cxnSp>
      <p:sp>
        <p:nvSpPr>
          <p:cNvPr id="26" name="text">
            <a:extLst xmlns:a="http://schemas.openxmlformats.org/drawingml/2006/main">
              <a:ext uri="{FF2B5EF4-FFF2-40B4-BE49-F238E27FC236}">
                <a16:creationId xmlns:a16="http://schemas.microsoft.com/office/drawing/2014/main" id="{EB7D46BA-D7A0-4139-BBDB-739484E4B3D0}"/>
              </a:ext>
            </a:extLst>
          </p:cNvPr>
          <p:cNvSpPr>
            <a:spLocks xmlns:a="http://schemas.openxmlformats.org/drawingml/2006/main" noGrp="1"/>
          </p:cNvSpPr>
          <p:nvPr/>
        </p:nvSpPr>
        <p:spPr>
          <a:xfrm xmlns:a="http://schemas.openxmlformats.org/drawingml/2006/main">
            <a:off x="5476875" y="4762500"/>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1">
                <a:solidFill>
                  <a:srgbClr val="60735E"/>
                </a:solidFill>
                <a:latin typeface="Arial"/>
                <a:ea typeface="Arial"/>
                <a:cs typeface="Arial"/>
              </a:defRPr>
            </a:defPPr>
            <a:lvl1pPr>
              <a:defRPr sz="1350" b="1">
                <a:solidFill>
                  <a:srgbClr val="60735E"/>
                </a:solidFill>
                <a:latin typeface="Arial"/>
                <a:ea typeface="Arial"/>
                <a:cs typeface="Arial"/>
              </a:defRPr>
            </a:lvl1pPr>
            <a:lvl2pPr>
              <a:defRPr sz="1350" b="1">
                <a:solidFill>
                  <a:srgbClr val="60735E"/>
                </a:solidFill>
                <a:latin typeface="Arial"/>
                <a:ea typeface="Arial"/>
                <a:cs typeface="Arial"/>
              </a:defRPr>
            </a:lvl2pPr>
            <a:lvl3pPr>
              <a:defRPr sz="1350" b="1">
                <a:solidFill>
                  <a:srgbClr val="60735E"/>
                </a:solidFill>
                <a:latin typeface="Arial"/>
                <a:ea typeface="Arial"/>
                <a:cs typeface="Arial"/>
              </a:defRPr>
            </a:lvl3pPr>
            <a:lvl4pPr>
              <a:defRPr sz="1350" b="1">
                <a:solidFill>
                  <a:srgbClr val="60735E"/>
                </a:solidFill>
                <a:latin typeface="Arial"/>
                <a:ea typeface="Arial"/>
                <a:cs typeface="Arial"/>
              </a:defRPr>
            </a:lvl4pPr>
            <a:lvl5pPr>
              <a:defRPr sz="1350" b="1">
                <a:solidFill>
                  <a:srgbClr val="60735E"/>
                </a:solidFill>
                <a:latin typeface="Arial"/>
                <a:ea typeface="Arial"/>
                <a:cs typeface="Arial"/>
              </a:defRPr>
            </a:lvl5pPr>
            <a:lvl6pPr>
              <a:defRPr sz="1350" b="1">
                <a:solidFill>
                  <a:srgbClr val="60735E"/>
                </a:solidFill>
                <a:latin typeface="Arial"/>
                <a:ea typeface="Arial"/>
                <a:cs typeface="Arial"/>
              </a:defRPr>
            </a:lvl6pPr>
            <a:lvl7pPr>
              <a:defRPr sz="1350" b="1">
                <a:solidFill>
                  <a:srgbClr val="60735E"/>
                </a:solidFill>
                <a:latin typeface="Arial"/>
                <a:ea typeface="Arial"/>
                <a:cs typeface="Arial"/>
              </a:defRPr>
            </a:lvl7pPr>
            <a:lvl8pPr>
              <a:defRPr sz="1350" b="1">
                <a:solidFill>
                  <a:srgbClr val="60735E"/>
                </a:solidFill>
                <a:latin typeface="Arial"/>
                <a:ea typeface="Arial"/>
                <a:cs typeface="Arial"/>
              </a:defRPr>
            </a:lvl8pPr>
            <a:lvl9pPr>
              <a:defRPr sz="1350" b="1">
                <a:solidFill>
                  <a:srgbClr val="60735E"/>
                </a:solidFill>
                <a:latin typeface="Arial"/>
                <a:ea typeface="Arial"/>
                <a:cs typeface="Arial"/>
              </a:defRPr>
            </a:lvl9pPr>
          </a:lstStyle>
          <a:p xmlns:a="http://schemas.openxmlformats.org/drawingml/2006/main">
            <a:pPr>
              <a:defRPr sz="1350" b="1">
                <a:solidFill>
                  <a:srgbClr val="60735E"/>
                </a:solidFill>
                <a:latin typeface="Arial"/>
                <a:ea typeface="Arial"/>
                <a:cs typeface="Arial"/>
              </a:defRPr>
            </a:pPr>
            <a:r>
              <a:rPr sz="1350" b="1">
                <a:solidFill>
                  <a:srgbClr val="60735E"/>
                </a:solidFill>
                <a:latin typeface="Arial"/>
                <a:ea typeface="Arial"/>
                <a:cs typeface="Arial"/>
              </a:rPr>
              <a:t>0..1 user : N logs</a:t>
            </a:r>
          </a:p>
        </p:txBody>
      </p:sp>
      <p:sp>
        <p:nvSpPr>
          <p:cNvPr id="27" name="text">
            <a:extLst xmlns:a="http://schemas.openxmlformats.org/drawingml/2006/main">
              <a:ext uri="{FF2B5EF4-FFF2-40B4-BE49-F238E27FC236}">
                <a16:creationId xmlns:a16="http://schemas.microsoft.com/office/drawing/2014/main" id="{46B77E41-D3A6-4971-A40C-72E1B490AA29}"/>
              </a:ext>
            </a:extLst>
          </p:cNvPr>
          <p:cNvSpPr>
            <a:spLocks xmlns:a="http://schemas.openxmlformats.org/drawingml/2006/main" noGrp="1"/>
          </p:cNvSpPr>
          <p:nvPr/>
        </p:nvSpPr>
        <p:spPr>
          <a:xfrm xmlns:a="http://schemas.openxmlformats.org/drawingml/2006/main">
            <a:off x="628650" y="3676650"/>
            <a:ext cx="10906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1F4D3B"/>
                </a:solidFill>
                <a:latin typeface="Arial"/>
                <a:ea typeface="Arial"/>
                <a:cs typeface="Arial"/>
              </a:defRPr>
            </a:defPPr>
            <a:lvl1pPr>
              <a:defRPr sz="1950" b="1">
                <a:solidFill>
                  <a:srgbClr val="1F4D3B"/>
                </a:solidFill>
                <a:latin typeface="Arial"/>
                <a:ea typeface="Arial"/>
                <a:cs typeface="Arial"/>
              </a:defRPr>
            </a:lvl1pPr>
            <a:lvl2pPr>
              <a:defRPr sz="1950" b="1">
                <a:solidFill>
                  <a:srgbClr val="1F4D3B"/>
                </a:solidFill>
                <a:latin typeface="Arial"/>
                <a:ea typeface="Arial"/>
                <a:cs typeface="Arial"/>
              </a:defRPr>
            </a:lvl2pPr>
            <a:lvl3pPr>
              <a:defRPr sz="1950" b="1">
                <a:solidFill>
                  <a:srgbClr val="1F4D3B"/>
                </a:solidFill>
                <a:latin typeface="Arial"/>
                <a:ea typeface="Arial"/>
                <a:cs typeface="Arial"/>
              </a:defRPr>
            </a:lvl3pPr>
            <a:lvl4pPr>
              <a:defRPr sz="1950" b="1">
                <a:solidFill>
                  <a:srgbClr val="1F4D3B"/>
                </a:solidFill>
                <a:latin typeface="Arial"/>
                <a:ea typeface="Arial"/>
                <a:cs typeface="Arial"/>
              </a:defRPr>
            </a:lvl4pPr>
            <a:lvl5pPr>
              <a:defRPr sz="1950" b="1">
                <a:solidFill>
                  <a:srgbClr val="1F4D3B"/>
                </a:solidFill>
                <a:latin typeface="Arial"/>
                <a:ea typeface="Arial"/>
                <a:cs typeface="Arial"/>
              </a:defRPr>
            </a:lvl5pPr>
            <a:lvl6pPr>
              <a:defRPr sz="1950" b="1">
                <a:solidFill>
                  <a:srgbClr val="1F4D3B"/>
                </a:solidFill>
                <a:latin typeface="Arial"/>
                <a:ea typeface="Arial"/>
                <a:cs typeface="Arial"/>
              </a:defRPr>
            </a:lvl6pPr>
            <a:lvl7pPr>
              <a:defRPr sz="1950" b="1">
                <a:solidFill>
                  <a:srgbClr val="1F4D3B"/>
                </a:solidFill>
                <a:latin typeface="Arial"/>
                <a:ea typeface="Arial"/>
                <a:cs typeface="Arial"/>
              </a:defRPr>
            </a:lvl7pPr>
            <a:lvl8pPr>
              <a:defRPr sz="1950" b="1">
                <a:solidFill>
                  <a:srgbClr val="1F4D3B"/>
                </a:solidFill>
                <a:latin typeface="Arial"/>
                <a:ea typeface="Arial"/>
                <a:cs typeface="Arial"/>
              </a:defRPr>
            </a:lvl8pPr>
            <a:lvl9pPr>
              <a:defRPr sz="1950" b="1">
                <a:solidFill>
                  <a:srgbClr val="1F4D3B"/>
                </a:solidFill>
                <a:latin typeface="Arial"/>
                <a:ea typeface="Arial"/>
                <a:cs typeface="Arial"/>
              </a:defRPr>
            </a:lvl9pPr>
          </a:lstStyle>
          <a:p xmlns:a="http://schemas.openxmlformats.org/drawingml/2006/main">
            <a:pPr>
              <a:defRPr sz="1950" b="1">
                <a:solidFill>
                  <a:srgbClr val="1F4D3B"/>
                </a:solidFill>
                <a:latin typeface="Arial"/>
                <a:ea typeface="Arial"/>
                <a:cs typeface="Arial"/>
              </a:defRPr>
            </a:pPr>
            <a:r>
              <a:rPr sz="1950" b="1">
                <a:solidFill>
                  <a:srgbClr val="1F4D3B"/>
                </a:solidFill>
                <a:latin typeface="Arial"/>
                <a:ea typeface="Arial"/>
                <a:cs typeface="Arial"/>
              </a:rPr>
              <a:t>Staff must match both block and category. History keeps the user who made each change.</a:t>
            </a:r>
          </a:p>
        </p:txBody>
      </p:sp>
    </p:spTree>
    <p:extLst>
      <p:ext uri="{BB962C8B-B14F-4D97-AF65-F5344CB8AC3E}">
        <p14:creationId xmlns:p14="http://schemas.microsoft.com/office/powerpoint/2010/main" val="494190736"/>
      </p:ext>
    </p:extLst>
  </p:cSld>
</p:sld>
</file>

<file path=ppt/slides/slide6.xml><?xml version="1.0" encoding="utf-8"?>
<p:sld xmlns:p="http://schemas.openxmlformats.org/presentationml/2006/main">
  <p:cSld>
    <p:bg>
      <p:bgPr>
        <a:solidFill xmlns:a="http://schemas.openxmlformats.org/drawingml/2006/main">
          <a:srgbClr val="FAFBF7"/>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E5FBCAB3-8034-4C05-B921-D55574C6C0C9}"/>
              </a:ext>
            </a:extLst>
          </p:cNvPr>
          <p:cNvSpPr>
            <a:spLocks xmlns:a="http://schemas.openxmlformats.org/drawingml/2006/main" noGrp="1"/>
          </p:cNvSpPr>
          <p:nvPr/>
        </p:nvSpPr>
        <p:spPr>
          <a:xfrm xmlns:a="http://schemas.openxmlformats.org/drawingml/2006/main">
            <a:off x="609600" y="4572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F4D3B"/>
                </a:solidFill>
                <a:latin typeface="Arial"/>
                <a:ea typeface="Arial"/>
                <a:cs typeface="Arial"/>
              </a:defRPr>
            </a:defPPr>
            <a:lvl1pPr>
              <a:defRPr sz="3300" b="1">
                <a:solidFill>
                  <a:srgbClr val="1F4D3B"/>
                </a:solidFill>
                <a:latin typeface="Arial"/>
                <a:ea typeface="Arial"/>
                <a:cs typeface="Arial"/>
              </a:defRPr>
            </a:lvl1pPr>
            <a:lvl2pPr>
              <a:defRPr sz="3300" b="1">
                <a:solidFill>
                  <a:srgbClr val="1F4D3B"/>
                </a:solidFill>
                <a:latin typeface="Arial"/>
                <a:ea typeface="Arial"/>
                <a:cs typeface="Arial"/>
              </a:defRPr>
            </a:lvl2pPr>
            <a:lvl3pPr>
              <a:defRPr sz="3300" b="1">
                <a:solidFill>
                  <a:srgbClr val="1F4D3B"/>
                </a:solidFill>
                <a:latin typeface="Arial"/>
                <a:ea typeface="Arial"/>
                <a:cs typeface="Arial"/>
              </a:defRPr>
            </a:lvl3pPr>
            <a:lvl4pPr>
              <a:defRPr sz="3300" b="1">
                <a:solidFill>
                  <a:srgbClr val="1F4D3B"/>
                </a:solidFill>
                <a:latin typeface="Arial"/>
                <a:ea typeface="Arial"/>
                <a:cs typeface="Arial"/>
              </a:defRPr>
            </a:lvl4pPr>
            <a:lvl5pPr>
              <a:defRPr sz="3300" b="1">
                <a:solidFill>
                  <a:srgbClr val="1F4D3B"/>
                </a:solidFill>
                <a:latin typeface="Arial"/>
                <a:ea typeface="Arial"/>
                <a:cs typeface="Arial"/>
              </a:defRPr>
            </a:lvl5pPr>
            <a:lvl6pPr>
              <a:defRPr sz="3300" b="1">
                <a:solidFill>
                  <a:srgbClr val="1F4D3B"/>
                </a:solidFill>
                <a:latin typeface="Arial"/>
                <a:ea typeface="Arial"/>
                <a:cs typeface="Arial"/>
              </a:defRPr>
            </a:lvl6pPr>
            <a:lvl7pPr>
              <a:defRPr sz="3300" b="1">
                <a:solidFill>
                  <a:srgbClr val="1F4D3B"/>
                </a:solidFill>
                <a:latin typeface="Arial"/>
                <a:ea typeface="Arial"/>
                <a:cs typeface="Arial"/>
              </a:defRPr>
            </a:lvl7pPr>
            <a:lvl8pPr>
              <a:defRPr sz="3300" b="1">
                <a:solidFill>
                  <a:srgbClr val="1F4D3B"/>
                </a:solidFill>
                <a:latin typeface="Arial"/>
                <a:ea typeface="Arial"/>
                <a:cs typeface="Arial"/>
              </a:defRPr>
            </a:lvl8pPr>
            <a:lvl9pPr>
              <a:defRPr sz="3300" b="1">
                <a:solidFill>
                  <a:srgbClr val="1F4D3B"/>
                </a:solidFill>
                <a:latin typeface="Arial"/>
                <a:ea typeface="Arial"/>
                <a:cs typeface="Arial"/>
              </a:defRPr>
            </a:lvl9pPr>
          </a:lstStyle>
          <a:p xmlns:a="http://schemas.openxmlformats.org/drawingml/2006/main">
            <a:pPr>
              <a:defRPr sz="3300" b="1">
                <a:solidFill>
                  <a:srgbClr val="1F4D3B"/>
                </a:solidFill>
                <a:latin typeface="Arial"/>
                <a:ea typeface="Arial"/>
                <a:cs typeface="Arial"/>
              </a:defRPr>
            </a:pPr>
            <a:r>
              <a:rPr sz="3300" b="1">
                <a:solidFill>
                  <a:srgbClr val="1F4D3B"/>
                </a:solidFill>
                <a:latin typeface="Arial"/>
                <a:ea typeface="Arial"/>
                <a:cs typeface="Arial"/>
              </a:rPr>
              <a:t>ER Diagram to Relational Model</a:t>
            </a:r>
          </a:p>
        </p:txBody>
      </p:sp>
      <p:sp>
        <p:nvSpPr>
          <p:cNvPr id="3" name="footer">
            <a:extLst xmlns:a="http://schemas.openxmlformats.org/drawingml/2006/main">
              <a:ext uri="{FF2B5EF4-FFF2-40B4-BE49-F238E27FC236}">
                <a16:creationId xmlns:a16="http://schemas.microsoft.com/office/drawing/2014/main" id="{D333A061-3BC8-48E9-B28C-77DE150EFA70}"/>
              </a:ext>
            </a:extLst>
          </p:cNvPr>
          <p:cNvSpPr>
            <a:spLocks xmlns:a="http://schemas.openxmlformats.org/drawingml/2006/main" noGrp="1"/>
          </p:cNvSpPr>
          <p:nvPr/>
        </p:nvSpPr>
        <p:spPr>
          <a:xfrm xmlns:a="http://schemas.openxmlformats.org/drawingml/2006/main">
            <a:off x="609600" y="6477000"/>
            <a:ext cx="428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60735E"/>
                </a:solidFill>
                <a:latin typeface="Arial"/>
                <a:ea typeface="Arial"/>
                <a:cs typeface="Arial"/>
              </a:defRPr>
            </a:defPPr>
            <a:lvl1pPr>
              <a:defRPr sz="1050" b="0">
                <a:solidFill>
                  <a:srgbClr val="60735E"/>
                </a:solidFill>
                <a:latin typeface="Arial"/>
                <a:ea typeface="Arial"/>
                <a:cs typeface="Arial"/>
              </a:defRPr>
            </a:lvl1pPr>
            <a:lvl2pPr>
              <a:defRPr sz="1050" b="0">
                <a:solidFill>
                  <a:srgbClr val="60735E"/>
                </a:solidFill>
                <a:latin typeface="Arial"/>
                <a:ea typeface="Arial"/>
                <a:cs typeface="Arial"/>
              </a:defRPr>
            </a:lvl2pPr>
            <a:lvl3pPr>
              <a:defRPr sz="1050" b="0">
                <a:solidFill>
                  <a:srgbClr val="60735E"/>
                </a:solidFill>
                <a:latin typeface="Arial"/>
                <a:ea typeface="Arial"/>
                <a:cs typeface="Arial"/>
              </a:defRPr>
            </a:lvl3pPr>
            <a:lvl4pPr>
              <a:defRPr sz="1050" b="0">
                <a:solidFill>
                  <a:srgbClr val="60735E"/>
                </a:solidFill>
                <a:latin typeface="Arial"/>
                <a:ea typeface="Arial"/>
                <a:cs typeface="Arial"/>
              </a:defRPr>
            </a:lvl4pPr>
            <a:lvl5pPr>
              <a:defRPr sz="1050" b="0">
                <a:solidFill>
                  <a:srgbClr val="60735E"/>
                </a:solidFill>
                <a:latin typeface="Arial"/>
                <a:ea typeface="Arial"/>
                <a:cs typeface="Arial"/>
              </a:defRPr>
            </a:lvl5pPr>
            <a:lvl6pPr>
              <a:defRPr sz="1050" b="0">
                <a:solidFill>
                  <a:srgbClr val="60735E"/>
                </a:solidFill>
                <a:latin typeface="Arial"/>
                <a:ea typeface="Arial"/>
                <a:cs typeface="Arial"/>
              </a:defRPr>
            </a:lvl6pPr>
            <a:lvl7pPr>
              <a:defRPr sz="1050" b="0">
                <a:solidFill>
                  <a:srgbClr val="60735E"/>
                </a:solidFill>
                <a:latin typeface="Arial"/>
                <a:ea typeface="Arial"/>
                <a:cs typeface="Arial"/>
              </a:defRPr>
            </a:lvl7pPr>
            <a:lvl8pPr>
              <a:defRPr sz="1050" b="0">
                <a:solidFill>
                  <a:srgbClr val="60735E"/>
                </a:solidFill>
                <a:latin typeface="Arial"/>
                <a:ea typeface="Arial"/>
                <a:cs typeface="Arial"/>
              </a:defRPr>
            </a:lvl8pPr>
            <a:lvl9pPr>
              <a:defRPr sz="1050" b="0">
                <a:solidFill>
                  <a:srgbClr val="60735E"/>
                </a:solidFill>
                <a:latin typeface="Arial"/>
                <a:ea typeface="Arial"/>
                <a:cs typeface="Arial"/>
              </a:defRPr>
            </a:lvl9pPr>
          </a:lstStyle>
          <a:p xmlns:a="http://schemas.openxmlformats.org/drawingml/2006/main">
            <a:pPr>
              <a:defRPr sz="1050" b="0">
                <a:solidFill>
                  <a:srgbClr val="60735E"/>
                </a:solidFill>
                <a:latin typeface="Arial"/>
                <a:ea typeface="Arial"/>
                <a:cs typeface="Arial"/>
              </a:defRPr>
            </a:pPr>
            <a:r>
              <a:rPr sz="1050" b="0">
                <a:solidFill>
                  <a:srgbClr val="60735E"/>
                </a:solidFill>
                <a:latin typeface="Arial"/>
                <a:ea typeface="Arial"/>
                <a:cs typeface="Arial"/>
              </a:rPr>
              <a:t>HRCMS / HAVEN</a:t>
            </a:r>
          </a:p>
        </p:txBody>
      </p:sp>
      <p:sp>
        <p:nvSpPr>
          <p:cNvPr id="4" name="page-number">
            <a:extLst xmlns:a="http://schemas.openxmlformats.org/drawingml/2006/main">
              <a:ext uri="{FF2B5EF4-FFF2-40B4-BE49-F238E27FC236}">
                <a16:creationId xmlns:a16="http://schemas.microsoft.com/office/drawing/2014/main" id="{857CA1F9-8C41-45B2-9484-FCE0CC8F5BF4}"/>
              </a:ext>
            </a:extLst>
          </p:cNvPr>
          <p:cNvSpPr>
            <a:spLocks xmlns:a="http://schemas.openxmlformats.org/drawingml/2006/main" noGrp="1"/>
          </p:cNvSpPr>
          <p:nvPr/>
        </p:nvSpPr>
        <p:spPr>
          <a:xfrm xmlns:a="http://schemas.openxmlformats.org/drawingml/2006/main">
            <a:off x="10763250" y="6477000"/>
            <a:ext cx="819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60735E"/>
                </a:solidFill>
                <a:latin typeface="Arial"/>
                <a:ea typeface="Arial"/>
                <a:cs typeface="Arial"/>
              </a:defRPr>
            </a:defPPr>
            <a:lvl1pPr>
              <a:defRPr sz="1050" b="0">
                <a:solidFill>
                  <a:srgbClr val="60735E"/>
                </a:solidFill>
                <a:latin typeface="Arial"/>
                <a:ea typeface="Arial"/>
                <a:cs typeface="Arial"/>
              </a:defRPr>
            </a:lvl1pPr>
            <a:lvl2pPr>
              <a:defRPr sz="1050" b="0">
                <a:solidFill>
                  <a:srgbClr val="60735E"/>
                </a:solidFill>
                <a:latin typeface="Arial"/>
                <a:ea typeface="Arial"/>
                <a:cs typeface="Arial"/>
              </a:defRPr>
            </a:lvl2pPr>
            <a:lvl3pPr>
              <a:defRPr sz="1050" b="0">
                <a:solidFill>
                  <a:srgbClr val="60735E"/>
                </a:solidFill>
                <a:latin typeface="Arial"/>
                <a:ea typeface="Arial"/>
                <a:cs typeface="Arial"/>
              </a:defRPr>
            </a:lvl3pPr>
            <a:lvl4pPr>
              <a:defRPr sz="1050" b="0">
                <a:solidFill>
                  <a:srgbClr val="60735E"/>
                </a:solidFill>
                <a:latin typeface="Arial"/>
                <a:ea typeface="Arial"/>
                <a:cs typeface="Arial"/>
              </a:defRPr>
            </a:lvl4pPr>
            <a:lvl5pPr>
              <a:defRPr sz="1050" b="0">
                <a:solidFill>
                  <a:srgbClr val="60735E"/>
                </a:solidFill>
                <a:latin typeface="Arial"/>
                <a:ea typeface="Arial"/>
                <a:cs typeface="Arial"/>
              </a:defRPr>
            </a:lvl5pPr>
            <a:lvl6pPr>
              <a:defRPr sz="1050" b="0">
                <a:solidFill>
                  <a:srgbClr val="60735E"/>
                </a:solidFill>
                <a:latin typeface="Arial"/>
                <a:ea typeface="Arial"/>
                <a:cs typeface="Arial"/>
              </a:defRPr>
            </a:lvl6pPr>
            <a:lvl7pPr>
              <a:defRPr sz="1050" b="0">
                <a:solidFill>
                  <a:srgbClr val="60735E"/>
                </a:solidFill>
                <a:latin typeface="Arial"/>
                <a:ea typeface="Arial"/>
                <a:cs typeface="Arial"/>
              </a:defRPr>
            </a:lvl7pPr>
            <a:lvl8pPr>
              <a:defRPr sz="1050" b="0">
                <a:solidFill>
                  <a:srgbClr val="60735E"/>
                </a:solidFill>
                <a:latin typeface="Arial"/>
                <a:ea typeface="Arial"/>
                <a:cs typeface="Arial"/>
              </a:defRPr>
            </a:lvl8pPr>
            <a:lvl9pPr>
              <a:defRPr sz="1050" b="0">
                <a:solidFill>
                  <a:srgbClr val="60735E"/>
                </a:solidFill>
                <a:latin typeface="Arial"/>
                <a:ea typeface="Arial"/>
                <a:cs typeface="Arial"/>
              </a:defRPr>
            </a:lvl9pPr>
          </a:lstStyle>
          <a:p xmlns:a="http://schemas.openxmlformats.org/drawingml/2006/main">
            <a:pPr>
              <a:defRPr sz="1050" b="0">
                <a:solidFill>
                  <a:srgbClr val="60735E"/>
                </a:solidFill>
                <a:latin typeface="Arial"/>
                <a:ea typeface="Arial"/>
                <a:cs typeface="Arial"/>
              </a:defRPr>
            </a:pPr>
            <a:r>
              <a:rPr sz="1050" b="0">
                <a:solidFill>
                  <a:srgbClr val="60735E"/>
                </a:solidFill>
                <a:latin typeface="Arial"/>
                <a:ea typeface="Arial"/>
                <a:cs typeface="Arial"/>
              </a:rPr>
              <a:t>06 / 18</a:t>
            </a:r>
          </a:p>
        </p:txBody>
      </p:sp>
      <p:graphicFrame>
        <p:nvGraphicFramePr>
          <p:cNvPr id="5" name="">
            <a:extLst xmlns:a="http://schemas.openxmlformats.org/drawingml/2006/main">
              <a:ext uri="{FF2B5EF4-FFF2-40B4-BE49-F238E27FC236}">
                <a16:creationId xmlns:a16="http://schemas.microsoft.com/office/drawing/2014/main" id="{156F5267-A388-4790-A047-8918480F2591}"/>
              </a:ext>
            </a:extLst>
          </p:cNvPr>
          <p:cNvGraphicFramePr/>
          <p:nvPr/>
        </p:nvGraphicFramePr>
        <p:xfrm>
          <a:off xmlns:a="http://schemas.openxmlformats.org/drawingml/2006/main" x="609600" y="1790700"/>
          <a:ext xmlns:a="http://schemas.openxmlformats.org/drawingml/2006/main" cx="10972800" cy="4048125"/>
        </p:xfrm>
        <a:graphic xmlns:a="http://schemas.openxmlformats.org/drawingml/2006/main">
          <a:graphicData uri="http://schemas.openxmlformats.org/drawingml/2006/table">
            <a:tbl>
              <a:tblPr/>
              <a:tblGrid>
                <a:gridCol w="4191000"/>
                <a:gridCol w="6781800"/>
              </a:tblGrid>
              <a:tr h="457200">
                <a:tc>
                  <a:txBody>
                    <a:bodyPr lIns="114300" tIns="114300" rIns="114300" bIns="114300"/>
                    <a:lstStyle/>
                    <a:p>
                      <a:r>
                        <a:rPr sz="1725" b="1">
                          <a:solidFill>
                            <a:srgbClr val="FFFFFF"/>
                          </a:solidFill>
                          <a:latin typeface="Arial"/>
                          <a:ea typeface="Arial"/>
                          <a:cs typeface="Arial"/>
                        </a:rPr>
                        <a:t>ER construct</a:t>
                      </a:r>
                    </a:p>
                  </a:txBody>
                  <a:tcPr marL="91440" marR="91440" marT="45720" marB="45720" anchor="ctr">
                    <a:lnL w="9525">
                      <a:solidFill>
                        <a:srgbClr val="DDE5D7"/>
                      </a:solidFill>
                      <a:prstDash val="solid"/>
                    </a:lnL>
                    <a:lnR w="9525">
                      <a:solidFill>
                        <a:srgbClr val="DDE5D7"/>
                      </a:solidFill>
                      <a:prstDash val="solid"/>
                    </a:lnR>
                    <a:lnT w="9525">
                      <a:solidFill>
                        <a:srgbClr val="DDE5D7"/>
                      </a:solidFill>
                      <a:prstDash val="solid"/>
                    </a:lnT>
                    <a:lnB w="9525">
                      <a:solidFill>
                        <a:srgbClr val="DDE5D7"/>
                      </a:solidFill>
                      <a:prstDash val="solid"/>
                    </a:lnB>
                    <a:solidFill>
                      <a:srgbClr val="1F4D3B"/>
                    </a:solidFill>
                  </a:tcPr>
                </a:tc>
                <a:tc>
                  <a:txBody>
                    <a:bodyPr lIns="114300" tIns="114300" rIns="114300" bIns="114300"/>
                    <a:lstStyle/>
                    <a:p>
                      <a:r>
                        <a:rPr sz="1725" b="1">
                          <a:solidFill>
                            <a:srgbClr val="FFFFFF"/>
                          </a:solidFill>
                          <a:latin typeface="Arial"/>
                          <a:ea typeface="Arial"/>
                          <a:cs typeface="Arial"/>
                        </a:rPr>
                        <a:t>Relational implementation</a:t>
                      </a:r>
                    </a:p>
                  </a:txBody>
                  <a:tcPr marL="91440" marR="91440" marT="45720" marB="45720" anchor="ctr">
                    <a:lnR w="9525">
                      <a:solidFill>
                        <a:srgbClr val="DDE5D7"/>
                      </a:solidFill>
                      <a:prstDash val="solid"/>
                    </a:lnR>
                    <a:lnT w="9525">
                      <a:solidFill>
                        <a:srgbClr val="DDE5D7"/>
                      </a:solidFill>
                      <a:prstDash val="solid"/>
                    </a:lnT>
                    <a:lnB w="9525">
                      <a:solidFill>
                        <a:srgbClr val="DDE5D7"/>
                      </a:solidFill>
                      <a:prstDash val="solid"/>
                    </a:lnB>
                    <a:solidFill>
                      <a:srgbClr val="1F4D3B"/>
                    </a:solidFill>
                  </a:tcPr>
                </a:tc>
              </a:tr>
              <a:tr h="598488">
                <a:tc>
                  <a:txBody>
                    <a:bodyPr lIns="114300" tIns="114300" rIns="114300" bIns="114300"/>
                    <a:lstStyle/>
                    <a:p>
                      <a:r>
                        <a:rPr sz="1800" b="0">
                          <a:solidFill>
                            <a:srgbClr val="243B2D"/>
                          </a:solidFill>
                          <a:latin typeface="Arial"/>
                          <a:ea typeface="Arial"/>
                          <a:cs typeface="Arial"/>
                        </a:rPr>
                        <a:t>Superclass and subtypes</a:t>
                      </a:r>
                    </a:p>
                  </a:txBody>
                  <a:tcPr marL="91440" marR="91440" marT="45720" marB="45720" anchor="ctr">
                    <a:lnL w="9525">
                      <a:solidFill>
                        <a:srgbClr val="DDE5D7"/>
                      </a:solidFill>
                      <a:prstDash val="solid"/>
                    </a:lnL>
                    <a:lnR w="9525">
                      <a:solidFill>
                        <a:srgbClr val="DDE5D7"/>
                      </a:solidFill>
                      <a:prstDash val="solid"/>
                    </a:lnR>
                    <a:lnB w="9525">
                      <a:solidFill>
                        <a:srgbClr val="DDE5D7"/>
                      </a:solidFill>
                      <a:prstDash val="solid"/>
                    </a:lnB>
                    <a:solidFill>
                      <a:srgbClr val="FFFFFF"/>
                    </a:solidFill>
                  </a:tcPr>
                </a:tc>
                <a:tc>
                  <a:txBody>
                    <a:bodyPr lIns="114300" tIns="114300" rIns="114300" bIns="114300"/>
                    <a:lstStyle/>
                    <a:p>
                      <a:r>
                        <a:rPr sz="1800" b="0">
                          <a:solidFill>
                            <a:srgbClr val="243B2D"/>
                          </a:solidFill>
                          <a:latin typeface="Arial"/>
                          <a:ea typeface="Arial"/>
                          <a:cs typeface="Arial"/>
                        </a:rPr>
                        <a:t>USERS, STUDENT, WARDEN, MAINTENANCE_STAFF</a:t>
                      </a:r>
                    </a:p>
                  </a:txBody>
                  <a:tcPr marL="91440" marR="91440" marT="45720" marB="45720" anchor="ctr">
                    <a:lnR w="9525">
                      <a:solidFill>
                        <a:srgbClr val="DDE5D7"/>
                      </a:solidFill>
                      <a:prstDash val="solid"/>
                    </a:lnR>
                    <a:lnB w="9525">
                      <a:solidFill>
                        <a:srgbClr val="DDE5D7"/>
                      </a:solidFill>
                      <a:prstDash val="solid"/>
                    </a:lnB>
                    <a:solidFill>
                      <a:srgbClr val="FFFFFF"/>
                    </a:solidFill>
                  </a:tcPr>
                </a:tc>
              </a:tr>
              <a:tr h="598488">
                <a:tc>
                  <a:txBody>
                    <a:bodyPr lIns="114300" tIns="114300" rIns="114300" bIns="114300"/>
                    <a:lstStyle/>
                    <a:p>
                      <a:r>
                        <a:rPr sz="1800" b="0">
                          <a:solidFill>
                            <a:srgbClr val="243B2D"/>
                          </a:solidFill>
                          <a:latin typeface="Arial"/>
                          <a:ea typeface="Arial"/>
                          <a:cs typeface="Arial"/>
                        </a:rPr>
                        <a:t>Multivalued phone</a:t>
                      </a:r>
                    </a:p>
                  </a:txBody>
                  <a:tcPr marL="91440" marR="91440" marT="45720" marB="45720" anchor="ctr">
                    <a:lnL w="9525">
                      <a:solidFill>
                        <a:srgbClr val="DDE5D7"/>
                      </a:solidFill>
                      <a:prstDash val="solid"/>
                    </a:lnL>
                    <a:lnR w="9525">
                      <a:solidFill>
                        <a:srgbClr val="DDE5D7"/>
                      </a:solidFill>
                      <a:prstDash val="solid"/>
                    </a:lnR>
                    <a:lnB w="9525">
                      <a:solidFill>
                        <a:srgbClr val="DDE5D7"/>
                      </a:solidFill>
                      <a:prstDash val="solid"/>
                    </a:lnB>
                    <a:solidFill>
                      <a:srgbClr val="F0F4E9"/>
                    </a:solidFill>
                  </a:tcPr>
                </a:tc>
                <a:tc>
                  <a:txBody>
                    <a:bodyPr lIns="114300" tIns="114300" rIns="114300" bIns="114300"/>
                    <a:lstStyle/>
                    <a:p>
                      <a:r>
                        <a:rPr sz="1800" b="0">
                          <a:solidFill>
                            <a:srgbClr val="243B2D"/>
                          </a:solidFill>
                          <a:latin typeface="Arial"/>
                          <a:ea typeface="Arial"/>
                          <a:cs typeface="Arial"/>
                        </a:rPr>
                        <a:t>USER_PHONE(user_id, phone_no)</a:t>
                      </a:r>
                    </a:p>
                  </a:txBody>
                  <a:tcPr marL="91440" marR="91440" marT="45720" marB="45720" anchor="ctr">
                    <a:lnR w="9525">
                      <a:solidFill>
                        <a:srgbClr val="DDE5D7"/>
                      </a:solidFill>
                      <a:prstDash val="solid"/>
                    </a:lnR>
                    <a:lnB w="9525">
                      <a:solidFill>
                        <a:srgbClr val="DDE5D7"/>
                      </a:solidFill>
                      <a:prstDash val="solid"/>
                    </a:lnB>
                    <a:solidFill>
                      <a:srgbClr val="F0F4E9"/>
                    </a:solidFill>
                  </a:tcPr>
                </a:tc>
              </a:tr>
              <a:tr h="598488">
                <a:tc>
                  <a:txBody>
                    <a:bodyPr lIns="114300" tIns="114300" rIns="114300" bIns="114300"/>
                    <a:lstStyle/>
                    <a:p>
                      <a:r>
                        <a:rPr sz="1800" b="0">
                          <a:solidFill>
                            <a:srgbClr val="243B2D"/>
                          </a:solidFill>
                          <a:latin typeface="Arial"/>
                          <a:ea typeface="Arial"/>
                          <a:cs typeface="Arial"/>
                        </a:rPr>
                        <a:t>Accommodation entities</a:t>
                      </a:r>
                    </a:p>
                  </a:txBody>
                  <a:tcPr marL="91440" marR="91440" marT="45720" marB="45720" anchor="ctr">
                    <a:lnL w="9525">
                      <a:solidFill>
                        <a:srgbClr val="DDE5D7"/>
                      </a:solidFill>
                      <a:prstDash val="solid"/>
                    </a:lnL>
                    <a:lnR w="9525">
                      <a:solidFill>
                        <a:srgbClr val="DDE5D7"/>
                      </a:solidFill>
                      <a:prstDash val="solid"/>
                    </a:lnR>
                    <a:lnB w="9525">
                      <a:solidFill>
                        <a:srgbClr val="DDE5D7"/>
                      </a:solidFill>
                      <a:prstDash val="solid"/>
                    </a:lnB>
                    <a:solidFill>
                      <a:srgbClr val="FFFFFF"/>
                    </a:solidFill>
                  </a:tcPr>
                </a:tc>
                <a:tc>
                  <a:txBody>
                    <a:bodyPr lIns="114300" tIns="114300" rIns="114300" bIns="114300"/>
                    <a:lstStyle/>
                    <a:p>
                      <a:r>
                        <a:rPr sz="1800" b="0">
                          <a:solidFill>
                            <a:srgbClr val="243B2D"/>
                          </a:solidFill>
                          <a:latin typeface="Arial"/>
                          <a:ea typeface="Arial"/>
                          <a:cs typeface="Arial"/>
                        </a:rPr>
                        <a:t>HOSTEL_BLOCK, ROOM_TYPE, ROOM</a:t>
                      </a:r>
                    </a:p>
                  </a:txBody>
                  <a:tcPr marL="91440" marR="91440" marT="45720" marB="45720" anchor="ctr">
                    <a:lnR w="9525">
                      <a:solidFill>
                        <a:srgbClr val="DDE5D7"/>
                      </a:solidFill>
                      <a:prstDash val="solid"/>
                    </a:lnR>
                    <a:lnB w="9525">
                      <a:solidFill>
                        <a:srgbClr val="DDE5D7"/>
                      </a:solidFill>
                      <a:prstDash val="solid"/>
                    </a:lnB>
                    <a:solidFill>
                      <a:srgbClr val="FFFFFF"/>
                    </a:solidFill>
                  </a:tcPr>
                </a:tc>
              </a:tr>
              <a:tr h="598488">
                <a:tc>
                  <a:txBody>
                    <a:bodyPr lIns="114300" tIns="114300" rIns="114300" bIns="114300"/>
                    <a:lstStyle/>
                    <a:p>
                      <a:r>
                        <a:rPr sz="1800" b="0">
                          <a:solidFill>
                            <a:srgbClr val="243B2D"/>
                          </a:solidFill>
                          <a:latin typeface="Arial"/>
                          <a:ea typeface="Arial"/>
                          <a:cs typeface="Arial"/>
                        </a:rPr>
                        <a:t>Student–room relationship over time</a:t>
                      </a:r>
                    </a:p>
                  </a:txBody>
                  <a:tcPr marL="91440" marR="91440" marT="45720" marB="45720" anchor="ctr">
                    <a:lnL w="9525">
                      <a:solidFill>
                        <a:srgbClr val="DDE5D7"/>
                      </a:solidFill>
                      <a:prstDash val="solid"/>
                    </a:lnL>
                    <a:lnR w="9525">
                      <a:solidFill>
                        <a:srgbClr val="DDE5D7"/>
                      </a:solidFill>
                      <a:prstDash val="solid"/>
                    </a:lnR>
                    <a:lnB w="9525">
                      <a:solidFill>
                        <a:srgbClr val="DDE5D7"/>
                      </a:solidFill>
                      <a:prstDash val="solid"/>
                    </a:lnB>
                    <a:solidFill>
                      <a:srgbClr val="F0F4E9"/>
                    </a:solidFill>
                  </a:tcPr>
                </a:tc>
                <a:tc>
                  <a:txBody>
                    <a:bodyPr lIns="114300" tIns="114300" rIns="114300" bIns="114300"/>
                    <a:lstStyle/>
                    <a:p>
                      <a:r>
                        <a:rPr sz="1800" b="0">
                          <a:solidFill>
                            <a:srgbClr val="243B2D"/>
                          </a:solidFill>
                          <a:latin typeface="Arial"/>
                          <a:ea typeface="Arial"/>
                          <a:cs typeface="Arial"/>
                        </a:rPr>
                        <a:t>ROOM_ALLOCATION with dates and academic year</a:t>
                      </a:r>
                    </a:p>
                  </a:txBody>
                  <a:tcPr marL="91440" marR="91440" marT="45720" marB="45720" anchor="ctr">
                    <a:lnR w="9525">
                      <a:solidFill>
                        <a:srgbClr val="DDE5D7"/>
                      </a:solidFill>
                      <a:prstDash val="solid"/>
                    </a:lnR>
                    <a:lnB w="9525">
                      <a:solidFill>
                        <a:srgbClr val="DDE5D7"/>
                      </a:solidFill>
                      <a:prstDash val="solid"/>
                    </a:lnB>
                    <a:solidFill>
                      <a:srgbClr val="F0F4E9"/>
                    </a:solidFill>
                  </a:tcPr>
                </a:tc>
              </a:tr>
              <a:tr h="598488">
                <a:tc>
                  <a:txBody>
                    <a:bodyPr lIns="114300" tIns="114300" rIns="114300" bIns="114300"/>
                    <a:lstStyle/>
                    <a:p>
                      <a:r>
                        <a:rPr sz="1800" b="0">
                          <a:solidFill>
                            <a:srgbClr val="243B2D"/>
                          </a:solidFill>
                          <a:latin typeface="Arial"/>
                          <a:ea typeface="Arial"/>
                          <a:cs typeface="Arial"/>
                        </a:rPr>
                        <a:t>Complaint entities</a:t>
                      </a:r>
                    </a:p>
                  </a:txBody>
                  <a:tcPr marL="91440" marR="91440" marT="45720" marB="45720" anchor="ctr">
                    <a:lnL w="9525">
                      <a:solidFill>
                        <a:srgbClr val="DDE5D7"/>
                      </a:solidFill>
                      <a:prstDash val="solid"/>
                    </a:lnL>
                    <a:lnR w="9525">
                      <a:solidFill>
                        <a:srgbClr val="DDE5D7"/>
                      </a:solidFill>
                      <a:prstDash val="solid"/>
                    </a:lnR>
                    <a:lnB w="9525">
                      <a:solidFill>
                        <a:srgbClr val="DDE5D7"/>
                      </a:solidFill>
                      <a:prstDash val="solid"/>
                    </a:lnB>
                    <a:solidFill>
                      <a:srgbClr val="FFFFFF"/>
                    </a:solidFill>
                  </a:tcPr>
                </a:tc>
                <a:tc>
                  <a:txBody>
                    <a:bodyPr lIns="114300" tIns="114300" rIns="114300" bIns="114300"/>
                    <a:lstStyle/>
                    <a:p>
                      <a:r>
                        <a:rPr sz="1800" b="0">
                          <a:solidFill>
                            <a:srgbClr val="243B2D"/>
                          </a:solidFill>
                          <a:latin typeface="Arial"/>
                          <a:ea typeface="Arial"/>
                          <a:cs typeface="Arial"/>
                        </a:rPr>
                        <a:t>COMPLAINT_CATEGORY, COMPLAINT</a:t>
                      </a:r>
                    </a:p>
                  </a:txBody>
                  <a:tcPr marL="91440" marR="91440" marT="45720" marB="45720" anchor="ctr">
                    <a:lnR w="9525">
                      <a:solidFill>
                        <a:srgbClr val="DDE5D7"/>
                      </a:solidFill>
                      <a:prstDash val="solid"/>
                    </a:lnR>
                    <a:lnB w="9525">
                      <a:solidFill>
                        <a:srgbClr val="DDE5D7"/>
                      </a:solidFill>
                      <a:prstDash val="solid"/>
                    </a:lnB>
                    <a:solidFill>
                      <a:srgbClr val="FFFFFF"/>
                    </a:solidFill>
                  </a:tcPr>
                </a:tc>
              </a:tr>
              <a:tr h="598488">
                <a:tc>
                  <a:txBody>
                    <a:bodyPr lIns="114300" tIns="114300" rIns="114300" bIns="114300"/>
                    <a:lstStyle/>
                    <a:p>
                      <a:r>
                        <a:rPr sz="1800" b="0">
                          <a:solidFill>
                            <a:srgbClr val="243B2D"/>
                          </a:solidFill>
                          <a:latin typeface="Arial"/>
                          <a:ea typeface="Arial"/>
                          <a:cs typeface="Arial"/>
                        </a:rPr>
                        <a:t>Dependent records</a:t>
                      </a:r>
                    </a:p>
                  </a:txBody>
                  <a:tcPr marL="91440" marR="91440" marT="45720" marB="45720" anchor="ctr">
                    <a:lnL w="9525">
                      <a:solidFill>
                        <a:srgbClr val="DDE5D7"/>
                      </a:solidFill>
                      <a:prstDash val="solid"/>
                    </a:lnL>
                    <a:lnR w="9525">
                      <a:solidFill>
                        <a:srgbClr val="DDE5D7"/>
                      </a:solidFill>
                      <a:prstDash val="solid"/>
                    </a:lnR>
                    <a:lnB w="9525">
                      <a:solidFill>
                        <a:srgbClr val="DDE5D7"/>
                      </a:solidFill>
                      <a:prstDash val="solid"/>
                    </a:lnB>
                    <a:solidFill>
                      <a:srgbClr val="F0F4E9"/>
                    </a:solidFill>
                  </a:tcPr>
                </a:tc>
                <a:tc>
                  <a:txBody>
                    <a:bodyPr lIns="114300" tIns="114300" rIns="114300" bIns="114300"/>
                    <a:lstStyle/>
                    <a:p>
                      <a:r>
                        <a:rPr sz="1800" b="0">
                          <a:solidFill>
                            <a:srgbClr val="243B2D"/>
                          </a:solidFill>
                          <a:latin typeface="Arial"/>
                          <a:ea typeface="Arial"/>
                          <a:cs typeface="Arial"/>
                        </a:rPr>
                        <a:t>COMPLAINT_LOG, FEEDBACK</a:t>
                      </a:r>
                    </a:p>
                  </a:txBody>
                  <a:tcPr marL="91440" marR="91440" marT="45720" marB="45720" anchor="ctr">
                    <a:lnR w="9525">
                      <a:solidFill>
                        <a:srgbClr val="DDE5D7"/>
                      </a:solidFill>
                      <a:prstDash val="solid"/>
                    </a:lnR>
                    <a:lnB w="9525">
                      <a:solidFill>
                        <a:srgbClr val="DDE5D7"/>
                      </a:solidFill>
                      <a:prstDash val="solid"/>
                    </a:lnB>
                    <a:solidFill>
                      <a:srgbClr val="F0F4E9"/>
                    </a:solidFill>
                  </a:tcPr>
                </a:tc>
              </a:tr>
            </a:tbl>
          </a:graphicData>
        </a:graphic>
      </p:graphicFrame>
      <p:sp>
        <p:nvSpPr>
          <p:cNvPr id="6" name="text">
            <a:extLst xmlns:a="http://schemas.openxmlformats.org/drawingml/2006/main">
              <a:ext uri="{FF2B5EF4-FFF2-40B4-BE49-F238E27FC236}">
                <a16:creationId xmlns:a16="http://schemas.microsoft.com/office/drawing/2014/main" id="{387CE480-38A3-4BF2-B26D-8A8D1BC5F186}"/>
              </a:ext>
            </a:extLst>
          </p:cNvPr>
          <p:cNvSpPr>
            <a:spLocks xmlns:a="http://schemas.openxmlformats.org/drawingml/2006/main" noGrp="1"/>
          </p:cNvSpPr>
          <p:nvPr/>
        </p:nvSpPr>
        <p:spPr>
          <a:xfrm xmlns:a="http://schemas.openxmlformats.org/drawingml/2006/main">
            <a:off x="628650" y="6076950"/>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1F4D3B"/>
                </a:solidFill>
                <a:latin typeface="Arial"/>
                <a:ea typeface="Arial"/>
                <a:cs typeface="Arial"/>
              </a:defRPr>
            </a:defPPr>
            <a:lvl1pPr>
              <a:defRPr sz="1725" b="1">
                <a:solidFill>
                  <a:srgbClr val="1F4D3B"/>
                </a:solidFill>
                <a:latin typeface="Arial"/>
                <a:ea typeface="Arial"/>
                <a:cs typeface="Arial"/>
              </a:defRPr>
            </a:lvl1pPr>
            <a:lvl2pPr>
              <a:defRPr sz="1725" b="1">
                <a:solidFill>
                  <a:srgbClr val="1F4D3B"/>
                </a:solidFill>
                <a:latin typeface="Arial"/>
                <a:ea typeface="Arial"/>
                <a:cs typeface="Arial"/>
              </a:defRPr>
            </a:lvl2pPr>
            <a:lvl3pPr>
              <a:defRPr sz="1725" b="1">
                <a:solidFill>
                  <a:srgbClr val="1F4D3B"/>
                </a:solidFill>
                <a:latin typeface="Arial"/>
                <a:ea typeface="Arial"/>
                <a:cs typeface="Arial"/>
              </a:defRPr>
            </a:lvl3pPr>
            <a:lvl4pPr>
              <a:defRPr sz="1725" b="1">
                <a:solidFill>
                  <a:srgbClr val="1F4D3B"/>
                </a:solidFill>
                <a:latin typeface="Arial"/>
                <a:ea typeface="Arial"/>
                <a:cs typeface="Arial"/>
              </a:defRPr>
            </a:lvl4pPr>
            <a:lvl5pPr>
              <a:defRPr sz="1725" b="1">
                <a:solidFill>
                  <a:srgbClr val="1F4D3B"/>
                </a:solidFill>
                <a:latin typeface="Arial"/>
                <a:ea typeface="Arial"/>
                <a:cs typeface="Arial"/>
              </a:defRPr>
            </a:lvl5pPr>
            <a:lvl6pPr>
              <a:defRPr sz="1725" b="1">
                <a:solidFill>
                  <a:srgbClr val="1F4D3B"/>
                </a:solidFill>
                <a:latin typeface="Arial"/>
                <a:ea typeface="Arial"/>
                <a:cs typeface="Arial"/>
              </a:defRPr>
            </a:lvl6pPr>
            <a:lvl7pPr>
              <a:defRPr sz="1725" b="1">
                <a:solidFill>
                  <a:srgbClr val="1F4D3B"/>
                </a:solidFill>
                <a:latin typeface="Arial"/>
                <a:ea typeface="Arial"/>
                <a:cs typeface="Arial"/>
              </a:defRPr>
            </a:lvl7pPr>
            <a:lvl8pPr>
              <a:defRPr sz="1725" b="1">
                <a:solidFill>
                  <a:srgbClr val="1F4D3B"/>
                </a:solidFill>
                <a:latin typeface="Arial"/>
                <a:ea typeface="Arial"/>
                <a:cs typeface="Arial"/>
              </a:defRPr>
            </a:lvl8pPr>
            <a:lvl9pPr>
              <a:defRPr sz="1725" b="1">
                <a:solidFill>
                  <a:srgbClr val="1F4D3B"/>
                </a:solidFill>
                <a:latin typeface="Arial"/>
                <a:ea typeface="Arial"/>
                <a:cs typeface="Arial"/>
              </a:defRPr>
            </a:lvl9pPr>
          </a:lstStyle>
          <a:p xmlns:a="http://schemas.openxmlformats.org/drawingml/2006/main">
            <a:pPr>
              <a:defRPr sz="1725" b="1">
                <a:solidFill>
                  <a:srgbClr val="1F4D3B"/>
                </a:solidFill>
                <a:latin typeface="Arial"/>
                <a:ea typeface="Arial"/>
                <a:cs typeface="Arial"/>
              </a:defRPr>
            </a:pPr>
            <a:r>
              <a:rPr sz="1725" b="1">
                <a:solidFill>
                  <a:srgbClr val="1F4D3B"/>
                </a:solidFill>
                <a:latin typeface="Arial"/>
                <a:ea typeface="Arial"/>
                <a:cs typeface="Arial"/>
              </a:rPr>
              <a:t>13 relations in total. Derived occupancy, vacancies and complaint age stay in views.</a:t>
            </a:r>
          </a:p>
        </p:txBody>
      </p:sp>
    </p:spTree>
    <p:extLst>
      <p:ext uri="{BB962C8B-B14F-4D97-AF65-F5344CB8AC3E}">
        <p14:creationId xmlns:p14="http://schemas.microsoft.com/office/powerpoint/2010/main" val="864343143"/>
      </p:ext>
    </p:extLst>
  </p:cSld>
</p:sld>
</file>

<file path=ppt/slides/slide7.xml><?xml version="1.0" encoding="utf-8"?>
<p:sld xmlns:p="http://schemas.openxmlformats.org/presentationml/2006/main">
  <p:cSld>
    <p:bg>
      <p:bgPr>
        <a:solidFill xmlns:a="http://schemas.openxmlformats.org/drawingml/2006/main">
          <a:srgbClr val="FAFBF7"/>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5CD19690-D31E-44FE-A42F-3BF776B36382}"/>
              </a:ext>
            </a:extLst>
          </p:cNvPr>
          <p:cNvSpPr>
            <a:spLocks xmlns:a="http://schemas.openxmlformats.org/drawingml/2006/main" noGrp="1"/>
          </p:cNvSpPr>
          <p:nvPr/>
        </p:nvSpPr>
        <p:spPr>
          <a:xfrm xmlns:a="http://schemas.openxmlformats.org/drawingml/2006/main">
            <a:off x="609600" y="4572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F4D3B"/>
                </a:solidFill>
                <a:latin typeface="Arial"/>
                <a:ea typeface="Arial"/>
                <a:cs typeface="Arial"/>
              </a:defRPr>
            </a:defPPr>
            <a:lvl1pPr>
              <a:defRPr sz="3300" b="1">
                <a:solidFill>
                  <a:srgbClr val="1F4D3B"/>
                </a:solidFill>
                <a:latin typeface="Arial"/>
                <a:ea typeface="Arial"/>
                <a:cs typeface="Arial"/>
              </a:defRPr>
            </a:lvl1pPr>
            <a:lvl2pPr>
              <a:defRPr sz="3300" b="1">
                <a:solidFill>
                  <a:srgbClr val="1F4D3B"/>
                </a:solidFill>
                <a:latin typeface="Arial"/>
                <a:ea typeface="Arial"/>
                <a:cs typeface="Arial"/>
              </a:defRPr>
            </a:lvl2pPr>
            <a:lvl3pPr>
              <a:defRPr sz="3300" b="1">
                <a:solidFill>
                  <a:srgbClr val="1F4D3B"/>
                </a:solidFill>
                <a:latin typeface="Arial"/>
                <a:ea typeface="Arial"/>
                <a:cs typeface="Arial"/>
              </a:defRPr>
            </a:lvl3pPr>
            <a:lvl4pPr>
              <a:defRPr sz="3300" b="1">
                <a:solidFill>
                  <a:srgbClr val="1F4D3B"/>
                </a:solidFill>
                <a:latin typeface="Arial"/>
                <a:ea typeface="Arial"/>
                <a:cs typeface="Arial"/>
              </a:defRPr>
            </a:lvl4pPr>
            <a:lvl5pPr>
              <a:defRPr sz="3300" b="1">
                <a:solidFill>
                  <a:srgbClr val="1F4D3B"/>
                </a:solidFill>
                <a:latin typeface="Arial"/>
                <a:ea typeface="Arial"/>
                <a:cs typeface="Arial"/>
              </a:defRPr>
            </a:lvl5pPr>
            <a:lvl6pPr>
              <a:defRPr sz="3300" b="1">
                <a:solidFill>
                  <a:srgbClr val="1F4D3B"/>
                </a:solidFill>
                <a:latin typeface="Arial"/>
                <a:ea typeface="Arial"/>
                <a:cs typeface="Arial"/>
              </a:defRPr>
            </a:lvl6pPr>
            <a:lvl7pPr>
              <a:defRPr sz="3300" b="1">
                <a:solidFill>
                  <a:srgbClr val="1F4D3B"/>
                </a:solidFill>
                <a:latin typeface="Arial"/>
                <a:ea typeface="Arial"/>
                <a:cs typeface="Arial"/>
              </a:defRPr>
            </a:lvl7pPr>
            <a:lvl8pPr>
              <a:defRPr sz="3300" b="1">
                <a:solidFill>
                  <a:srgbClr val="1F4D3B"/>
                </a:solidFill>
                <a:latin typeface="Arial"/>
                <a:ea typeface="Arial"/>
                <a:cs typeface="Arial"/>
              </a:defRPr>
            </a:lvl8pPr>
            <a:lvl9pPr>
              <a:defRPr sz="3300" b="1">
                <a:solidFill>
                  <a:srgbClr val="1F4D3B"/>
                </a:solidFill>
                <a:latin typeface="Arial"/>
                <a:ea typeface="Arial"/>
                <a:cs typeface="Arial"/>
              </a:defRPr>
            </a:lvl9pPr>
          </a:lstStyle>
          <a:p xmlns:a="http://schemas.openxmlformats.org/drawingml/2006/main">
            <a:pPr>
              <a:defRPr sz="3300" b="1">
                <a:solidFill>
                  <a:srgbClr val="1F4D3B"/>
                </a:solidFill>
                <a:latin typeface="Arial"/>
                <a:ea typeface="Arial"/>
                <a:cs typeface="Arial"/>
              </a:defRPr>
            </a:pPr>
            <a:r>
              <a:rPr sz="3300" b="1">
                <a:solidFill>
                  <a:srgbClr val="1F4D3B"/>
                </a:solidFill>
                <a:latin typeface="Arial"/>
                <a:ea typeface="Arial"/>
                <a:cs typeface="Arial"/>
              </a:rPr>
              <a:t>Normalization (1NF, 2NF, 3NF)</a:t>
            </a:r>
          </a:p>
        </p:txBody>
      </p:sp>
      <p:sp>
        <p:nvSpPr>
          <p:cNvPr id="3" name="footer">
            <a:extLst xmlns:a="http://schemas.openxmlformats.org/drawingml/2006/main">
              <a:ext uri="{FF2B5EF4-FFF2-40B4-BE49-F238E27FC236}">
                <a16:creationId xmlns:a16="http://schemas.microsoft.com/office/drawing/2014/main" id="{544F0B49-582C-4FEB-AC68-D706641C631E}"/>
              </a:ext>
            </a:extLst>
          </p:cNvPr>
          <p:cNvSpPr>
            <a:spLocks xmlns:a="http://schemas.openxmlformats.org/drawingml/2006/main" noGrp="1"/>
          </p:cNvSpPr>
          <p:nvPr/>
        </p:nvSpPr>
        <p:spPr>
          <a:xfrm xmlns:a="http://schemas.openxmlformats.org/drawingml/2006/main">
            <a:off x="609600" y="6477000"/>
            <a:ext cx="428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60735E"/>
                </a:solidFill>
                <a:latin typeface="Arial"/>
                <a:ea typeface="Arial"/>
                <a:cs typeface="Arial"/>
              </a:defRPr>
            </a:defPPr>
            <a:lvl1pPr>
              <a:defRPr sz="1050" b="0">
                <a:solidFill>
                  <a:srgbClr val="60735E"/>
                </a:solidFill>
                <a:latin typeface="Arial"/>
                <a:ea typeface="Arial"/>
                <a:cs typeface="Arial"/>
              </a:defRPr>
            </a:lvl1pPr>
            <a:lvl2pPr>
              <a:defRPr sz="1050" b="0">
                <a:solidFill>
                  <a:srgbClr val="60735E"/>
                </a:solidFill>
                <a:latin typeface="Arial"/>
                <a:ea typeface="Arial"/>
                <a:cs typeface="Arial"/>
              </a:defRPr>
            </a:lvl2pPr>
            <a:lvl3pPr>
              <a:defRPr sz="1050" b="0">
                <a:solidFill>
                  <a:srgbClr val="60735E"/>
                </a:solidFill>
                <a:latin typeface="Arial"/>
                <a:ea typeface="Arial"/>
                <a:cs typeface="Arial"/>
              </a:defRPr>
            </a:lvl3pPr>
            <a:lvl4pPr>
              <a:defRPr sz="1050" b="0">
                <a:solidFill>
                  <a:srgbClr val="60735E"/>
                </a:solidFill>
                <a:latin typeface="Arial"/>
                <a:ea typeface="Arial"/>
                <a:cs typeface="Arial"/>
              </a:defRPr>
            </a:lvl4pPr>
            <a:lvl5pPr>
              <a:defRPr sz="1050" b="0">
                <a:solidFill>
                  <a:srgbClr val="60735E"/>
                </a:solidFill>
                <a:latin typeface="Arial"/>
                <a:ea typeface="Arial"/>
                <a:cs typeface="Arial"/>
              </a:defRPr>
            </a:lvl5pPr>
            <a:lvl6pPr>
              <a:defRPr sz="1050" b="0">
                <a:solidFill>
                  <a:srgbClr val="60735E"/>
                </a:solidFill>
                <a:latin typeface="Arial"/>
                <a:ea typeface="Arial"/>
                <a:cs typeface="Arial"/>
              </a:defRPr>
            </a:lvl6pPr>
            <a:lvl7pPr>
              <a:defRPr sz="1050" b="0">
                <a:solidFill>
                  <a:srgbClr val="60735E"/>
                </a:solidFill>
                <a:latin typeface="Arial"/>
                <a:ea typeface="Arial"/>
                <a:cs typeface="Arial"/>
              </a:defRPr>
            </a:lvl7pPr>
            <a:lvl8pPr>
              <a:defRPr sz="1050" b="0">
                <a:solidFill>
                  <a:srgbClr val="60735E"/>
                </a:solidFill>
                <a:latin typeface="Arial"/>
                <a:ea typeface="Arial"/>
                <a:cs typeface="Arial"/>
              </a:defRPr>
            </a:lvl8pPr>
            <a:lvl9pPr>
              <a:defRPr sz="1050" b="0">
                <a:solidFill>
                  <a:srgbClr val="60735E"/>
                </a:solidFill>
                <a:latin typeface="Arial"/>
                <a:ea typeface="Arial"/>
                <a:cs typeface="Arial"/>
              </a:defRPr>
            </a:lvl9pPr>
          </a:lstStyle>
          <a:p xmlns:a="http://schemas.openxmlformats.org/drawingml/2006/main">
            <a:pPr>
              <a:defRPr sz="1050" b="0">
                <a:solidFill>
                  <a:srgbClr val="60735E"/>
                </a:solidFill>
                <a:latin typeface="Arial"/>
                <a:ea typeface="Arial"/>
                <a:cs typeface="Arial"/>
              </a:defRPr>
            </a:pPr>
            <a:r>
              <a:rPr sz="1050" b="0">
                <a:solidFill>
                  <a:srgbClr val="60735E"/>
                </a:solidFill>
                <a:latin typeface="Arial"/>
                <a:ea typeface="Arial"/>
                <a:cs typeface="Arial"/>
              </a:rPr>
              <a:t>HRCMS / HAVEN</a:t>
            </a:r>
          </a:p>
        </p:txBody>
      </p:sp>
      <p:sp>
        <p:nvSpPr>
          <p:cNvPr id="4" name="page-number">
            <a:extLst xmlns:a="http://schemas.openxmlformats.org/drawingml/2006/main">
              <a:ext uri="{FF2B5EF4-FFF2-40B4-BE49-F238E27FC236}">
                <a16:creationId xmlns:a16="http://schemas.microsoft.com/office/drawing/2014/main" id="{37B14128-1B39-43E1-A3FC-6AD6A2A13759}"/>
              </a:ext>
            </a:extLst>
          </p:cNvPr>
          <p:cNvSpPr>
            <a:spLocks xmlns:a="http://schemas.openxmlformats.org/drawingml/2006/main" noGrp="1"/>
          </p:cNvSpPr>
          <p:nvPr/>
        </p:nvSpPr>
        <p:spPr>
          <a:xfrm xmlns:a="http://schemas.openxmlformats.org/drawingml/2006/main">
            <a:off x="10763250" y="6477000"/>
            <a:ext cx="819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60735E"/>
                </a:solidFill>
                <a:latin typeface="Arial"/>
                <a:ea typeface="Arial"/>
                <a:cs typeface="Arial"/>
              </a:defRPr>
            </a:defPPr>
            <a:lvl1pPr>
              <a:defRPr sz="1050" b="0">
                <a:solidFill>
                  <a:srgbClr val="60735E"/>
                </a:solidFill>
                <a:latin typeface="Arial"/>
                <a:ea typeface="Arial"/>
                <a:cs typeface="Arial"/>
              </a:defRPr>
            </a:lvl1pPr>
            <a:lvl2pPr>
              <a:defRPr sz="1050" b="0">
                <a:solidFill>
                  <a:srgbClr val="60735E"/>
                </a:solidFill>
                <a:latin typeface="Arial"/>
                <a:ea typeface="Arial"/>
                <a:cs typeface="Arial"/>
              </a:defRPr>
            </a:lvl2pPr>
            <a:lvl3pPr>
              <a:defRPr sz="1050" b="0">
                <a:solidFill>
                  <a:srgbClr val="60735E"/>
                </a:solidFill>
                <a:latin typeface="Arial"/>
                <a:ea typeface="Arial"/>
                <a:cs typeface="Arial"/>
              </a:defRPr>
            </a:lvl3pPr>
            <a:lvl4pPr>
              <a:defRPr sz="1050" b="0">
                <a:solidFill>
                  <a:srgbClr val="60735E"/>
                </a:solidFill>
                <a:latin typeface="Arial"/>
                <a:ea typeface="Arial"/>
                <a:cs typeface="Arial"/>
              </a:defRPr>
            </a:lvl4pPr>
            <a:lvl5pPr>
              <a:defRPr sz="1050" b="0">
                <a:solidFill>
                  <a:srgbClr val="60735E"/>
                </a:solidFill>
                <a:latin typeface="Arial"/>
                <a:ea typeface="Arial"/>
                <a:cs typeface="Arial"/>
              </a:defRPr>
            </a:lvl5pPr>
            <a:lvl6pPr>
              <a:defRPr sz="1050" b="0">
                <a:solidFill>
                  <a:srgbClr val="60735E"/>
                </a:solidFill>
                <a:latin typeface="Arial"/>
                <a:ea typeface="Arial"/>
                <a:cs typeface="Arial"/>
              </a:defRPr>
            </a:lvl6pPr>
            <a:lvl7pPr>
              <a:defRPr sz="1050" b="0">
                <a:solidFill>
                  <a:srgbClr val="60735E"/>
                </a:solidFill>
                <a:latin typeface="Arial"/>
                <a:ea typeface="Arial"/>
                <a:cs typeface="Arial"/>
              </a:defRPr>
            </a:lvl7pPr>
            <a:lvl8pPr>
              <a:defRPr sz="1050" b="0">
                <a:solidFill>
                  <a:srgbClr val="60735E"/>
                </a:solidFill>
                <a:latin typeface="Arial"/>
                <a:ea typeface="Arial"/>
                <a:cs typeface="Arial"/>
              </a:defRPr>
            </a:lvl8pPr>
            <a:lvl9pPr>
              <a:defRPr sz="1050" b="0">
                <a:solidFill>
                  <a:srgbClr val="60735E"/>
                </a:solidFill>
                <a:latin typeface="Arial"/>
                <a:ea typeface="Arial"/>
                <a:cs typeface="Arial"/>
              </a:defRPr>
            </a:lvl9pPr>
          </a:lstStyle>
          <a:p xmlns:a="http://schemas.openxmlformats.org/drawingml/2006/main">
            <a:pPr>
              <a:defRPr sz="1050" b="0">
                <a:solidFill>
                  <a:srgbClr val="60735E"/>
                </a:solidFill>
                <a:latin typeface="Arial"/>
                <a:ea typeface="Arial"/>
                <a:cs typeface="Arial"/>
              </a:defRPr>
            </a:pPr>
            <a:r>
              <a:rPr sz="1050" b="0">
                <a:solidFill>
                  <a:srgbClr val="60735E"/>
                </a:solidFill>
                <a:latin typeface="Arial"/>
                <a:ea typeface="Arial"/>
                <a:cs typeface="Arial"/>
              </a:rPr>
              <a:t>07 / 18</a:t>
            </a:r>
          </a:p>
        </p:txBody>
      </p:sp>
      <p:sp>
        <p:nvSpPr>
          <p:cNvPr id="5" name="text">
            <a:extLst xmlns:a="http://schemas.openxmlformats.org/drawingml/2006/main">
              <a:ext uri="{FF2B5EF4-FFF2-40B4-BE49-F238E27FC236}">
                <a16:creationId xmlns:a16="http://schemas.microsoft.com/office/drawing/2014/main" id="{42AB9EAF-CB98-4300-8900-2CAB5176147C}"/>
              </a:ext>
            </a:extLst>
          </p:cNvPr>
          <p:cNvSpPr>
            <a:spLocks xmlns:a="http://schemas.openxmlformats.org/drawingml/2006/main" noGrp="1"/>
          </p:cNvSpPr>
          <p:nvPr/>
        </p:nvSpPr>
        <p:spPr>
          <a:xfrm xmlns:a="http://schemas.openxmlformats.org/drawingml/2006/main">
            <a:off x="628650" y="1857375"/>
            <a:ext cx="10934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243B2D"/>
                </a:solidFill>
                <a:latin typeface="Arial"/>
                <a:ea typeface="Arial"/>
                <a:cs typeface="Arial"/>
              </a:defRPr>
            </a:defPPr>
            <a:lvl1pPr>
              <a:defRPr sz="1950" b="1">
                <a:solidFill>
                  <a:srgbClr val="243B2D"/>
                </a:solidFill>
                <a:latin typeface="Arial"/>
                <a:ea typeface="Arial"/>
                <a:cs typeface="Arial"/>
              </a:defRPr>
            </a:lvl1pPr>
            <a:lvl2pPr>
              <a:defRPr sz="1950" b="1">
                <a:solidFill>
                  <a:srgbClr val="243B2D"/>
                </a:solidFill>
                <a:latin typeface="Arial"/>
                <a:ea typeface="Arial"/>
                <a:cs typeface="Arial"/>
              </a:defRPr>
            </a:lvl2pPr>
            <a:lvl3pPr>
              <a:defRPr sz="1950" b="1">
                <a:solidFill>
                  <a:srgbClr val="243B2D"/>
                </a:solidFill>
                <a:latin typeface="Arial"/>
                <a:ea typeface="Arial"/>
                <a:cs typeface="Arial"/>
              </a:defRPr>
            </a:lvl3pPr>
            <a:lvl4pPr>
              <a:defRPr sz="1950" b="1">
                <a:solidFill>
                  <a:srgbClr val="243B2D"/>
                </a:solidFill>
                <a:latin typeface="Arial"/>
                <a:ea typeface="Arial"/>
                <a:cs typeface="Arial"/>
              </a:defRPr>
            </a:lvl4pPr>
            <a:lvl5pPr>
              <a:defRPr sz="1950" b="1">
                <a:solidFill>
                  <a:srgbClr val="243B2D"/>
                </a:solidFill>
                <a:latin typeface="Arial"/>
                <a:ea typeface="Arial"/>
                <a:cs typeface="Arial"/>
              </a:defRPr>
            </a:lvl5pPr>
            <a:lvl6pPr>
              <a:defRPr sz="1950" b="1">
                <a:solidFill>
                  <a:srgbClr val="243B2D"/>
                </a:solidFill>
                <a:latin typeface="Arial"/>
                <a:ea typeface="Arial"/>
                <a:cs typeface="Arial"/>
              </a:defRPr>
            </a:lvl6pPr>
            <a:lvl7pPr>
              <a:defRPr sz="1950" b="1">
                <a:solidFill>
                  <a:srgbClr val="243B2D"/>
                </a:solidFill>
                <a:latin typeface="Arial"/>
                <a:ea typeface="Arial"/>
                <a:cs typeface="Arial"/>
              </a:defRPr>
            </a:lvl7pPr>
            <a:lvl8pPr>
              <a:defRPr sz="1950" b="1">
                <a:solidFill>
                  <a:srgbClr val="243B2D"/>
                </a:solidFill>
                <a:latin typeface="Arial"/>
                <a:ea typeface="Arial"/>
                <a:cs typeface="Arial"/>
              </a:defRPr>
            </a:lvl8pPr>
            <a:lvl9pPr>
              <a:defRPr sz="1950" b="1">
                <a:solidFill>
                  <a:srgbClr val="243B2D"/>
                </a:solidFill>
                <a:latin typeface="Arial"/>
                <a:ea typeface="Arial"/>
                <a:cs typeface="Arial"/>
              </a:defRPr>
            </a:lvl9pPr>
          </a:lstStyle>
          <a:p xmlns:a="http://schemas.openxmlformats.org/drawingml/2006/main">
            <a:pPr>
              <a:defRPr sz="1950" b="1">
                <a:solidFill>
                  <a:srgbClr val="243B2D"/>
                </a:solidFill>
                <a:latin typeface="Arial"/>
                <a:ea typeface="Arial"/>
                <a:cs typeface="Arial"/>
              </a:defRPr>
            </a:pPr>
            <a:r>
              <a:rPr sz="1950" b="1">
                <a:solidFill>
                  <a:srgbClr val="243B2D"/>
                </a:solidFill>
                <a:latin typeface="Arial"/>
                <a:ea typeface="Arial"/>
                <a:cs typeface="Arial"/>
              </a:rPr>
              <a:t>Starting register</a:t>
            </a:r>
          </a:p>
        </p:txBody>
      </p:sp>
      <p:sp>
        <p:nvSpPr>
          <p:cNvPr id="6" name="text">
            <a:extLst xmlns:a="http://schemas.openxmlformats.org/drawingml/2006/main">
              <a:ext uri="{FF2B5EF4-FFF2-40B4-BE49-F238E27FC236}">
                <a16:creationId xmlns:a16="http://schemas.microsoft.com/office/drawing/2014/main" id="{9A88987D-9B56-4025-BE73-D5465482D479}"/>
              </a:ext>
            </a:extLst>
          </p:cNvPr>
          <p:cNvSpPr>
            <a:spLocks xmlns:a="http://schemas.openxmlformats.org/drawingml/2006/main" noGrp="1"/>
          </p:cNvSpPr>
          <p:nvPr/>
        </p:nvSpPr>
        <p:spPr>
          <a:xfrm xmlns:a="http://schemas.openxmlformats.org/drawingml/2006/main">
            <a:off x="628650" y="2238375"/>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60735E"/>
                </a:solidFill>
                <a:latin typeface="Arial"/>
                <a:ea typeface="Arial"/>
                <a:cs typeface="Arial"/>
              </a:defRPr>
            </a:defPPr>
            <a:lvl1pPr>
              <a:defRPr sz="1725" b="0">
                <a:solidFill>
                  <a:srgbClr val="60735E"/>
                </a:solidFill>
                <a:latin typeface="Arial"/>
                <a:ea typeface="Arial"/>
                <a:cs typeface="Arial"/>
              </a:defRPr>
            </a:lvl1pPr>
            <a:lvl2pPr>
              <a:defRPr sz="1725" b="0">
                <a:solidFill>
                  <a:srgbClr val="60735E"/>
                </a:solidFill>
                <a:latin typeface="Arial"/>
                <a:ea typeface="Arial"/>
                <a:cs typeface="Arial"/>
              </a:defRPr>
            </a:lvl2pPr>
            <a:lvl3pPr>
              <a:defRPr sz="1725" b="0">
                <a:solidFill>
                  <a:srgbClr val="60735E"/>
                </a:solidFill>
                <a:latin typeface="Arial"/>
                <a:ea typeface="Arial"/>
                <a:cs typeface="Arial"/>
              </a:defRPr>
            </a:lvl3pPr>
            <a:lvl4pPr>
              <a:defRPr sz="1725" b="0">
                <a:solidFill>
                  <a:srgbClr val="60735E"/>
                </a:solidFill>
                <a:latin typeface="Arial"/>
                <a:ea typeface="Arial"/>
                <a:cs typeface="Arial"/>
              </a:defRPr>
            </a:lvl4pPr>
            <a:lvl5pPr>
              <a:defRPr sz="1725" b="0">
                <a:solidFill>
                  <a:srgbClr val="60735E"/>
                </a:solidFill>
                <a:latin typeface="Arial"/>
                <a:ea typeface="Arial"/>
                <a:cs typeface="Arial"/>
              </a:defRPr>
            </a:lvl5pPr>
            <a:lvl6pPr>
              <a:defRPr sz="1725" b="0">
                <a:solidFill>
                  <a:srgbClr val="60735E"/>
                </a:solidFill>
                <a:latin typeface="Arial"/>
                <a:ea typeface="Arial"/>
                <a:cs typeface="Arial"/>
              </a:defRPr>
            </a:lvl6pPr>
            <a:lvl7pPr>
              <a:defRPr sz="1725" b="0">
                <a:solidFill>
                  <a:srgbClr val="60735E"/>
                </a:solidFill>
                <a:latin typeface="Arial"/>
                <a:ea typeface="Arial"/>
                <a:cs typeface="Arial"/>
              </a:defRPr>
            </a:lvl7pPr>
            <a:lvl8pPr>
              <a:defRPr sz="1725" b="0">
                <a:solidFill>
                  <a:srgbClr val="60735E"/>
                </a:solidFill>
                <a:latin typeface="Arial"/>
                <a:ea typeface="Arial"/>
                <a:cs typeface="Arial"/>
              </a:defRPr>
            </a:lvl8pPr>
            <a:lvl9pPr>
              <a:defRPr sz="1725" b="0">
                <a:solidFill>
                  <a:srgbClr val="60735E"/>
                </a:solidFill>
                <a:latin typeface="Arial"/>
                <a:ea typeface="Arial"/>
                <a:cs typeface="Arial"/>
              </a:defRPr>
            </a:lvl9pPr>
          </a:lstStyle>
          <a:p xmlns:a="http://schemas.openxmlformats.org/drawingml/2006/main">
            <a:pPr>
              <a:defRPr sz="1725" b="0">
                <a:solidFill>
                  <a:srgbClr val="60735E"/>
                </a:solidFill>
                <a:latin typeface="Arial"/>
                <a:ea typeface="Arial"/>
                <a:cs typeface="Arial"/>
              </a:defRPr>
            </a:pPr>
            <a:r>
              <a:rPr sz="1725" b="0">
                <a:solidFill>
                  <a:srgbClr val="60735E"/>
                </a:solidFill>
                <a:latin typeface="Arial"/>
                <a:ea typeface="Arial"/>
                <a:cs typeface="Arial"/>
              </a:rPr>
              <a:t>Complaint, student, room, category and staff details repeat in a single register.</a:t>
            </a:r>
          </a:p>
        </p:txBody>
      </p:sp>
      <p:sp>
        <p:nvSpPr>
          <p:cNvPr id="7" name="text">
            <a:extLst xmlns:a="http://schemas.openxmlformats.org/drawingml/2006/main">
              <a:ext uri="{FF2B5EF4-FFF2-40B4-BE49-F238E27FC236}">
                <a16:creationId xmlns:a16="http://schemas.microsoft.com/office/drawing/2014/main" id="{AAD03411-1486-4EA0-AF3C-1A7261FAA9FC}"/>
              </a:ext>
            </a:extLst>
          </p:cNvPr>
          <p:cNvSpPr>
            <a:spLocks xmlns:a="http://schemas.openxmlformats.org/drawingml/2006/main" noGrp="1"/>
          </p:cNvSpPr>
          <p:nvPr/>
        </p:nvSpPr>
        <p:spPr>
          <a:xfrm xmlns:a="http://schemas.openxmlformats.org/drawingml/2006/main">
            <a:off x="628650" y="2876550"/>
            <a:ext cx="10934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243B2D"/>
                </a:solidFill>
                <a:latin typeface="Arial"/>
                <a:ea typeface="Arial"/>
                <a:cs typeface="Arial"/>
              </a:defRPr>
            </a:defPPr>
            <a:lvl1pPr>
              <a:defRPr sz="1950" b="1">
                <a:solidFill>
                  <a:srgbClr val="243B2D"/>
                </a:solidFill>
                <a:latin typeface="Arial"/>
                <a:ea typeface="Arial"/>
                <a:cs typeface="Arial"/>
              </a:defRPr>
            </a:lvl1pPr>
            <a:lvl2pPr>
              <a:defRPr sz="1950" b="1">
                <a:solidFill>
                  <a:srgbClr val="243B2D"/>
                </a:solidFill>
                <a:latin typeface="Arial"/>
                <a:ea typeface="Arial"/>
                <a:cs typeface="Arial"/>
              </a:defRPr>
            </a:lvl2pPr>
            <a:lvl3pPr>
              <a:defRPr sz="1950" b="1">
                <a:solidFill>
                  <a:srgbClr val="243B2D"/>
                </a:solidFill>
                <a:latin typeface="Arial"/>
                <a:ea typeface="Arial"/>
                <a:cs typeface="Arial"/>
              </a:defRPr>
            </a:lvl3pPr>
            <a:lvl4pPr>
              <a:defRPr sz="1950" b="1">
                <a:solidFill>
                  <a:srgbClr val="243B2D"/>
                </a:solidFill>
                <a:latin typeface="Arial"/>
                <a:ea typeface="Arial"/>
                <a:cs typeface="Arial"/>
              </a:defRPr>
            </a:lvl4pPr>
            <a:lvl5pPr>
              <a:defRPr sz="1950" b="1">
                <a:solidFill>
                  <a:srgbClr val="243B2D"/>
                </a:solidFill>
                <a:latin typeface="Arial"/>
                <a:ea typeface="Arial"/>
                <a:cs typeface="Arial"/>
              </a:defRPr>
            </a:lvl5pPr>
            <a:lvl6pPr>
              <a:defRPr sz="1950" b="1">
                <a:solidFill>
                  <a:srgbClr val="243B2D"/>
                </a:solidFill>
                <a:latin typeface="Arial"/>
                <a:ea typeface="Arial"/>
                <a:cs typeface="Arial"/>
              </a:defRPr>
            </a:lvl6pPr>
            <a:lvl7pPr>
              <a:defRPr sz="1950" b="1">
                <a:solidFill>
                  <a:srgbClr val="243B2D"/>
                </a:solidFill>
                <a:latin typeface="Arial"/>
                <a:ea typeface="Arial"/>
                <a:cs typeface="Arial"/>
              </a:defRPr>
            </a:lvl7pPr>
            <a:lvl8pPr>
              <a:defRPr sz="1950" b="1">
                <a:solidFill>
                  <a:srgbClr val="243B2D"/>
                </a:solidFill>
                <a:latin typeface="Arial"/>
                <a:ea typeface="Arial"/>
                <a:cs typeface="Arial"/>
              </a:defRPr>
            </a:lvl8pPr>
            <a:lvl9pPr>
              <a:defRPr sz="1950" b="1">
                <a:solidFill>
                  <a:srgbClr val="243B2D"/>
                </a:solidFill>
                <a:latin typeface="Arial"/>
                <a:ea typeface="Arial"/>
                <a:cs typeface="Arial"/>
              </a:defRPr>
            </a:lvl9pPr>
          </a:lstStyle>
          <a:p xmlns:a="http://schemas.openxmlformats.org/drawingml/2006/main">
            <a:pPr>
              <a:defRPr sz="1950" b="1">
                <a:solidFill>
                  <a:srgbClr val="243B2D"/>
                </a:solidFill>
                <a:latin typeface="Arial"/>
                <a:ea typeface="Arial"/>
                <a:cs typeface="Arial"/>
              </a:defRPr>
            </a:pPr>
            <a:r>
              <a:rPr sz="1950" b="1">
                <a:solidFill>
                  <a:srgbClr val="243B2D"/>
                </a:solidFill>
                <a:latin typeface="Arial"/>
                <a:ea typeface="Arial"/>
                <a:cs typeface="Arial"/>
              </a:rPr>
              <a:t>1NF: atomic values</a:t>
            </a:r>
          </a:p>
        </p:txBody>
      </p:sp>
      <p:sp>
        <p:nvSpPr>
          <p:cNvPr id="8" name="text">
            <a:extLst xmlns:a="http://schemas.openxmlformats.org/drawingml/2006/main">
              <a:ext uri="{FF2B5EF4-FFF2-40B4-BE49-F238E27FC236}">
                <a16:creationId xmlns:a16="http://schemas.microsoft.com/office/drawing/2014/main" id="{A1C8E15A-002E-4539-94BC-45F1554141E8}"/>
              </a:ext>
            </a:extLst>
          </p:cNvPr>
          <p:cNvSpPr>
            <a:spLocks xmlns:a="http://schemas.openxmlformats.org/drawingml/2006/main" noGrp="1"/>
          </p:cNvSpPr>
          <p:nvPr/>
        </p:nvSpPr>
        <p:spPr>
          <a:xfrm xmlns:a="http://schemas.openxmlformats.org/drawingml/2006/main">
            <a:off x="628650" y="3257550"/>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60735E"/>
                </a:solidFill>
                <a:latin typeface="Arial"/>
                <a:ea typeface="Arial"/>
                <a:cs typeface="Arial"/>
              </a:defRPr>
            </a:defPPr>
            <a:lvl1pPr>
              <a:defRPr sz="1725" b="0">
                <a:solidFill>
                  <a:srgbClr val="60735E"/>
                </a:solidFill>
                <a:latin typeface="Arial"/>
                <a:ea typeface="Arial"/>
                <a:cs typeface="Arial"/>
              </a:defRPr>
            </a:lvl1pPr>
            <a:lvl2pPr>
              <a:defRPr sz="1725" b="0">
                <a:solidFill>
                  <a:srgbClr val="60735E"/>
                </a:solidFill>
                <a:latin typeface="Arial"/>
                <a:ea typeface="Arial"/>
                <a:cs typeface="Arial"/>
              </a:defRPr>
            </a:lvl2pPr>
            <a:lvl3pPr>
              <a:defRPr sz="1725" b="0">
                <a:solidFill>
                  <a:srgbClr val="60735E"/>
                </a:solidFill>
                <a:latin typeface="Arial"/>
                <a:ea typeface="Arial"/>
                <a:cs typeface="Arial"/>
              </a:defRPr>
            </a:lvl3pPr>
            <a:lvl4pPr>
              <a:defRPr sz="1725" b="0">
                <a:solidFill>
                  <a:srgbClr val="60735E"/>
                </a:solidFill>
                <a:latin typeface="Arial"/>
                <a:ea typeface="Arial"/>
                <a:cs typeface="Arial"/>
              </a:defRPr>
            </a:lvl4pPr>
            <a:lvl5pPr>
              <a:defRPr sz="1725" b="0">
                <a:solidFill>
                  <a:srgbClr val="60735E"/>
                </a:solidFill>
                <a:latin typeface="Arial"/>
                <a:ea typeface="Arial"/>
                <a:cs typeface="Arial"/>
              </a:defRPr>
            </a:lvl5pPr>
            <a:lvl6pPr>
              <a:defRPr sz="1725" b="0">
                <a:solidFill>
                  <a:srgbClr val="60735E"/>
                </a:solidFill>
                <a:latin typeface="Arial"/>
                <a:ea typeface="Arial"/>
                <a:cs typeface="Arial"/>
              </a:defRPr>
            </a:lvl6pPr>
            <a:lvl7pPr>
              <a:defRPr sz="1725" b="0">
                <a:solidFill>
                  <a:srgbClr val="60735E"/>
                </a:solidFill>
                <a:latin typeface="Arial"/>
                <a:ea typeface="Arial"/>
                <a:cs typeface="Arial"/>
              </a:defRPr>
            </a:lvl7pPr>
            <a:lvl8pPr>
              <a:defRPr sz="1725" b="0">
                <a:solidFill>
                  <a:srgbClr val="60735E"/>
                </a:solidFill>
                <a:latin typeface="Arial"/>
                <a:ea typeface="Arial"/>
                <a:cs typeface="Arial"/>
              </a:defRPr>
            </a:lvl8pPr>
            <a:lvl9pPr>
              <a:defRPr sz="1725" b="0">
                <a:solidFill>
                  <a:srgbClr val="60735E"/>
                </a:solidFill>
                <a:latin typeface="Arial"/>
                <a:ea typeface="Arial"/>
                <a:cs typeface="Arial"/>
              </a:defRPr>
            </a:lvl9pPr>
          </a:lstStyle>
          <a:p xmlns:a="http://schemas.openxmlformats.org/drawingml/2006/main">
            <a:pPr>
              <a:defRPr sz="1725" b="0">
                <a:solidFill>
                  <a:srgbClr val="60735E"/>
                </a:solidFill>
                <a:latin typeface="Arial"/>
                <a:ea typeface="Arial"/>
                <a:cs typeface="Arial"/>
              </a:defRPr>
            </a:pPr>
            <a:r>
              <a:rPr sz="1725" b="0">
                <a:solidFill>
                  <a:srgbClr val="60735E"/>
                </a:solidFill>
                <a:latin typeface="Arial"/>
                <a:ea typeface="Arial"/>
                <a:cs typeface="Arial"/>
              </a:rPr>
              <a:t>Move the phone list into USER_PHONE. Keep one phone number in each row.</a:t>
            </a:r>
          </a:p>
        </p:txBody>
      </p:sp>
      <p:sp>
        <p:nvSpPr>
          <p:cNvPr id="9" name="text">
            <a:extLst xmlns:a="http://schemas.openxmlformats.org/drawingml/2006/main">
              <a:ext uri="{FF2B5EF4-FFF2-40B4-BE49-F238E27FC236}">
                <a16:creationId xmlns:a16="http://schemas.microsoft.com/office/drawing/2014/main" id="{59B93961-F6EB-49FF-8A3A-8C20077E52A9}"/>
              </a:ext>
            </a:extLst>
          </p:cNvPr>
          <p:cNvSpPr>
            <a:spLocks xmlns:a="http://schemas.openxmlformats.org/drawingml/2006/main" noGrp="1"/>
          </p:cNvSpPr>
          <p:nvPr/>
        </p:nvSpPr>
        <p:spPr>
          <a:xfrm xmlns:a="http://schemas.openxmlformats.org/drawingml/2006/main">
            <a:off x="628650" y="3895725"/>
            <a:ext cx="10934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243B2D"/>
                </a:solidFill>
                <a:latin typeface="Arial"/>
                <a:ea typeface="Arial"/>
                <a:cs typeface="Arial"/>
              </a:defRPr>
            </a:defPPr>
            <a:lvl1pPr>
              <a:defRPr sz="1950" b="1">
                <a:solidFill>
                  <a:srgbClr val="243B2D"/>
                </a:solidFill>
                <a:latin typeface="Arial"/>
                <a:ea typeface="Arial"/>
                <a:cs typeface="Arial"/>
              </a:defRPr>
            </a:lvl1pPr>
            <a:lvl2pPr>
              <a:defRPr sz="1950" b="1">
                <a:solidFill>
                  <a:srgbClr val="243B2D"/>
                </a:solidFill>
                <a:latin typeface="Arial"/>
                <a:ea typeface="Arial"/>
                <a:cs typeface="Arial"/>
              </a:defRPr>
            </a:lvl2pPr>
            <a:lvl3pPr>
              <a:defRPr sz="1950" b="1">
                <a:solidFill>
                  <a:srgbClr val="243B2D"/>
                </a:solidFill>
                <a:latin typeface="Arial"/>
                <a:ea typeface="Arial"/>
                <a:cs typeface="Arial"/>
              </a:defRPr>
            </a:lvl3pPr>
            <a:lvl4pPr>
              <a:defRPr sz="1950" b="1">
                <a:solidFill>
                  <a:srgbClr val="243B2D"/>
                </a:solidFill>
                <a:latin typeface="Arial"/>
                <a:ea typeface="Arial"/>
                <a:cs typeface="Arial"/>
              </a:defRPr>
            </a:lvl4pPr>
            <a:lvl5pPr>
              <a:defRPr sz="1950" b="1">
                <a:solidFill>
                  <a:srgbClr val="243B2D"/>
                </a:solidFill>
                <a:latin typeface="Arial"/>
                <a:ea typeface="Arial"/>
                <a:cs typeface="Arial"/>
              </a:defRPr>
            </a:lvl5pPr>
            <a:lvl6pPr>
              <a:defRPr sz="1950" b="1">
                <a:solidFill>
                  <a:srgbClr val="243B2D"/>
                </a:solidFill>
                <a:latin typeface="Arial"/>
                <a:ea typeface="Arial"/>
                <a:cs typeface="Arial"/>
              </a:defRPr>
            </a:lvl6pPr>
            <a:lvl7pPr>
              <a:defRPr sz="1950" b="1">
                <a:solidFill>
                  <a:srgbClr val="243B2D"/>
                </a:solidFill>
                <a:latin typeface="Arial"/>
                <a:ea typeface="Arial"/>
                <a:cs typeface="Arial"/>
              </a:defRPr>
            </a:lvl7pPr>
            <a:lvl8pPr>
              <a:defRPr sz="1950" b="1">
                <a:solidFill>
                  <a:srgbClr val="243B2D"/>
                </a:solidFill>
                <a:latin typeface="Arial"/>
                <a:ea typeface="Arial"/>
                <a:cs typeface="Arial"/>
              </a:defRPr>
            </a:lvl8pPr>
            <a:lvl9pPr>
              <a:defRPr sz="1950" b="1">
                <a:solidFill>
                  <a:srgbClr val="243B2D"/>
                </a:solidFill>
                <a:latin typeface="Arial"/>
                <a:ea typeface="Arial"/>
                <a:cs typeface="Arial"/>
              </a:defRPr>
            </a:lvl9pPr>
          </a:lstStyle>
          <a:p xmlns:a="http://schemas.openxmlformats.org/drawingml/2006/main">
            <a:pPr>
              <a:defRPr sz="1950" b="1">
                <a:solidFill>
                  <a:srgbClr val="243B2D"/>
                </a:solidFill>
                <a:latin typeface="Arial"/>
                <a:ea typeface="Arial"/>
                <a:cs typeface="Arial"/>
              </a:defRPr>
            </a:pPr>
            <a:r>
              <a:rPr sz="1950" b="1">
                <a:solidFill>
                  <a:srgbClr val="243B2D"/>
                </a:solidFill>
                <a:latin typeface="Arial"/>
                <a:ea typeface="Arial"/>
                <a:cs typeface="Arial"/>
              </a:rPr>
              <a:t>2NF: complete key dependence</a:t>
            </a:r>
          </a:p>
        </p:txBody>
      </p:sp>
      <p:sp>
        <p:nvSpPr>
          <p:cNvPr id="10" name="text">
            <a:extLst xmlns:a="http://schemas.openxmlformats.org/drawingml/2006/main">
              <a:ext uri="{FF2B5EF4-FFF2-40B4-BE49-F238E27FC236}">
                <a16:creationId xmlns:a16="http://schemas.microsoft.com/office/drawing/2014/main" id="{5DB4D188-E53C-4966-A44C-4624A46642D3}"/>
              </a:ext>
            </a:extLst>
          </p:cNvPr>
          <p:cNvSpPr>
            <a:spLocks xmlns:a="http://schemas.openxmlformats.org/drawingml/2006/main" noGrp="1"/>
          </p:cNvSpPr>
          <p:nvPr/>
        </p:nvSpPr>
        <p:spPr>
          <a:xfrm xmlns:a="http://schemas.openxmlformats.org/drawingml/2006/main">
            <a:off x="628650" y="4276725"/>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60735E"/>
                </a:solidFill>
                <a:latin typeface="Arial"/>
                <a:ea typeface="Arial"/>
                <a:cs typeface="Arial"/>
              </a:defRPr>
            </a:defPPr>
            <a:lvl1pPr>
              <a:defRPr sz="1725" b="0">
                <a:solidFill>
                  <a:srgbClr val="60735E"/>
                </a:solidFill>
                <a:latin typeface="Arial"/>
                <a:ea typeface="Arial"/>
                <a:cs typeface="Arial"/>
              </a:defRPr>
            </a:lvl1pPr>
            <a:lvl2pPr>
              <a:defRPr sz="1725" b="0">
                <a:solidFill>
                  <a:srgbClr val="60735E"/>
                </a:solidFill>
                <a:latin typeface="Arial"/>
                <a:ea typeface="Arial"/>
                <a:cs typeface="Arial"/>
              </a:defRPr>
            </a:lvl2pPr>
            <a:lvl3pPr>
              <a:defRPr sz="1725" b="0">
                <a:solidFill>
                  <a:srgbClr val="60735E"/>
                </a:solidFill>
                <a:latin typeface="Arial"/>
                <a:ea typeface="Arial"/>
                <a:cs typeface="Arial"/>
              </a:defRPr>
            </a:lvl3pPr>
            <a:lvl4pPr>
              <a:defRPr sz="1725" b="0">
                <a:solidFill>
                  <a:srgbClr val="60735E"/>
                </a:solidFill>
                <a:latin typeface="Arial"/>
                <a:ea typeface="Arial"/>
                <a:cs typeface="Arial"/>
              </a:defRPr>
            </a:lvl4pPr>
            <a:lvl5pPr>
              <a:defRPr sz="1725" b="0">
                <a:solidFill>
                  <a:srgbClr val="60735E"/>
                </a:solidFill>
                <a:latin typeface="Arial"/>
                <a:ea typeface="Arial"/>
                <a:cs typeface="Arial"/>
              </a:defRPr>
            </a:lvl5pPr>
            <a:lvl6pPr>
              <a:defRPr sz="1725" b="0">
                <a:solidFill>
                  <a:srgbClr val="60735E"/>
                </a:solidFill>
                <a:latin typeface="Arial"/>
                <a:ea typeface="Arial"/>
                <a:cs typeface="Arial"/>
              </a:defRPr>
            </a:lvl6pPr>
            <a:lvl7pPr>
              <a:defRPr sz="1725" b="0">
                <a:solidFill>
                  <a:srgbClr val="60735E"/>
                </a:solidFill>
                <a:latin typeface="Arial"/>
                <a:ea typeface="Arial"/>
                <a:cs typeface="Arial"/>
              </a:defRPr>
            </a:lvl7pPr>
            <a:lvl8pPr>
              <a:defRPr sz="1725" b="0">
                <a:solidFill>
                  <a:srgbClr val="60735E"/>
                </a:solidFill>
                <a:latin typeface="Arial"/>
                <a:ea typeface="Arial"/>
                <a:cs typeface="Arial"/>
              </a:defRPr>
            </a:lvl8pPr>
            <a:lvl9pPr>
              <a:defRPr sz="1725" b="0">
                <a:solidFill>
                  <a:srgbClr val="60735E"/>
                </a:solidFill>
                <a:latin typeface="Arial"/>
                <a:ea typeface="Arial"/>
                <a:cs typeface="Arial"/>
              </a:defRPr>
            </a:lvl9pPr>
          </a:lstStyle>
          <a:p xmlns:a="http://schemas.openxmlformats.org/drawingml/2006/main">
            <a:pPr>
              <a:defRPr sz="1725" b="0">
                <a:solidFill>
                  <a:srgbClr val="60735E"/>
                </a:solidFill>
                <a:latin typeface="Arial"/>
                <a:ea typeface="Arial"/>
                <a:cs typeface="Arial"/>
              </a:defRPr>
            </a:pPr>
            <a:r>
              <a:rPr sz="1725" b="0">
                <a:solidFill>
                  <a:srgbClr val="60735E"/>
                </a:solidFill>
                <a:latin typeface="Arial"/>
                <a:ea typeface="Arial"/>
                <a:cs typeface="Arial"/>
              </a:rPr>
              <a:t>Keep shared person details in USERS, rather than repeating them with composite phone keys.</a:t>
            </a:r>
          </a:p>
        </p:txBody>
      </p:sp>
      <p:sp>
        <p:nvSpPr>
          <p:cNvPr id="11" name="text">
            <a:extLst xmlns:a="http://schemas.openxmlformats.org/drawingml/2006/main">
              <a:ext uri="{FF2B5EF4-FFF2-40B4-BE49-F238E27FC236}">
                <a16:creationId xmlns:a16="http://schemas.microsoft.com/office/drawing/2014/main" id="{07A8A570-2765-4BA5-867B-61B0F0EF0992}"/>
              </a:ext>
            </a:extLst>
          </p:cNvPr>
          <p:cNvSpPr>
            <a:spLocks xmlns:a="http://schemas.openxmlformats.org/drawingml/2006/main" noGrp="1"/>
          </p:cNvSpPr>
          <p:nvPr/>
        </p:nvSpPr>
        <p:spPr>
          <a:xfrm xmlns:a="http://schemas.openxmlformats.org/drawingml/2006/main">
            <a:off x="628650" y="4914900"/>
            <a:ext cx="10934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243B2D"/>
                </a:solidFill>
                <a:latin typeface="Arial"/>
                <a:ea typeface="Arial"/>
                <a:cs typeface="Arial"/>
              </a:defRPr>
            </a:defPPr>
            <a:lvl1pPr>
              <a:defRPr sz="1950" b="1">
                <a:solidFill>
                  <a:srgbClr val="243B2D"/>
                </a:solidFill>
                <a:latin typeface="Arial"/>
                <a:ea typeface="Arial"/>
                <a:cs typeface="Arial"/>
              </a:defRPr>
            </a:lvl1pPr>
            <a:lvl2pPr>
              <a:defRPr sz="1950" b="1">
                <a:solidFill>
                  <a:srgbClr val="243B2D"/>
                </a:solidFill>
                <a:latin typeface="Arial"/>
                <a:ea typeface="Arial"/>
                <a:cs typeface="Arial"/>
              </a:defRPr>
            </a:lvl2pPr>
            <a:lvl3pPr>
              <a:defRPr sz="1950" b="1">
                <a:solidFill>
                  <a:srgbClr val="243B2D"/>
                </a:solidFill>
                <a:latin typeface="Arial"/>
                <a:ea typeface="Arial"/>
                <a:cs typeface="Arial"/>
              </a:defRPr>
            </a:lvl3pPr>
            <a:lvl4pPr>
              <a:defRPr sz="1950" b="1">
                <a:solidFill>
                  <a:srgbClr val="243B2D"/>
                </a:solidFill>
                <a:latin typeface="Arial"/>
                <a:ea typeface="Arial"/>
                <a:cs typeface="Arial"/>
              </a:defRPr>
            </a:lvl4pPr>
            <a:lvl5pPr>
              <a:defRPr sz="1950" b="1">
                <a:solidFill>
                  <a:srgbClr val="243B2D"/>
                </a:solidFill>
                <a:latin typeface="Arial"/>
                <a:ea typeface="Arial"/>
                <a:cs typeface="Arial"/>
              </a:defRPr>
            </a:lvl5pPr>
            <a:lvl6pPr>
              <a:defRPr sz="1950" b="1">
                <a:solidFill>
                  <a:srgbClr val="243B2D"/>
                </a:solidFill>
                <a:latin typeface="Arial"/>
                <a:ea typeface="Arial"/>
                <a:cs typeface="Arial"/>
              </a:defRPr>
            </a:lvl6pPr>
            <a:lvl7pPr>
              <a:defRPr sz="1950" b="1">
                <a:solidFill>
                  <a:srgbClr val="243B2D"/>
                </a:solidFill>
                <a:latin typeface="Arial"/>
                <a:ea typeface="Arial"/>
                <a:cs typeface="Arial"/>
              </a:defRPr>
            </a:lvl7pPr>
            <a:lvl8pPr>
              <a:defRPr sz="1950" b="1">
                <a:solidFill>
                  <a:srgbClr val="243B2D"/>
                </a:solidFill>
                <a:latin typeface="Arial"/>
                <a:ea typeface="Arial"/>
                <a:cs typeface="Arial"/>
              </a:defRPr>
            </a:lvl8pPr>
            <a:lvl9pPr>
              <a:defRPr sz="1950" b="1">
                <a:solidFill>
                  <a:srgbClr val="243B2D"/>
                </a:solidFill>
                <a:latin typeface="Arial"/>
                <a:ea typeface="Arial"/>
                <a:cs typeface="Arial"/>
              </a:defRPr>
            </a:lvl9pPr>
          </a:lstStyle>
          <a:p xmlns:a="http://schemas.openxmlformats.org/drawingml/2006/main">
            <a:pPr>
              <a:defRPr sz="1950" b="1">
                <a:solidFill>
                  <a:srgbClr val="243B2D"/>
                </a:solidFill>
                <a:latin typeface="Arial"/>
                <a:ea typeface="Arial"/>
                <a:cs typeface="Arial"/>
              </a:defRPr>
            </a:pPr>
            <a:r>
              <a:rPr sz="1950" b="1">
                <a:solidFill>
                  <a:srgbClr val="243B2D"/>
                </a:solidFill>
                <a:latin typeface="Arial"/>
                <a:ea typeface="Arial"/>
                <a:cs typeface="Arial"/>
              </a:rPr>
              <a:t>3NF: remove transitive dependencies</a:t>
            </a:r>
          </a:p>
        </p:txBody>
      </p:sp>
      <p:sp>
        <p:nvSpPr>
          <p:cNvPr id="12" name="text">
            <a:extLst xmlns:a="http://schemas.openxmlformats.org/drawingml/2006/main">
              <a:ext uri="{FF2B5EF4-FFF2-40B4-BE49-F238E27FC236}">
                <a16:creationId xmlns:a16="http://schemas.microsoft.com/office/drawing/2014/main" id="{2B068A04-324B-40B2-B352-ABDA08F1BA1C}"/>
              </a:ext>
            </a:extLst>
          </p:cNvPr>
          <p:cNvSpPr>
            <a:spLocks xmlns:a="http://schemas.openxmlformats.org/drawingml/2006/main" noGrp="1"/>
          </p:cNvSpPr>
          <p:nvPr/>
        </p:nvSpPr>
        <p:spPr>
          <a:xfrm xmlns:a="http://schemas.openxmlformats.org/drawingml/2006/main">
            <a:off x="628650" y="5295900"/>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60735E"/>
                </a:solidFill>
                <a:latin typeface="Arial"/>
                <a:ea typeface="Arial"/>
                <a:cs typeface="Arial"/>
              </a:defRPr>
            </a:defPPr>
            <a:lvl1pPr>
              <a:defRPr sz="1725" b="0">
                <a:solidFill>
                  <a:srgbClr val="60735E"/>
                </a:solidFill>
                <a:latin typeface="Arial"/>
                <a:ea typeface="Arial"/>
                <a:cs typeface="Arial"/>
              </a:defRPr>
            </a:lvl1pPr>
            <a:lvl2pPr>
              <a:defRPr sz="1725" b="0">
                <a:solidFill>
                  <a:srgbClr val="60735E"/>
                </a:solidFill>
                <a:latin typeface="Arial"/>
                <a:ea typeface="Arial"/>
                <a:cs typeface="Arial"/>
              </a:defRPr>
            </a:lvl2pPr>
            <a:lvl3pPr>
              <a:defRPr sz="1725" b="0">
                <a:solidFill>
                  <a:srgbClr val="60735E"/>
                </a:solidFill>
                <a:latin typeface="Arial"/>
                <a:ea typeface="Arial"/>
                <a:cs typeface="Arial"/>
              </a:defRPr>
            </a:lvl3pPr>
            <a:lvl4pPr>
              <a:defRPr sz="1725" b="0">
                <a:solidFill>
                  <a:srgbClr val="60735E"/>
                </a:solidFill>
                <a:latin typeface="Arial"/>
                <a:ea typeface="Arial"/>
                <a:cs typeface="Arial"/>
              </a:defRPr>
            </a:lvl4pPr>
            <a:lvl5pPr>
              <a:defRPr sz="1725" b="0">
                <a:solidFill>
                  <a:srgbClr val="60735E"/>
                </a:solidFill>
                <a:latin typeface="Arial"/>
                <a:ea typeface="Arial"/>
                <a:cs typeface="Arial"/>
              </a:defRPr>
            </a:lvl5pPr>
            <a:lvl6pPr>
              <a:defRPr sz="1725" b="0">
                <a:solidFill>
                  <a:srgbClr val="60735E"/>
                </a:solidFill>
                <a:latin typeface="Arial"/>
                <a:ea typeface="Arial"/>
                <a:cs typeface="Arial"/>
              </a:defRPr>
            </a:lvl6pPr>
            <a:lvl7pPr>
              <a:defRPr sz="1725" b="0">
                <a:solidFill>
                  <a:srgbClr val="60735E"/>
                </a:solidFill>
                <a:latin typeface="Arial"/>
                <a:ea typeface="Arial"/>
                <a:cs typeface="Arial"/>
              </a:defRPr>
            </a:lvl7pPr>
            <a:lvl8pPr>
              <a:defRPr sz="1725" b="0">
                <a:solidFill>
                  <a:srgbClr val="60735E"/>
                </a:solidFill>
                <a:latin typeface="Arial"/>
                <a:ea typeface="Arial"/>
                <a:cs typeface="Arial"/>
              </a:defRPr>
            </a:lvl8pPr>
            <a:lvl9pPr>
              <a:defRPr sz="1725" b="0">
                <a:solidFill>
                  <a:srgbClr val="60735E"/>
                </a:solidFill>
                <a:latin typeface="Arial"/>
                <a:ea typeface="Arial"/>
                <a:cs typeface="Arial"/>
              </a:defRPr>
            </a:lvl9pPr>
          </a:lstStyle>
          <a:p xmlns:a="http://schemas.openxmlformats.org/drawingml/2006/main">
            <a:pPr>
              <a:defRPr sz="1725" b="0">
                <a:solidFill>
                  <a:srgbClr val="60735E"/>
                </a:solidFill>
                <a:latin typeface="Arial"/>
                <a:ea typeface="Arial"/>
                <a:cs typeface="Arial"/>
              </a:defRPr>
            </a:pPr>
            <a:r>
              <a:rPr sz="1725" b="0">
                <a:solidFill>
                  <a:srgbClr val="60735E"/>
                </a:solidFill>
                <a:latin typeface="Arial"/>
                <a:ea typeface="Arial"/>
                <a:cs typeface="Arial"/>
              </a:rPr>
              <a:t>Store room capacity and fee in ROOM_TYPE, and service targets in COMPLAINT_CATEGORY.</a:t>
            </a:r>
          </a:p>
        </p:txBody>
      </p:sp>
    </p:spTree>
    <p:extLst>
      <p:ext uri="{BB962C8B-B14F-4D97-AF65-F5344CB8AC3E}">
        <p14:creationId xmlns:p14="http://schemas.microsoft.com/office/powerpoint/2010/main" val="1501814254"/>
      </p:ext>
    </p:extLst>
  </p:cSld>
</p:sld>
</file>

<file path=ppt/slides/slide8.xml><?xml version="1.0" encoding="utf-8"?>
<p:sld xmlns:p="http://schemas.openxmlformats.org/presentationml/2006/main">
  <p:cSld>
    <p:bg>
      <p:bgPr>
        <a:solidFill xmlns:a="http://schemas.openxmlformats.org/drawingml/2006/main">
          <a:srgbClr val="FAFBF7"/>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286C19F8-9603-4811-B4FC-E2DEBBF254E6}"/>
              </a:ext>
            </a:extLst>
          </p:cNvPr>
          <p:cNvSpPr>
            <a:spLocks xmlns:a="http://schemas.openxmlformats.org/drawingml/2006/main" noGrp="1"/>
          </p:cNvSpPr>
          <p:nvPr/>
        </p:nvSpPr>
        <p:spPr>
          <a:xfrm xmlns:a="http://schemas.openxmlformats.org/drawingml/2006/main">
            <a:off x="609600" y="4572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F4D3B"/>
                </a:solidFill>
                <a:latin typeface="Arial"/>
                <a:ea typeface="Arial"/>
                <a:cs typeface="Arial"/>
              </a:defRPr>
            </a:defPPr>
            <a:lvl1pPr>
              <a:defRPr sz="3000" b="1">
                <a:solidFill>
                  <a:srgbClr val="1F4D3B"/>
                </a:solidFill>
                <a:latin typeface="Arial"/>
                <a:ea typeface="Arial"/>
                <a:cs typeface="Arial"/>
              </a:defRPr>
            </a:lvl1pPr>
            <a:lvl2pPr>
              <a:defRPr sz="3000" b="1">
                <a:solidFill>
                  <a:srgbClr val="1F4D3B"/>
                </a:solidFill>
                <a:latin typeface="Arial"/>
                <a:ea typeface="Arial"/>
                <a:cs typeface="Arial"/>
              </a:defRPr>
            </a:lvl2pPr>
            <a:lvl3pPr>
              <a:defRPr sz="3000" b="1">
                <a:solidFill>
                  <a:srgbClr val="1F4D3B"/>
                </a:solidFill>
                <a:latin typeface="Arial"/>
                <a:ea typeface="Arial"/>
                <a:cs typeface="Arial"/>
              </a:defRPr>
            </a:lvl3pPr>
            <a:lvl4pPr>
              <a:defRPr sz="3000" b="1">
                <a:solidFill>
                  <a:srgbClr val="1F4D3B"/>
                </a:solidFill>
                <a:latin typeface="Arial"/>
                <a:ea typeface="Arial"/>
                <a:cs typeface="Arial"/>
              </a:defRPr>
            </a:lvl4pPr>
            <a:lvl5pPr>
              <a:defRPr sz="3000" b="1">
                <a:solidFill>
                  <a:srgbClr val="1F4D3B"/>
                </a:solidFill>
                <a:latin typeface="Arial"/>
                <a:ea typeface="Arial"/>
                <a:cs typeface="Arial"/>
              </a:defRPr>
            </a:lvl5pPr>
            <a:lvl6pPr>
              <a:defRPr sz="3000" b="1">
                <a:solidFill>
                  <a:srgbClr val="1F4D3B"/>
                </a:solidFill>
                <a:latin typeface="Arial"/>
                <a:ea typeface="Arial"/>
                <a:cs typeface="Arial"/>
              </a:defRPr>
            </a:lvl6pPr>
            <a:lvl7pPr>
              <a:defRPr sz="3000" b="1">
                <a:solidFill>
                  <a:srgbClr val="1F4D3B"/>
                </a:solidFill>
                <a:latin typeface="Arial"/>
                <a:ea typeface="Arial"/>
                <a:cs typeface="Arial"/>
              </a:defRPr>
            </a:lvl7pPr>
            <a:lvl8pPr>
              <a:defRPr sz="3000" b="1">
                <a:solidFill>
                  <a:srgbClr val="1F4D3B"/>
                </a:solidFill>
                <a:latin typeface="Arial"/>
                <a:ea typeface="Arial"/>
                <a:cs typeface="Arial"/>
              </a:defRPr>
            </a:lvl8pPr>
            <a:lvl9pPr>
              <a:defRPr sz="3000" b="1">
                <a:solidFill>
                  <a:srgbClr val="1F4D3B"/>
                </a:solidFill>
                <a:latin typeface="Arial"/>
                <a:ea typeface="Arial"/>
                <a:cs typeface="Arial"/>
              </a:defRPr>
            </a:lvl9pPr>
          </a:lstStyle>
          <a:p xmlns:a="http://schemas.openxmlformats.org/drawingml/2006/main">
            <a:pPr>
              <a:defRPr sz="3000" b="1">
                <a:solidFill>
                  <a:srgbClr val="1F4D3B"/>
                </a:solidFill>
                <a:latin typeface="Arial"/>
                <a:ea typeface="Arial"/>
                <a:cs typeface="Arial"/>
              </a:defRPr>
            </a:pPr>
            <a:r>
              <a:rPr sz="3000" b="1">
                <a:solidFill>
                  <a:srgbClr val="1F4D3B"/>
                </a:solidFill>
                <a:latin typeface="Arial"/>
                <a:ea typeface="Arial"/>
                <a:cs typeface="Arial"/>
              </a:rPr>
              <a:t>Database Design and Table Creation (DDL)</a:t>
            </a:r>
          </a:p>
        </p:txBody>
      </p:sp>
      <p:sp>
        <p:nvSpPr>
          <p:cNvPr id="3" name="footer">
            <a:extLst xmlns:a="http://schemas.openxmlformats.org/drawingml/2006/main">
              <a:ext uri="{FF2B5EF4-FFF2-40B4-BE49-F238E27FC236}">
                <a16:creationId xmlns:a16="http://schemas.microsoft.com/office/drawing/2014/main" id="{31B7E239-53CB-46DE-AB8F-CD278C8C1562}"/>
              </a:ext>
            </a:extLst>
          </p:cNvPr>
          <p:cNvSpPr>
            <a:spLocks xmlns:a="http://schemas.openxmlformats.org/drawingml/2006/main" noGrp="1"/>
          </p:cNvSpPr>
          <p:nvPr/>
        </p:nvSpPr>
        <p:spPr>
          <a:xfrm xmlns:a="http://schemas.openxmlformats.org/drawingml/2006/main">
            <a:off x="609600" y="6477000"/>
            <a:ext cx="428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60735E"/>
                </a:solidFill>
                <a:latin typeface="Arial"/>
                <a:ea typeface="Arial"/>
                <a:cs typeface="Arial"/>
              </a:defRPr>
            </a:defPPr>
            <a:lvl1pPr>
              <a:defRPr sz="1050" b="0">
                <a:solidFill>
                  <a:srgbClr val="60735E"/>
                </a:solidFill>
                <a:latin typeface="Arial"/>
                <a:ea typeface="Arial"/>
                <a:cs typeface="Arial"/>
              </a:defRPr>
            </a:lvl1pPr>
            <a:lvl2pPr>
              <a:defRPr sz="1050" b="0">
                <a:solidFill>
                  <a:srgbClr val="60735E"/>
                </a:solidFill>
                <a:latin typeface="Arial"/>
                <a:ea typeface="Arial"/>
                <a:cs typeface="Arial"/>
              </a:defRPr>
            </a:lvl2pPr>
            <a:lvl3pPr>
              <a:defRPr sz="1050" b="0">
                <a:solidFill>
                  <a:srgbClr val="60735E"/>
                </a:solidFill>
                <a:latin typeface="Arial"/>
                <a:ea typeface="Arial"/>
                <a:cs typeface="Arial"/>
              </a:defRPr>
            </a:lvl3pPr>
            <a:lvl4pPr>
              <a:defRPr sz="1050" b="0">
                <a:solidFill>
                  <a:srgbClr val="60735E"/>
                </a:solidFill>
                <a:latin typeface="Arial"/>
                <a:ea typeface="Arial"/>
                <a:cs typeface="Arial"/>
              </a:defRPr>
            </a:lvl4pPr>
            <a:lvl5pPr>
              <a:defRPr sz="1050" b="0">
                <a:solidFill>
                  <a:srgbClr val="60735E"/>
                </a:solidFill>
                <a:latin typeface="Arial"/>
                <a:ea typeface="Arial"/>
                <a:cs typeface="Arial"/>
              </a:defRPr>
            </a:lvl5pPr>
            <a:lvl6pPr>
              <a:defRPr sz="1050" b="0">
                <a:solidFill>
                  <a:srgbClr val="60735E"/>
                </a:solidFill>
                <a:latin typeface="Arial"/>
                <a:ea typeface="Arial"/>
                <a:cs typeface="Arial"/>
              </a:defRPr>
            </a:lvl6pPr>
            <a:lvl7pPr>
              <a:defRPr sz="1050" b="0">
                <a:solidFill>
                  <a:srgbClr val="60735E"/>
                </a:solidFill>
                <a:latin typeface="Arial"/>
                <a:ea typeface="Arial"/>
                <a:cs typeface="Arial"/>
              </a:defRPr>
            </a:lvl7pPr>
            <a:lvl8pPr>
              <a:defRPr sz="1050" b="0">
                <a:solidFill>
                  <a:srgbClr val="60735E"/>
                </a:solidFill>
                <a:latin typeface="Arial"/>
                <a:ea typeface="Arial"/>
                <a:cs typeface="Arial"/>
              </a:defRPr>
            </a:lvl8pPr>
            <a:lvl9pPr>
              <a:defRPr sz="1050" b="0">
                <a:solidFill>
                  <a:srgbClr val="60735E"/>
                </a:solidFill>
                <a:latin typeface="Arial"/>
                <a:ea typeface="Arial"/>
                <a:cs typeface="Arial"/>
              </a:defRPr>
            </a:lvl9pPr>
          </a:lstStyle>
          <a:p xmlns:a="http://schemas.openxmlformats.org/drawingml/2006/main">
            <a:pPr>
              <a:defRPr sz="1050" b="0">
                <a:solidFill>
                  <a:srgbClr val="60735E"/>
                </a:solidFill>
                <a:latin typeface="Arial"/>
                <a:ea typeface="Arial"/>
                <a:cs typeface="Arial"/>
              </a:defRPr>
            </a:pPr>
            <a:r>
              <a:rPr sz="1050" b="0">
                <a:solidFill>
                  <a:srgbClr val="60735E"/>
                </a:solidFill>
                <a:latin typeface="Arial"/>
                <a:ea typeface="Arial"/>
                <a:cs typeface="Arial"/>
              </a:rPr>
              <a:t>HRCMS / HAVEN</a:t>
            </a:r>
          </a:p>
        </p:txBody>
      </p:sp>
      <p:sp>
        <p:nvSpPr>
          <p:cNvPr id="4" name="page-number">
            <a:extLst xmlns:a="http://schemas.openxmlformats.org/drawingml/2006/main">
              <a:ext uri="{FF2B5EF4-FFF2-40B4-BE49-F238E27FC236}">
                <a16:creationId xmlns:a16="http://schemas.microsoft.com/office/drawing/2014/main" id="{49F7122E-7687-442B-BDFE-3CBB32C407D7}"/>
              </a:ext>
            </a:extLst>
          </p:cNvPr>
          <p:cNvSpPr>
            <a:spLocks xmlns:a="http://schemas.openxmlformats.org/drawingml/2006/main" noGrp="1"/>
          </p:cNvSpPr>
          <p:nvPr/>
        </p:nvSpPr>
        <p:spPr>
          <a:xfrm xmlns:a="http://schemas.openxmlformats.org/drawingml/2006/main">
            <a:off x="10763250" y="6477000"/>
            <a:ext cx="819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60735E"/>
                </a:solidFill>
                <a:latin typeface="Arial"/>
                <a:ea typeface="Arial"/>
                <a:cs typeface="Arial"/>
              </a:defRPr>
            </a:defPPr>
            <a:lvl1pPr>
              <a:defRPr sz="1050" b="0">
                <a:solidFill>
                  <a:srgbClr val="60735E"/>
                </a:solidFill>
                <a:latin typeface="Arial"/>
                <a:ea typeface="Arial"/>
                <a:cs typeface="Arial"/>
              </a:defRPr>
            </a:lvl1pPr>
            <a:lvl2pPr>
              <a:defRPr sz="1050" b="0">
                <a:solidFill>
                  <a:srgbClr val="60735E"/>
                </a:solidFill>
                <a:latin typeface="Arial"/>
                <a:ea typeface="Arial"/>
                <a:cs typeface="Arial"/>
              </a:defRPr>
            </a:lvl2pPr>
            <a:lvl3pPr>
              <a:defRPr sz="1050" b="0">
                <a:solidFill>
                  <a:srgbClr val="60735E"/>
                </a:solidFill>
                <a:latin typeface="Arial"/>
                <a:ea typeface="Arial"/>
                <a:cs typeface="Arial"/>
              </a:defRPr>
            </a:lvl3pPr>
            <a:lvl4pPr>
              <a:defRPr sz="1050" b="0">
                <a:solidFill>
                  <a:srgbClr val="60735E"/>
                </a:solidFill>
                <a:latin typeface="Arial"/>
                <a:ea typeface="Arial"/>
                <a:cs typeface="Arial"/>
              </a:defRPr>
            </a:lvl4pPr>
            <a:lvl5pPr>
              <a:defRPr sz="1050" b="0">
                <a:solidFill>
                  <a:srgbClr val="60735E"/>
                </a:solidFill>
                <a:latin typeface="Arial"/>
                <a:ea typeface="Arial"/>
                <a:cs typeface="Arial"/>
              </a:defRPr>
            </a:lvl5pPr>
            <a:lvl6pPr>
              <a:defRPr sz="1050" b="0">
                <a:solidFill>
                  <a:srgbClr val="60735E"/>
                </a:solidFill>
                <a:latin typeface="Arial"/>
                <a:ea typeface="Arial"/>
                <a:cs typeface="Arial"/>
              </a:defRPr>
            </a:lvl6pPr>
            <a:lvl7pPr>
              <a:defRPr sz="1050" b="0">
                <a:solidFill>
                  <a:srgbClr val="60735E"/>
                </a:solidFill>
                <a:latin typeface="Arial"/>
                <a:ea typeface="Arial"/>
                <a:cs typeface="Arial"/>
              </a:defRPr>
            </a:lvl7pPr>
            <a:lvl8pPr>
              <a:defRPr sz="1050" b="0">
                <a:solidFill>
                  <a:srgbClr val="60735E"/>
                </a:solidFill>
                <a:latin typeface="Arial"/>
                <a:ea typeface="Arial"/>
                <a:cs typeface="Arial"/>
              </a:defRPr>
            </a:lvl8pPr>
            <a:lvl9pPr>
              <a:defRPr sz="1050" b="0">
                <a:solidFill>
                  <a:srgbClr val="60735E"/>
                </a:solidFill>
                <a:latin typeface="Arial"/>
                <a:ea typeface="Arial"/>
                <a:cs typeface="Arial"/>
              </a:defRPr>
            </a:lvl9pPr>
          </a:lstStyle>
          <a:p xmlns:a="http://schemas.openxmlformats.org/drawingml/2006/main">
            <a:pPr>
              <a:defRPr sz="1050" b="0">
                <a:solidFill>
                  <a:srgbClr val="60735E"/>
                </a:solidFill>
                <a:latin typeface="Arial"/>
                <a:ea typeface="Arial"/>
                <a:cs typeface="Arial"/>
              </a:defRPr>
            </a:pPr>
            <a:r>
              <a:rPr sz="1050" b="0">
                <a:solidFill>
                  <a:srgbClr val="60735E"/>
                </a:solidFill>
                <a:latin typeface="Arial"/>
                <a:ea typeface="Arial"/>
                <a:cs typeface="Arial"/>
              </a:rPr>
              <a:t>08 / 18</a:t>
            </a:r>
          </a:p>
        </p:txBody>
      </p:sp>
      <p:graphicFrame>
        <p:nvGraphicFramePr>
          <p:cNvPr id="5" name="">
            <a:extLst xmlns:a="http://schemas.openxmlformats.org/drawingml/2006/main">
              <a:ext uri="{FF2B5EF4-FFF2-40B4-BE49-F238E27FC236}">
                <a16:creationId xmlns:a16="http://schemas.microsoft.com/office/drawing/2014/main" id="{45BBD5B4-FA8D-4F9E-A8F8-663C0471D714}"/>
              </a:ext>
            </a:extLst>
          </p:cNvPr>
          <p:cNvGraphicFramePr/>
          <p:nvPr/>
        </p:nvGraphicFramePr>
        <p:xfrm>
          <a:off xmlns:a="http://schemas.openxmlformats.org/drawingml/2006/main" x="609600" y="1790700"/>
          <a:ext xmlns:a="http://schemas.openxmlformats.org/drawingml/2006/main" cx="10972800" cy="4229100"/>
        </p:xfrm>
        <a:graphic xmlns:a="http://schemas.openxmlformats.org/drawingml/2006/main">
          <a:graphicData uri="http://schemas.openxmlformats.org/drawingml/2006/table">
            <a:tbl>
              <a:tblPr/>
              <a:tblGrid>
                <a:gridCol w="2857500"/>
                <a:gridCol w="4191000"/>
                <a:gridCol w="3924300"/>
              </a:tblGrid>
              <a:tr h="457200">
                <a:tc>
                  <a:txBody>
                    <a:bodyPr lIns="114300" tIns="114300" rIns="114300" bIns="114300"/>
                    <a:lstStyle/>
                    <a:p>
                      <a:r>
                        <a:rPr sz="1575" b="1">
                          <a:solidFill>
                            <a:srgbClr val="FFFFFF"/>
                          </a:solidFill>
                          <a:latin typeface="Arial"/>
                          <a:ea typeface="Arial"/>
                          <a:cs typeface="Arial"/>
                        </a:rPr>
                        <a:t>Mechanism</a:t>
                      </a:r>
                    </a:p>
                  </a:txBody>
                  <a:tcPr marL="91440" marR="91440" marT="45720" marB="45720" anchor="ctr">
                    <a:lnL w="9525">
                      <a:solidFill>
                        <a:srgbClr val="DDE5D7"/>
                      </a:solidFill>
                      <a:prstDash val="solid"/>
                    </a:lnL>
                    <a:lnR w="9525">
                      <a:solidFill>
                        <a:srgbClr val="DDE5D7"/>
                      </a:solidFill>
                      <a:prstDash val="solid"/>
                    </a:lnR>
                    <a:lnT w="9525">
                      <a:solidFill>
                        <a:srgbClr val="DDE5D7"/>
                      </a:solidFill>
                      <a:prstDash val="solid"/>
                    </a:lnT>
                    <a:lnB w="9525">
                      <a:solidFill>
                        <a:srgbClr val="DDE5D7"/>
                      </a:solidFill>
                      <a:prstDash val="solid"/>
                    </a:lnB>
                    <a:solidFill>
                      <a:srgbClr val="1F4D3B"/>
                    </a:solidFill>
                  </a:tcPr>
                </a:tc>
                <a:tc>
                  <a:txBody>
                    <a:bodyPr lIns="114300" tIns="114300" rIns="114300" bIns="114300"/>
                    <a:lstStyle/>
                    <a:p>
                      <a:r>
                        <a:rPr sz="1575" b="1">
                          <a:solidFill>
                            <a:srgbClr val="FFFFFF"/>
                          </a:solidFill>
                          <a:latin typeface="Arial"/>
                          <a:ea typeface="Arial"/>
                          <a:cs typeface="Arial"/>
                        </a:rPr>
                        <a:t>Example</a:t>
                      </a:r>
                    </a:p>
                  </a:txBody>
                  <a:tcPr marL="91440" marR="91440" marT="45720" marB="45720" anchor="ctr">
                    <a:lnR w="9525">
                      <a:solidFill>
                        <a:srgbClr val="DDE5D7"/>
                      </a:solidFill>
                      <a:prstDash val="solid"/>
                    </a:lnR>
                    <a:lnT w="9525">
                      <a:solidFill>
                        <a:srgbClr val="DDE5D7"/>
                      </a:solidFill>
                      <a:prstDash val="solid"/>
                    </a:lnT>
                    <a:lnB w="9525">
                      <a:solidFill>
                        <a:srgbClr val="DDE5D7"/>
                      </a:solidFill>
                      <a:prstDash val="solid"/>
                    </a:lnB>
                    <a:solidFill>
                      <a:srgbClr val="1F4D3B"/>
                    </a:solidFill>
                  </a:tcPr>
                </a:tc>
                <a:tc>
                  <a:txBody>
                    <a:bodyPr lIns="114300" tIns="114300" rIns="114300" bIns="114300"/>
                    <a:lstStyle/>
                    <a:p>
                      <a:r>
                        <a:rPr sz="1575" b="1">
                          <a:solidFill>
                            <a:srgbClr val="FFFFFF"/>
                          </a:solidFill>
                          <a:latin typeface="Arial"/>
                          <a:ea typeface="Arial"/>
                          <a:cs typeface="Arial"/>
                        </a:rPr>
                        <a:t>Purpose</a:t>
                      </a:r>
                    </a:p>
                  </a:txBody>
                  <a:tcPr marL="91440" marR="91440" marT="45720" marB="45720" anchor="ctr">
                    <a:lnR w="9525">
                      <a:solidFill>
                        <a:srgbClr val="DDE5D7"/>
                      </a:solidFill>
                      <a:prstDash val="solid"/>
                    </a:lnR>
                    <a:lnT w="9525">
                      <a:solidFill>
                        <a:srgbClr val="DDE5D7"/>
                      </a:solidFill>
                      <a:prstDash val="solid"/>
                    </a:lnT>
                    <a:lnB w="9525">
                      <a:solidFill>
                        <a:srgbClr val="DDE5D7"/>
                      </a:solidFill>
                      <a:prstDash val="solid"/>
                    </a:lnB>
                    <a:solidFill>
                      <a:srgbClr val="1F4D3B"/>
                    </a:solidFill>
                  </a:tcPr>
                </a:tc>
              </a:tr>
              <a:tr h="628650">
                <a:tc>
                  <a:txBody>
                    <a:bodyPr lIns="114300" tIns="114300" rIns="114300" bIns="114300"/>
                    <a:lstStyle/>
                    <a:p>
                      <a:r>
                        <a:rPr sz="1650" b="0">
                          <a:solidFill>
                            <a:srgbClr val="243B2D"/>
                          </a:solidFill>
                          <a:latin typeface="Arial"/>
                          <a:ea typeface="Arial"/>
                          <a:cs typeface="Arial"/>
                        </a:rPr>
                        <a:t>Primary and foreign keys</a:t>
                      </a:r>
                    </a:p>
                  </a:txBody>
                  <a:tcPr marL="91440" marR="91440" marT="45720" marB="45720" anchor="ctr">
                    <a:lnL w="9525">
                      <a:solidFill>
                        <a:srgbClr val="DDE5D7"/>
                      </a:solidFill>
                      <a:prstDash val="solid"/>
                    </a:lnL>
                    <a:lnR w="9525">
                      <a:solidFill>
                        <a:srgbClr val="DDE5D7"/>
                      </a:solidFill>
                      <a:prstDash val="solid"/>
                    </a:lnR>
                    <a:lnB w="9525">
                      <a:solidFill>
                        <a:srgbClr val="DDE5D7"/>
                      </a:solidFill>
                      <a:prstDash val="solid"/>
                    </a:lnB>
                    <a:solidFill>
                      <a:srgbClr val="FFFFFF"/>
                    </a:solidFill>
                  </a:tcPr>
                </a:tc>
                <a:tc>
                  <a:txBody>
                    <a:bodyPr lIns="114300" tIns="114300" rIns="114300" bIns="114300"/>
                    <a:lstStyle/>
                    <a:p>
                      <a:r>
                        <a:rPr sz="1650" b="0">
                          <a:solidFill>
                            <a:srgbClr val="243B2D"/>
                          </a:solidFill>
                          <a:latin typeface="Arial"/>
                          <a:ea typeface="Arial"/>
                          <a:cs typeface="Arial"/>
                        </a:rPr>
                        <a:t>13 table keys and 18 references</a:t>
                      </a:r>
                    </a:p>
                  </a:txBody>
                  <a:tcPr marL="91440" marR="91440" marT="45720" marB="45720" anchor="ctr">
                    <a:lnR w="9525">
                      <a:solidFill>
                        <a:srgbClr val="DDE5D7"/>
                      </a:solidFill>
                      <a:prstDash val="solid"/>
                    </a:lnR>
                    <a:lnB w="9525">
                      <a:solidFill>
                        <a:srgbClr val="DDE5D7"/>
                      </a:solidFill>
                      <a:prstDash val="solid"/>
                    </a:lnB>
                    <a:solidFill>
                      <a:srgbClr val="FFFFFF"/>
                    </a:solidFill>
                  </a:tcPr>
                </a:tc>
                <a:tc>
                  <a:txBody>
                    <a:bodyPr lIns="114300" tIns="114300" rIns="114300" bIns="114300"/>
                    <a:lstStyle/>
                    <a:p>
                      <a:r>
                        <a:rPr sz="1650" b="0">
                          <a:solidFill>
                            <a:srgbClr val="243B2D"/>
                          </a:solidFill>
                          <a:latin typeface="Arial"/>
                          <a:ea typeface="Arial"/>
                          <a:cs typeface="Arial"/>
                        </a:rPr>
                        <a:t>Identity and referential integrity</a:t>
                      </a:r>
                    </a:p>
                  </a:txBody>
                  <a:tcPr marL="91440" marR="91440" marT="45720" marB="45720" anchor="ctr">
                    <a:lnR w="9525">
                      <a:solidFill>
                        <a:srgbClr val="DDE5D7"/>
                      </a:solidFill>
                      <a:prstDash val="solid"/>
                    </a:lnR>
                    <a:lnB w="9525">
                      <a:solidFill>
                        <a:srgbClr val="DDE5D7"/>
                      </a:solidFill>
                      <a:prstDash val="solid"/>
                    </a:lnB>
                    <a:solidFill>
                      <a:srgbClr val="FFFFFF"/>
                    </a:solidFill>
                  </a:tcPr>
                </a:tc>
              </a:tr>
              <a:tr h="628650">
                <a:tc>
                  <a:txBody>
                    <a:bodyPr lIns="114300" tIns="114300" rIns="114300" bIns="114300"/>
                    <a:lstStyle/>
                    <a:p>
                      <a:r>
                        <a:rPr sz="1650" b="0">
                          <a:solidFill>
                            <a:srgbClr val="243B2D"/>
                          </a:solidFill>
                          <a:latin typeface="Arial"/>
                          <a:ea typeface="Arial"/>
                          <a:cs typeface="Arial"/>
                        </a:rPr>
                        <a:t>Natural unique keys</a:t>
                      </a:r>
                    </a:p>
                  </a:txBody>
                  <a:tcPr marL="91440" marR="91440" marT="45720" marB="45720" anchor="ctr">
                    <a:lnL w="9525">
                      <a:solidFill>
                        <a:srgbClr val="DDE5D7"/>
                      </a:solidFill>
                      <a:prstDash val="solid"/>
                    </a:lnL>
                    <a:lnR w="9525">
                      <a:solidFill>
                        <a:srgbClr val="DDE5D7"/>
                      </a:solidFill>
                      <a:prstDash val="solid"/>
                    </a:lnR>
                    <a:lnB w="9525">
                      <a:solidFill>
                        <a:srgbClr val="DDE5D7"/>
                      </a:solidFill>
                      <a:prstDash val="solid"/>
                    </a:lnB>
                    <a:solidFill>
                      <a:srgbClr val="F0F4E9"/>
                    </a:solidFill>
                  </a:tcPr>
                </a:tc>
                <a:tc>
                  <a:txBody>
                    <a:bodyPr lIns="114300" tIns="114300" rIns="114300" bIns="114300"/>
                    <a:lstStyle/>
                    <a:p>
                      <a:r>
                        <a:rPr sz="1650" b="0">
                          <a:solidFill>
                            <a:srgbClr val="243B2D"/>
                          </a:solidFill>
                          <a:latin typeface="Arial"/>
                          <a:ea typeface="Arial"/>
                          <a:cs typeface="Arial"/>
                        </a:rPr>
                        <a:t>email, reg_no, block_name, room identity</a:t>
                      </a:r>
                    </a:p>
                  </a:txBody>
                  <a:tcPr marL="91440" marR="91440" marT="45720" marB="45720" anchor="ctr">
                    <a:lnR w="9525">
                      <a:solidFill>
                        <a:srgbClr val="DDE5D7"/>
                      </a:solidFill>
                      <a:prstDash val="solid"/>
                    </a:lnR>
                    <a:lnB w="9525">
                      <a:solidFill>
                        <a:srgbClr val="DDE5D7"/>
                      </a:solidFill>
                      <a:prstDash val="solid"/>
                    </a:lnB>
                    <a:solidFill>
                      <a:srgbClr val="F0F4E9"/>
                    </a:solidFill>
                  </a:tcPr>
                </a:tc>
                <a:tc>
                  <a:txBody>
                    <a:bodyPr lIns="114300" tIns="114300" rIns="114300" bIns="114300"/>
                    <a:lstStyle/>
                    <a:p>
                      <a:r>
                        <a:rPr sz="1650" b="0">
                          <a:solidFill>
                            <a:srgbClr val="243B2D"/>
                          </a:solidFill>
                          <a:latin typeface="Arial"/>
                          <a:ea typeface="Arial"/>
                          <a:cs typeface="Arial"/>
                        </a:rPr>
                        <a:t>Reject duplicate identities</a:t>
                      </a:r>
                    </a:p>
                  </a:txBody>
                  <a:tcPr marL="91440" marR="91440" marT="45720" marB="45720" anchor="ctr">
                    <a:lnR w="9525">
                      <a:solidFill>
                        <a:srgbClr val="DDE5D7"/>
                      </a:solidFill>
                      <a:prstDash val="solid"/>
                    </a:lnR>
                    <a:lnB w="9525">
                      <a:solidFill>
                        <a:srgbClr val="DDE5D7"/>
                      </a:solidFill>
                      <a:prstDash val="solid"/>
                    </a:lnB>
                    <a:solidFill>
                      <a:srgbClr val="F0F4E9"/>
                    </a:solidFill>
                  </a:tcPr>
                </a:tc>
              </a:tr>
              <a:tr h="628650">
                <a:tc>
                  <a:txBody>
                    <a:bodyPr lIns="114300" tIns="114300" rIns="114300" bIns="114300"/>
                    <a:lstStyle/>
                    <a:p>
                      <a:r>
                        <a:rPr sz="1650" b="0">
                          <a:solidFill>
                            <a:srgbClr val="243B2D"/>
                          </a:solidFill>
                          <a:latin typeface="Arial"/>
                          <a:ea typeface="Arial"/>
                          <a:cs typeface="Arial"/>
                        </a:rPr>
                        <a:t>Generated unique key</a:t>
                      </a:r>
                    </a:p>
                  </a:txBody>
                  <a:tcPr marL="91440" marR="91440" marT="45720" marB="45720" anchor="ctr">
                    <a:lnL w="9525">
                      <a:solidFill>
                        <a:srgbClr val="DDE5D7"/>
                      </a:solidFill>
                      <a:prstDash val="solid"/>
                    </a:lnL>
                    <a:lnR w="9525">
                      <a:solidFill>
                        <a:srgbClr val="DDE5D7"/>
                      </a:solidFill>
                      <a:prstDash val="solid"/>
                    </a:lnR>
                    <a:lnB w="9525">
                      <a:solidFill>
                        <a:srgbClr val="DDE5D7"/>
                      </a:solidFill>
                      <a:prstDash val="solid"/>
                    </a:lnB>
                    <a:solidFill>
                      <a:srgbClr val="FFFFFF"/>
                    </a:solidFill>
                  </a:tcPr>
                </a:tc>
                <a:tc>
                  <a:txBody>
                    <a:bodyPr lIns="114300" tIns="114300" rIns="114300" bIns="114300"/>
                    <a:lstStyle/>
                    <a:p>
                      <a:r>
                        <a:rPr sz="1650" b="0">
                          <a:solidFill>
                            <a:srgbClr val="243B2D"/>
                          </a:solidFill>
                          <a:latin typeface="Arial"/>
                          <a:ea typeface="Arial"/>
                          <a:cs typeface="Arial"/>
                        </a:rPr>
                        <a:t>(student_id, active_flag)</a:t>
                      </a:r>
                    </a:p>
                  </a:txBody>
                  <a:tcPr marL="91440" marR="91440" marT="45720" marB="45720" anchor="ctr">
                    <a:lnR w="9525">
                      <a:solidFill>
                        <a:srgbClr val="DDE5D7"/>
                      </a:solidFill>
                      <a:prstDash val="solid"/>
                    </a:lnR>
                    <a:lnB w="9525">
                      <a:solidFill>
                        <a:srgbClr val="DDE5D7"/>
                      </a:solidFill>
                      <a:prstDash val="solid"/>
                    </a:lnB>
                    <a:solidFill>
                      <a:srgbClr val="FFFFFF"/>
                    </a:solidFill>
                  </a:tcPr>
                </a:tc>
                <a:tc>
                  <a:txBody>
                    <a:bodyPr lIns="114300" tIns="114300" rIns="114300" bIns="114300"/>
                    <a:lstStyle/>
                    <a:p>
                      <a:r>
                        <a:rPr sz="1650" b="0">
                          <a:solidFill>
                            <a:srgbClr val="243B2D"/>
                          </a:solidFill>
                          <a:latin typeface="Arial"/>
                          <a:ea typeface="Arial"/>
                          <a:cs typeface="Arial"/>
                        </a:rPr>
                        <a:t>At most one active room per student</a:t>
                      </a:r>
                    </a:p>
                  </a:txBody>
                  <a:tcPr marL="91440" marR="91440" marT="45720" marB="45720" anchor="ctr">
                    <a:lnR w="9525">
                      <a:solidFill>
                        <a:srgbClr val="DDE5D7"/>
                      </a:solidFill>
                      <a:prstDash val="solid"/>
                    </a:lnR>
                    <a:lnB w="9525">
                      <a:solidFill>
                        <a:srgbClr val="DDE5D7"/>
                      </a:solidFill>
                      <a:prstDash val="solid"/>
                    </a:lnB>
                    <a:solidFill>
                      <a:srgbClr val="FFFFFF"/>
                    </a:solidFill>
                  </a:tcPr>
                </a:tc>
              </a:tr>
              <a:tr h="628650">
                <a:tc>
                  <a:txBody>
                    <a:bodyPr lIns="114300" tIns="114300" rIns="114300" bIns="114300"/>
                    <a:lstStyle/>
                    <a:p>
                      <a:r>
                        <a:rPr sz="1650" b="0">
                          <a:solidFill>
                            <a:srgbClr val="243B2D"/>
                          </a:solidFill>
                          <a:latin typeface="Arial"/>
                          <a:ea typeface="Arial"/>
                          <a:cs typeface="Arial"/>
                        </a:rPr>
                        <a:t>CHECK constraints</a:t>
                      </a:r>
                    </a:p>
                  </a:txBody>
                  <a:tcPr marL="91440" marR="91440" marT="45720" marB="45720" anchor="ctr">
                    <a:lnL w="9525">
                      <a:solidFill>
                        <a:srgbClr val="DDE5D7"/>
                      </a:solidFill>
                      <a:prstDash val="solid"/>
                    </a:lnL>
                    <a:lnR w="9525">
                      <a:solidFill>
                        <a:srgbClr val="DDE5D7"/>
                      </a:solidFill>
                      <a:prstDash val="solid"/>
                    </a:lnR>
                    <a:lnB w="9525">
                      <a:solidFill>
                        <a:srgbClr val="DDE5D7"/>
                      </a:solidFill>
                      <a:prstDash val="solid"/>
                    </a:lnB>
                    <a:solidFill>
                      <a:srgbClr val="F0F4E9"/>
                    </a:solidFill>
                  </a:tcPr>
                </a:tc>
                <a:tc>
                  <a:txBody>
                    <a:bodyPr lIns="114300" tIns="114300" rIns="114300" bIns="114300"/>
                    <a:lstStyle/>
                    <a:p>
                      <a:r>
                        <a:rPr sz="1650" b="0">
                          <a:solidFill>
                            <a:srgbClr val="243B2D"/>
                          </a:solidFill>
                          <a:latin typeface="Arial"/>
                          <a:ea typeface="Arial"/>
                          <a:cs typeface="Arial"/>
                        </a:rPr>
                        <a:t>rating 1–5, capacity 1–6, valid dates</a:t>
                      </a:r>
                    </a:p>
                  </a:txBody>
                  <a:tcPr marL="91440" marR="91440" marT="45720" marB="45720" anchor="ctr">
                    <a:lnR w="9525">
                      <a:solidFill>
                        <a:srgbClr val="DDE5D7"/>
                      </a:solidFill>
                      <a:prstDash val="solid"/>
                    </a:lnR>
                    <a:lnB w="9525">
                      <a:solidFill>
                        <a:srgbClr val="DDE5D7"/>
                      </a:solidFill>
                      <a:prstDash val="solid"/>
                    </a:lnB>
                    <a:solidFill>
                      <a:srgbClr val="F0F4E9"/>
                    </a:solidFill>
                  </a:tcPr>
                </a:tc>
                <a:tc>
                  <a:txBody>
                    <a:bodyPr lIns="114300" tIns="114300" rIns="114300" bIns="114300"/>
                    <a:lstStyle/>
                    <a:p>
                      <a:r>
                        <a:rPr sz="1650" b="0">
                          <a:solidFill>
                            <a:srgbClr val="243B2D"/>
                          </a:solidFill>
                          <a:latin typeface="Arial"/>
                          <a:ea typeface="Arial"/>
                          <a:cs typeface="Arial"/>
                        </a:rPr>
                        <a:t>Reject invalid values</a:t>
                      </a:r>
                    </a:p>
                  </a:txBody>
                  <a:tcPr marL="91440" marR="91440" marT="45720" marB="45720" anchor="ctr">
                    <a:lnR w="9525">
                      <a:solidFill>
                        <a:srgbClr val="DDE5D7"/>
                      </a:solidFill>
                      <a:prstDash val="solid"/>
                    </a:lnR>
                    <a:lnB w="9525">
                      <a:solidFill>
                        <a:srgbClr val="DDE5D7"/>
                      </a:solidFill>
                      <a:prstDash val="solid"/>
                    </a:lnB>
                    <a:solidFill>
                      <a:srgbClr val="F0F4E9"/>
                    </a:solidFill>
                  </a:tcPr>
                </a:tc>
              </a:tr>
              <a:tr h="628650">
                <a:tc>
                  <a:txBody>
                    <a:bodyPr lIns="114300" tIns="114300" rIns="114300" bIns="114300"/>
                    <a:lstStyle/>
                    <a:p>
                      <a:r>
                        <a:rPr sz="1650" b="0">
                          <a:solidFill>
                            <a:srgbClr val="243B2D"/>
                          </a:solidFill>
                          <a:latin typeface="Arial"/>
                          <a:ea typeface="Arial"/>
                          <a:cs typeface="Arial"/>
                        </a:rPr>
                        <a:t>ENUM and defaults</a:t>
                      </a:r>
                    </a:p>
                  </a:txBody>
                  <a:tcPr marL="91440" marR="91440" marT="45720" marB="45720" anchor="ctr">
                    <a:lnL w="9525">
                      <a:solidFill>
                        <a:srgbClr val="DDE5D7"/>
                      </a:solidFill>
                      <a:prstDash val="solid"/>
                    </a:lnL>
                    <a:lnR w="9525">
                      <a:solidFill>
                        <a:srgbClr val="DDE5D7"/>
                      </a:solidFill>
                      <a:prstDash val="solid"/>
                    </a:lnR>
                    <a:lnB w="9525">
                      <a:solidFill>
                        <a:srgbClr val="DDE5D7"/>
                      </a:solidFill>
                      <a:prstDash val="solid"/>
                    </a:lnB>
                    <a:solidFill>
                      <a:srgbClr val="FFFFFF"/>
                    </a:solidFill>
                  </a:tcPr>
                </a:tc>
                <a:tc>
                  <a:txBody>
                    <a:bodyPr lIns="114300" tIns="114300" rIns="114300" bIns="114300"/>
                    <a:lstStyle/>
                    <a:p>
                      <a:r>
                        <a:rPr sz="1650" b="0">
                          <a:solidFill>
                            <a:srgbClr val="243B2D"/>
                          </a:solidFill>
                          <a:latin typeface="Arial"/>
                          <a:ea typeface="Arial"/>
                          <a:cs typeface="Arial"/>
                        </a:rPr>
                        <a:t>Role, priority and complaint status</a:t>
                      </a:r>
                    </a:p>
                  </a:txBody>
                  <a:tcPr marL="91440" marR="91440" marT="45720" marB="45720" anchor="ctr">
                    <a:lnR w="9525">
                      <a:solidFill>
                        <a:srgbClr val="DDE5D7"/>
                      </a:solidFill>
                      <a:prstDash val="solid"/>
                    </a:lnR>
                    <a:lnB w="9525">
                      <a:solidFill>
                        <a:srgbClr val="DDE5D7"/>
                      </a:solidFill>
                      <a:prstDash val="solid"/>
                    </a:lnB>
                    <a:solidFill>
                      <a:srgbClr val="FFFFFF"/>
                    </a:solidFill>
                  </a:tcPr>
                </a:tc>
                <a:tc>
                  <a:txBody>
                    <a:bodyPr lIns="114300" tIns="114300" rIns="114300" bIns="114300"/>
                    <a:lstStyle/>
                    <a:p>
                      <a:r>
                        <a:rPr sz="1650" b="0">
                          <a:solidFill>
                            <a:srgbClr val="243B2D"/>
                          </a:solidFill>
                          <a:latin typeface="Arial"/>
                          <a:ea typeface="Arial"/>
                          <a:cs typeface="Arial"/>
                        </a:rPr>
                        <a:t>Use explicit domains and initial states</a:t>
                      </a:r>
                    </a:p>
                  </a:txBody>
                  <a:tcPr marL="91440" marR="91440" marT="45720" marB="45720" anchor="ctr">
                    <a:lnR w="9525">
                      <a:solidFill>
                        <a:srgbClr val="DDE5D7"/>
                      </a:solidFill>
                      <a:prstDash val="solid"/>
                    </a:lnR>
                    <a:lnB w="9525">
                      <a:solidFill>
                        <a:srgbClr val="DDE5D7"/>
                      </a:solidFill>
                      <a:prstDash val="solid"/>
                    </a:lnB>
                    <a:solidFill>
                      <a:srgbClr val="FFFFFF"/>
                    </a:solidFill>
                  </a:tcPr>
                </a:tc>
              </a:tr>
              <a:tr h="628650">
                <a:tc>
                  <a:txBody>
                    <a:bodyPr lIns="114300" tIns="114300" rIns="114300" bIns="114300"/>
                    <a:lstStyle/>
                    <a:p>
                      <a:r>
                        <a:rPr sz="1650" b="0">
                          <a:solidFill>
                            <a:srgbClr val="243B2D"/>
                          </a:solidFill>
                          <a:latin typeface="Arial"/>
                          <a:ea typeface="Arial"/>
                          <a:cs typeface="Arial"/>
                        </a:rPr>
                        <a:t>Database indexes</a:t>
                      </a:r>
                    </a:p>
                  </a:txBody>
                  <a:tcPr marL="91440" marR="91440" marT="45720" marB="45720" anchor="ctr">
                    <a:lnL w="9525">
                      <a:solidFill>
                        <a:srgbClr val="DDE5D7"/>
                      </a:solidFill>
                      <a:prstDash val="solid"/>
                    </a:lnL>
                    <a:lnR w="9525">
                      <a:solidFill>
                        <a:srgbClr val="DDE5D7"/>
                      </a:solidFill>
                      <a:prstDash val="solid"/>
                    </a:lnR>
                    <a:lnB w="9525">
                      <a:solidFill>
                        <a:srgbClr val="DDE5D7"/>
                      </a:solidFill>
                      <a:prstDash val="solid"/>
                    </a:lnB>
                    <a:solidFill>
                      <a:srgbClr val="F0F4E9"/>
                    </a:solidFill>
                  </a:tcPr>
                </a:tc>
                <a:tc>
                  <a:txBody>
                    <a:bodyPr lIns="114300" tIns="114300" rIns="114300" bIns="114300"/>
                    <a:lstStyle/>
                    <a:p>
                      <a:r>
                        <a:rPr sz="1650" b="0">
                          <a:solidFill>
                            <a:srgbClr val="243B2D"/>
                          </a:solidFill>
                          <a:latin typeface="Arial"/>
                          <a:ea typeface="Arial"/>
                          <a:cs typeface="Arial"/>
                        </a:rPr>
                        <a:t>Complaint status and room/category/status</a:t>
                      </a:r>
                    </a:p>
                  </a:txBody>
                  <a:tcPr marL="91440" marR="91440" marT="45720" marB="45720" anchor="ctr">
                    <a:lnR w="9525">
                      <a:solidFill>
                        <a:srgbClr val="DDE5D7"/>
                      </a:solidFill>
                      <a:prstDash val="solid"/>
                    </a:lnR>
                    <a:lnB w="9525">
                      <a:solidFill>
                        <a:srgbClr val="DDE5D7"/>
                      </a:solidFill>
                      <a:prstDash val="solid"/>
                    </a:lnB>
                    <a:solidFill>
                      <a:srgbClr val="F0F4E9"/>
                    </a:solidFill>
                  </a:tcPr>
                </a:tc>
                <a:tc>
                  <a:txBody>
                    <a:bodyPr lIns="114300" tIns="114300" rIns="114300" bIns="114300"/>
                    <a:lstStyle/>
                    <a:p>
                      <a:r>
                        <a:rPr sz="1650" b="0">
                          <a:solidFill>
                            <a:srgbClr val="243B2D"/>
                          </a:solidFill>
                          <a:latin typeface="Arial"/>
                          <a:ea typeface="Arial"/>
                          <a:cs typeface="Arial"/>
                        </a:rPr>
                        <a:t>Support lookup and dashboard queries</a:t>
                      </a:r>
                    </a:p>
                  </a:txBody>
                  <a:tcPr marL="91440" marR="91440" marT="45720" marB="45720" anchor="ctr">
                    <a:lnR w="9525">
                      <a:solidFill>
                        <a:srgbClr val="DDE5D7"/>
                      </a:solidFill>
                      <a:prstDash val="solid"/>
                    </a:lnR>
                    <a:lnB w="9525">
                      <a:solidFill>
                        <a:srgbClr val="DDE5D7"/>
                      </a:solidFill>
                      <a:prstDash val="solid"/>
                    </a:lnB>
                    <a:solidFill>
                      <a:srgbClr val="F0F4E9"/>
                    </a:solidFill>
                  </a:tcPr>
                </a:tc>
              </a:tr>
            </a:tbl>
          </a:graphicData>
        </a:graphic>
      </p:graphicFrame>
      <p:sp>
        <p:nvSpPr>
          <p:cNvPr id="6" name="slide-subtitle">
            <a:extLst xmlns:a="http://schemas.openxmlformats.org/drawingml/2006/main">
              <a:ext uri="{FF2B5EF4-FFF2-40B4-BE49-F238E27FC236}">
                <a16:creationId xmlns:a16="http://schemas.microsoft.com/office/drawing/2014/main" id="{26C734AC-19E4-4BDE-AA3F-FC6787EBBBBD}"/>
              </a:ext>
            </a:extLst>
          </p:cNvPr>
          <p:cNvSpPr>
            <a:spLocks xmlns:a="http://schemas.openxmlformats.org/drawingml/2006/main" noGrp="1"/>
          </p:cNvSpPr>
          <p:nvPr/>
        </p:nvSpPr>
        <p:spPr>
          <a:xfrm xmlns:a="http://schemas.openxmlformats.org/drawingml/2006/main">
            <a:off x="628650" y="1190625"/>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60735E"/>
                </a:solidFill>
                <a:latin typeface="Arial"/>
                <a:ea typeface="Arial"/>
                <a:cs typeface="Arial"/>
              </a:defRPr>
            </a:defPPr>
            <a:lvl1pPr>
              <a:defRPr sz="1650" b="0">
                <a:solidFill>
                  <a:srgbClr val="60735E"/>
                </a:solidFill>
                <a:latin typeface="Arial"/>
                <a:ea typeface="Arial"/>
                <a:cs typeface="Arial"/>
              </a:defRPr>
            </a:lvl1pPr>
            <a:lvl2pPr>
              <a:defRPr sz="1650" b="0">
                <a:solidFill>
                  <a:srgbClr val="60735E"/>
                </a:solidFill>
                <a:latin typeface="Arial"/>
                <a:ea typeface="Arial"/>
                <a:cs typeface="Arial"/>
              </a:defRPr>
            </a:lvl2pPr>
            <a:lvl3pPr>
              <a:defRPr sz="1650" b="0">
                <a:solidFill>
                  <a:srgbClr val="60735E"/>
                </a:solidFill>
                <a:latin typeface="Arial"/>
                <a:ea typeface="Arial"/>
                <a:cs typeface="Arial"/>
              </a:defRPr>
            </a:lvl3pPr>
            <a:lvl4pPr>
              <a:defRPr sz="1650" b="0">
                <a:solidFill>
                  <a:srgbClr val="60735E"/>
                </a:solidFill>
                <a:latin typeface="Arial"/>
                <a:ea typeface="Arial"/>
                <a:cs typeface="Arial"/>
              </a:defRPr>
            </a:lvl4pPr>
            <a:lvl5pPr>
              <a:defRPr sz="1650" b="0">
                <a:solidFill>
                  <a:srgbClr val="60735E"/>
                </a:solidFill>
                <a:latin typeface="Arial"/>
                <a:ea typeface="Arial"/>
                <a:cs typeface="Arial"/>
              </a:defRPr>
            </a:lvl5pPr>
            <a:lvl6pPr>
              <a:defRPr sz="1650" b="0">
                <a:solidFill>
                  <a:srgbClr val="60735E"/>
                </a:solidFill>
                <a:latin typeface="Arial"/>
                <a:ea typeface="Arial"/>
                <a:cs typeface="Arial"/>
              </a:defRPr>
            </a:lvl6pPr>
            <a:lvl7pPr>
              <a:defRPr sz="1650" b="0">
                <a:solidFill>
                  <a:srgbClr val="60735E"/>
                </a:solidFill>
                <a:latin typeface="Arial"/>
                <a:ea typeface="Arial"/>
                <a:cs typeface="Arial"/>
              </a:defRPr>
            </a:lvl7pPr>
            <a:lvl8pPr>
              <a:defRPr sz="1650" b="0">
                <a:solidFill>
                  <a:srgbClr val="60735E"/>
                </a:solidFill>
                <a:latin typeface="Arial"/>
                <a:ea typeface="Arial"/>
                <a:cs typeface="Arial"/>
              </a:defRPr>
            </a:lvl8pPr>
            <a:lvl9pPr>
              <a:defRPr sz="1650" b="0">
                <a:solidFill>
                  <a:srgbClr val="60735E"/>
                </a:solidFill>
                <a:latin typeface="Arial"/>
                <a:ea typeface="Arial"/>
                <a:cs typeface="Arial"/>
              </a:defRPr>
            </a:lvl9pPr>
          </a:lstStyle>
          <a:p xmlns:a="http://schemas.openxmlformats.org/drawingml/2006/main">
            <a:pPr>
              <a:defRPr sz="1650" b="0">
                <a:solidFill>
                  <a:srgbClr val="60735E"/>
                </a:solidFill>
                <a:latin typeface="Arial"/>
                <a:ea typeface="Arial"/>
                <a:cs typeface="Arial"/>
              </a:defRPr>
            </a:pPr>
            <a:r>
              <a:rPr sz="1650" b="0">
                <a:solidFill>
                  <a:srgbClr val="60735E"/>
                </a:solidFill>
                <a:latin typeface="Arial"/>
                <a:ea typeface="Arial"/>
                <a:cs typeface="Arial"/>
              </a:rPr>
              <a:t>Implemented keys, constraints, domains and indexes</a:t>
            </a:r>
          </a:p>
        </p:txBody>
      </p:sp>
    </p:spTree>
    <p:extLst>
      <p:ext uri="{BB962C8B-B14F-4D97-AF65-F5344CB8AC3E}">
        <p14:creationId xmlns:p14="http://schemas.microsoft.com/office/powerpoint/2010/main" val="1488324964"/>
      </p:ext>
    </p:extLst>
  </p:cSld>
</p:sld>
</file>

<file path=ppt/slides/slide9.xml><?xml version="1.0" encoding="utf-8"?>
<p:sld xmlns:p="http://schemas.openxmlformats.org/presentationml/2006/main">
  <p:cSld>
    <p:bg>
      <p:bgPr>
        <a:solidFill xmlns:a="http://schemas.openxmlformats.org/drawingml/2006/main">
          <a:srgbClr val="FAFBF7"/>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DD44D027-F006-4CB8-BCC9-BC3D63F6F6B7}"/>
              </a:ext>
            </a:extLst>
          </p:cNvPr>
          <p:cNvSpPr>
            <a:spLocks xmlns:a="http://schemas.openxmlformats.org/drawingml/2006/main" noGrp="1"/>
          </p:cNvSpPr>
          <p:nvPr/>
        </p:nvSpPr>
        <p:spPr>
          <a:xfrm xmlns:a="http://schemas.openxmlformats.org/drawingml/2006/main">
            <a:off x="609600" y="4572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F4D3B"/>
                </a:solidFill>
                <a:latin typeface="Arial"/>
                <a:ea typeface="Arial"/>
                <a:cs typeface="Arial"/>
              </a:defRPr>
            </a:defPPr>
            <a:lvl1pPr>
              <a:defRPr sz="3000" b="1">
                <a:solidFill>
                  <a:srgbClr val="1F4D3B"/>
                </a:solidFill>
                <a:latin typeface="Arial"/>
                <a:ea typeface="Arial"/>
                <a:cs typeface="Arial"/>
              </a:defRPr>
            </a:lvl1pPr>
            <a:lvl2pPr>
              <a:defRPr sz="3000" b="1">
                <a:solidFill>
                  <a:srgbClr val="1F4D3B"/>
                </a:solidFill>
                <a:latin typeface="Arial"/>
                <a:ea typeface="Arial"/>
                <a:cs typeface="Arial"/>
              </a:defRPr>
            </a:lvl2pPr>
            <a:lvl3pPr>
              <a:defRPr sz="3000" b="1">
                <a:solidFill>
                  <a:srgbClr val="1F4D3B"/>
                </a:solidFill>
                <a:latin typeface="Arial"/>
                <a:ea typeface="Arial"/>
                <a:cs typeface="Arial"/>
              </a:defRPr>
            </a:lvl3pPr>
            <a:lvl4pPr>
              <a:defRPr sz="3000" b="1">
                <a:solidFill>
                  <a:srgbClr val="1F4D3B"/>
                </a:solidFill>
                <a:latin typeface="Arial"/>
                <a:ea typeface="Arial"/>
                <a:cs typeface="Arial"/>
              </a:defRPr>
            </a:lvl4pPr>
            <a:lvl5pPr>
              <a:defRPr sz="3000" b="1">
                <a:solidFill>
                  <a:srgbClr val="1F4D3B"/>
                </a:solidFill>
                <a:latin typeface="Arial"/>
                <a:ea typeface="Arial"/>
                <a:cs typeface="Arial"/>
              </a:defRPr>
            </a:lvl5pPr>
            <a:lvl6pPr>
              <a:defRPr sz="3000" b="1">
                <a:solidFill>
                  <a:srgbClr val="1F4D3B"/>
                </a:solidFill>
                <a:latin typeface="Arial"/>
                <a:ea typeface="Arial"/>
                <a:cs typeface="Arial"/>
              </a:defRPr>
            </a:lvl6pPr>
            <a:lvl7pPr>
              <a:defRPr sz="3000" b="1">
                <a:solidFill>
                  <a:srgbClr val="1F4D3B"/>
                </a:solidFill>
                <a:latin typeface="Arial"/>
                <a:ea typeface="Arial"/>
                <a:cs typeface="Arial"/>
              </a:defRPr>
            </a:lvl7pPr>
            <a:lvl8pPr>
              <a:defRPr sz="3000" b="1">
                <a:solidFill>
                  <a:srgbClr val="1F4D3B"/>
                </a:solidFill>
                <a:latin typeface="Arial"/>
                <a:ea typeface="Arial"/>
                <a:cs typeface="Arial"/>
              </a:defRPr>
            </a:lvl8pPr>
            <a:lvl9pPr>
              <a:defRPr sz="3000" b="1">
                <a:solidFill>
                  <a:srgbClr val="1F4D3B"/>
                </a:solidFill>
                <a:latin typeface="Arial"/>
                <a:ea typeface="Arial"/>
                <a:cs typeface="Arial"/>
              </a:defRPr>
            </a:lvl9pPr>
          </a:lstStyle>
          <a:p xmlns:a="http://schemas.openxmlformats.org/drawingml/2006/main">
            <a:pPr>
              <a:defRPr sz="3000" b="1">
                <a:solidFill>
                  <a:srgbClr val="1F4D3B"/>
                </a:solidFill>
                <a:latin typeface="Arial"/>
                <a:ea typeface="Arial"/>
                <a:cs typeface="Arial"/>
              </a:defRPr>
            </a:pPr>
            <a:r>
              <a:rPr sz="3000" b="1">
                <a:solidFill>
                  <a:srgbClr val="1F4D3B"/>
                </a:solidFill>
                <a:latin typeface="Arial"/>
                <a:ea typeface="Arial"/>
                <a:cs typeface="Arial"/>
              </a:rPr>
              <a:t>Database Design and Table Creation (DDL)</a:t>
            </a:r>
          </a:p>
        </p:txBody>
      </p:sp>
      <p:sp>
        <p:nvSpPr>
          <p:cNvPr id="3" name="slide-subtitle">
            <a:extLst xmlns:a="http://schemas.openxmlformats.org/drawingml/2006/main">
              <a:ext uri="{FF2B5EF4-FFF2-40B4-BE49-F238E27FC236}">
                <a16:creationId xmlns:a16="http://schemas.microsoft.com/office/drawing/2014/main" id="{D6C237D4-99F8-4E47-9D19-2EFA3BF83276}"/>
              </a:ext>
            </a:extLst>
          </p:cNvPr>
          <p:cNvSpPr>
            <a:spLocks xmlns:a="http://schemas.openxmlformats.org/drawingml/2006/main" noGrp="1"/>
          </p:cNvSpPr>
          <p:nvPr/>
        </p:nvSpPr>
        <p:spPr>
          <a:xfrm xmlns:a="http://schemas.openxmlformats.org/drawingml/2006/main">
            <a:off x="628650" y="1190625"/>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60735E"/>
                </a:solidFill>
                <a:latin typeface="Arial"/>
                <a:ea typeface="Arial"/>
                <a:cs typeface="Arial"/>
              </a:defRPr>
            </a:defPPr>
            <a:lvl1pPr>
              <a:defRPr sz="1650" b="0">
                <a:solidFill>
                  <a:srgbClr val="60735E"/>
                </a:solidFill>
                <a:latin typeface="Arial"/>
                <a:ea typeface="Arial"/>
                <a:cs typeface="Arial"/>
              </a:defRPr>
            </a:lvl1pPr>
            <a:lvl2pPr>
              <a:defRPr sz="1650" b="0">
                <a:solidFill>
                  <a:srgbClr val="60735E"/>
                </a:solidFill>
                <a:latin typeface="Arial"/>
                <a:ea typeface="Arial"/>
                <a:cs typeface="Arial"/>
              </a:defRPr>
            </a:lvl2pPr>
            <a:lvl3pPr>
              <a:defRPr sz="1650" b="0">
                <a:solidFill>
                  <a:srgbClr val="60735E"/>
                </a:solidFill>
                <a:latin typeface="Arial"/>
                <a:ea typeface="Arial"/>
                <a:cs typeface="Arial"/>
              </a:defRPr>
            </a:lvl3pPr>
            <a:lvl4pPr>
              <a:defRPr sz="1650" b="0">
                <a:solidFill>
                  <a:srgbClr val="60735E"/>
                </a:solidFill>
                <a:latin typeface="Arial"/>
                <a:ea typeface="Arial"/>
                <a:cs typeface="Arial"/>
              </a:defRPr>
            </a:lvl4pPr>
            <a:lvl5pPr>
              <a:defRPr sz="1650" b="0">
                <a:solidFill>
                  <a:srgbClr val="60735E"/>
                </a:solidFill>
                <a:latin typeface="Arial"/>
                <a:ea typeface="Arial"/>
                <a:cs typeface="Arial"/>
              </a:defRPr>
            </a:lvl5pPr>
            <a:lvl6pPr>
              <a:defRPr sz="1650" b="0">
                <a:solidFill>
                  <a:srgbClr val="60735E"/>
                </a:solidFill>
                <a:latin typeface="Arial"/>
                <a:ea typeface="Arial"/>
                <a:cs typeface="Arial"/>
              </a:defRPr>
            </a:lvl6pPr>
            <a:lvl7pPr>
              <a:defRPr sz="1650" b="0">
                <a:solidFill>
                  <a:srgbClr val="60735E"/>
                </a:solidFill>
                <a:latin typeface="Arial"/>
                <a:ea typeface="Arial"/>
                <a:cs typeface="Arial"/>
              </a:defRPr>
            </a:lvl7pPr>
            <a:lvl8pPr>
              <a:defRPr sz="1650" b="0">
                <a:solidFill>
                  <a:srgbClr val="60735E"/>
                </a:solidFill>
                <a:latin typeface="Arial"/>
                <a:ea typeface="Arial"/>
                <a:cs typeface="Arial"/>
              </a:defRPr>
            </a:lvl8pPr>
            <a:lvl9pPr>
              <a:defRPr sz="1650" b="0">
                <a:solidFill>
                  <a:srgbClr val="60735E"/>
                </a:solidFill>
                <a:latin typeface="Arial"/>
                <a:ea typeface="Arial"/>
                <a:cs typeface="Arial"/>
              </a:defRPr>
            </a:lvl9pPr>
          </a:lstStyle>
          <a:p xmlns:a="http://schemas.openxmlformats.org/drawingml/2006/main">
            <a:pPr>
              <a:defRPr sz="1650" b="0">
                <a:solidFill>
                  <a:srgbClr val="60735E"/>
                </a:solidFill>
                <a:latin typeface="Arial"/>
                <a:ea typeface="Arial"/>
                <a:cs typeface="Arial"/>
              </a:defRPr>
            </a:pPr>
            <a:r>
              <a:rPr sz="1650" b="0">
                <a:solidFill>
                  <a:srgbClr val="60735E"/>
                </a:solidFill>
                <a:latin typeface="Arial"/>
                <a:ea typeface="Arial"/>
                <a:cs typeface="Arial"/>
              </a:rPr>
              <a:t>Representative CREATE TABLE statement and allocation key clauses</a:t>
            </a:r>
          </a:p>
        </p:txBody>
      </p:sp>
      <p:sp>
        <p:nvSpPr>
          <p:cNvPr id="4" name="footer">
            <a:extLst xmlns:a="http://schemas.openxmlformats.org/drawingml/2006/main">
              <a:ext uri="{FF2B5EF4-FFF2-40B4-BE49-F238E27FC236}">
                <a16:creationId xmlns:a16="http://schemas.microsoft.com/office/drawing/2014/main" id="{BCC1FC69-87D3-478F-A29A-2DBC93FD4F59}"/>
              </a:ext>
            </a:extLst>
          </p:cNvPr>
          <p:cNvSpPr>
            <a:spLocks xmlns:a="http://schemas.openxmlformats.org/drawingml/2006/main" noGrp="1"/>
          </p:cNvSpPr>
          <p:nvPr/>
        </p:nvSpPr>
        <p:spPr>
          <a:xfrm xmlns:a="http://schemas.openxmlformats.org/drawingml/2006/main">
            <a:off x="609600" y="6477000"/>
            <a:ext cx="428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60735E"/>
                </a:solidFill>
                <a:latin typeface="Arial"/>
                <a:ea typeface="Arial"/>
                <a:cs typeface="Arial"/>
              </a:defRPr>
            </a:defPPr>
            <a:lvl1pPr>
              <a:defRPr sz="1050" b="0">
                <a:solidFill>
                  <a:srgbClr val="60735E"/>
                </a:solidFill>
                <a:latin typeface="Arial"/>
                <a:ea typeface="Arial"/>
                <a:cs typeface="Arial"/>
              </a:defRPr>
            </a:lvl1pPr>
            <a:lvl2pPr>
              <a:defRPr sz="1050" b="0">
                <a:solidFill>
                  <a:srgbClr val="60735E"/>
                </a:solidFill>
                <a:latin typeface="Arial"/>
                <a:ea typeface="Arial"/>
                <a:cs typeface="Arial"/>
              </a:defRPr>
            </a:lvl2pPr>
            <a:lvl3pPr>
              <a:defRPr sz="1050" b="0">
                <a:solidFill>
                  <a:srgbClr val="60735E"/>
                </a:solidFill>
                <a:latin typeface="Arial"/>
                <a:ea typeface="Arial"/>
                <a:cs typeface="Arial"/>
              </a:defRPr>
            </a:lvl3pPr>
            <a:lvl4pPr>
              <a:defRPr sz="1050" b="0">
                <a:solidFill>
                  <a:srgbClr val="60735E"/>
                </a:solidFill>
                <a:latin typeface="Arial"/>
                <a:ea typeface="Arial"/>
                <a:cs typeface="Arial"/>
              </a:defRPr>
            </a:lvl4pPr>
            <a:lvl5pPr>
              <a:defRPr sz="1050" b="0">
                <a:solidFill>
                  <a:srgbClr val="60735E"/>
                </a:solidFill>
                <a:latin typeface="Arial"/>
                <a:ea typeface="Arial"/>
                <a:cs typeface="Arial"/>
              </a:defRPr>
            </a:lvl5pPr>
            <a:lvl6pPr>
              <a:defRPr sz="1050" b="0">
                <a:solidFill>
                  <a:srgbClr val="60735E"/>
                </a:solidFill>
                <a:latin typeface="Arial"/>
                <a:ea typeface="Arial"/>
                <a:cs typeface="Arial"/>
              </a:defRPr>
            </a:lvl6pPr>
            <a:lvl7pPr>
              <a:defRPr sz="1050" b="0">
                <a:solidFill>
                  <a:srgbClr val="60735E"/>
                </a:solidFill>
                <a:latin typeface="Arial"/>
                <a:ea typeface="Arial"/>
                <a:cs typeface="Arial"/>
              </a:defRPr>
            </a:lvl7pPr>
            <a:lvl8pPr>
              <a:defRPr sz="1050" b="0">
                <a:solidFill>
                  <a:srgbClr val="60735E"/>
                </a:solidFill>
                <a:latin typeface="Arial"/>
                <a:ea typeface="Arial"/>
                <a:cs typeface="Arial"/>
              </a:defRPr>
            </a:lvl8pPr>
            <a:lvl9pPr>
              <a:defRPr sz="1050" b="0">
                <a:solidFill>
                  <a:srgbClr val="60735E"/>
                </a:solidFill>
                <a:latin typeface="Arial"/>
                <a:ea typeface="Arial"/>
                <a:cs typeface="Arial"/>
              </a:defRPr>
            </a:lvl9pPr>
          </a:lstStyle>
          <a:p xmlns:a="http://schemas.openxmlformats.org/drawingml/2006/main">
            <a:pPr>
              <a:defRPr sz="1050" b="0">
                <a:solidFill>
                  <a:srgbClr val="60735E"/>
                </a:solidFill>
                <a:latin typeface="Arial"/>
                <a:ea typeface="Arial"/>
                <a:cs typeface="Arial"/>
              </a:defRPr>
            </a:pPr>
            <a:r>
              <a:rPr sz="1050" b="0">
                <a:solidFill>
                  <a:srgbClr val="60735E"/>
                </a:solidFill>
                <a:latin typeface="Arial"/>
                <a:ea typeface="Arial"/>
                <a:cs typeface="Arial"/>
              </a:rPr>
              <a:t>HRCMS / HAVEN</a:t>
            </a:r>
          </a:p>
        </p:txBody>
      </p:sp>
      <p:sp>
        <p:nvSpPr>
          <p:cNvPr id="5" name="page-number">
            <a:extLst xmlns:a="http://schemas.openxmlformats.org/drawingml/2006/main">
              <a:ext uri="{FF2B5EF4-FFF2-40B4-BE49-F238E27FC236}">
                <a16:creationId xmlns:a16="http://schemas.microsoft.com/office/drawing/2014/main" id="{9E462326-CD39-4421-983F-D4CA19B038C1}"/>
              </a:ext>
            </a:extLst>
          </p:cNvPr>
          <p:cNvSpPr>
            <a:spLocks xmlns:a="http://schemas.openxmlformats.org/drawingml/2006/main" noGrp="1"/>
          </p:cNvSpPr>
          <p:nvPr/>
        </p:nvSpPr>
        <p:spPr>
          <a:xfrm xmlns:a="http://schemas.openxmlformats.org/drawingml/2006/main">
            <a:off x="10763250" y="6477000"/>
            <a:ext cx="819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60735E"/>
                </a:solidFill>
                <a:latin typeface="Arial"/>
                <a:ea typeface="Arial"/>
                <a:cs typeface="Arial"/>
              </a:defRPr>
            </a:defPPr>
            <a:lvl1pPr>
              <a:defRPr sz="1050" b="0">
                <a:solidFill>
                  <a:srgbClr val="60735E"/>
                </a:solidFill>
                <a:latin typeface="Arial"/>
                <a:ea typeface="Arial"/>
                <a:cs typeface="Arial"/>
              </a:defRPr>
            </a:lvl1pPr>
            <a:lvl2pPr>
              <a:defRPr sz="1050" b="0">
                <a:solidFill>
                  <a:srgbClr val="60735E"/>
                </a:solidFill>
                <a:latin typeface="Arial"/>
                <a:ea typeface="Arial"/>
                <a:cs typeface="Arial"/>
              </a:defRPr>
            </a:lvl2pPr>
            <a:lvl3pPr>
              <a:defRPr sz="1050" b="0">
                <a:solidFill>
                  <a:srgbClr val="60735E"/>
                </a:solidFill>
                <a:latin typeface="Arial"/>
                <a:ea typeface="Arial"/>
                <a:cs typeface="Arial"/>
              </a:defRPr>
            </a:lvl3pPr>
            <a:lvl4pPr>
              <a:defRPr sz="1050" b="0">
                <a:solidFill>
                  <a:srgbClr val="60735E"/>
                </a:solidFill>
                <a:latin typeface="Arial"/>
                <a:ea typeface="Arial"/>
                <a:cs typeface="Arial"/>
              </a:defRPr>
            </a:lvl4pPr>
            <a:lvl5pPr>
              <a:defRPr sz="1050" b="0">
                <a:solidFill>
                  <a:srgbClr val="60735E"/>
                </a:solidFill>
                <a:latin typeface="Arial"/>
                <a:ea typeface="Arial"/>
                <a:cs typeface="Arial"/>
              </a:defRPr>
            </a:lvl5pPr>
            <a:lvl6pPr>
              <a:defRPr sz="1050" b="0">
                <a:solidFill>
                  <a:srgbClr val="60735E"/>
                </a:solidFill>
                <a:latin typeface="Arial"/>
                <a:ea typeface="Arial"/>
                <a:cs typeface="Arial"/>
              </a:defRPr>
            </a:lvl6pPr>
            <a:lvl7pPr>
              <a:defRPr sz="1050" b="0">
                <a:solidFill>
                  <a:srgbClr val="60735E"/>
                </a:solidFill>
                <a:latin typeface="Arial"/>
                <a:ea typeface="Arial"/>
                <a:cs typeface="Arial"/>
              </a:defRPr>
            </a:lvl7pPr>
            <a:lvl8pPr>
              <a:defRPr sz="1050" b="0">
                <a:solidFill>
                  <a:srgbClr val="60735E"/>
                </a:solidFill>
                <a:latin typeface="Arial"/>
                <a:ea typeface="Arial"/>
                <a:cs typeface="Arial"/>
              </a:defRPr>
            </a:lvl8pPr>
            <a:lvl9pPr>
              <a:defRPr sz="1050" b="0">
                <a:solidFill>
                  <a:srgbClr val="60735E"/>
                </a:solidFill>
                <a:latin typeface="Arial"/>
                <a:ea typeface="Arial"/>
                <a:cs typeface="Arial"/>
              </a:defRPr>
            </a:lvl9pPr>
          </a:lstStyle>
          <a:p xmlns:a="http://schemas.openxmlformats.org/drawingml/2006/main">
            <a:pPr>
              <a:defRPr sz="1050" b="0">
                <a:solidFill>
                  <a:srgbClr val="60735E"/>
                </a:solidFill>
                <a:latin typeface="Arial"/>
                <a:ea typeface="Arial"/>
                <a:cs typeface="Arial"/>
              </a:defRPr>
            </a:pPr>
            <a:r>
              <a:rPr sz="1050" b="0">
                <a:solidFill>
                  <a:srgbClr val="60735E"/>
                </a:solidFill>
                <a:latin typeface="Arial"/>
                <a:ea typeface="Arial"/>
                <a:cs typeface="Arial"/>
              </a:rPr>
              <a:t>09 / 18</a:t>
            </a:r>
          </a:p>
        </p:txBody>
      </p:sp>
      <p:sp>
        <p:nvSpPr>
          <p:cNvPr id="6" name="text">
            <a:extLst xmlns:a="http://schemas.openxmlformats.org/drawingml/2006/main">
              <a:ext uri="{FF2B5EF4-FFF2-40B4-BE49-F238E27FC236}">
                <a16:creationId xmlns:a16="http://schemas.microsoft.com/office/drawing/2014/main" id="{223A6262-8BF9-41DB-B814-E3ACEC43EC6E}"/>
              </a:ext>
            </a:extLst>
          </p:cNvPr>
          <p:cNvSpPr>
            <a:spLocks xmlns:a="http://schemas.openxmlformats.org/drawingml/2006/main" noGrp="1"/>
          </p:cNvSpPr>
          <p:nvPr/>
        </p:nvSpPr>
        <p:spPr>
          <a:xfrm xmlns:a="http://schemas.openxmlformats.org/drawingml/2006/main">
            <a:off x="628650" y="1828800"/>
            <a:ext cx="552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1F4D3B"/>
                </a:solidFill>
                <a:latin typeface="Arial"/>
                <a:ea typeface="Arial"/>
                <a:cs typeface="Arial"/>
              </a:defRPr>
            </a:defPPr>
            <a:lvl1pPr>
              <a:defRPr sz="1950" b="1">
                <a:solidFill>
                  <a:srgbClr val="1F4D3B"/>
                </a:solidFill>
                <a:latin typeface="Arial"/>
                <a:ea typeface="Arial"/>
                <a:cs typeface="Arial"/>
              </a:defRPr>
            </a:lvl1pPr>
            <a:lvl2pPr>
              <a:defRPr sz="1950" b="1">
                <a:solidFill>
                  <a:srgbClr val="1F4D3B"/>
                </a:solidFill>
                <a:latin typeface="Arial"/>
                <a:ea typeface="Arial"/>
                <a:cs typeface="Arial"/>
              </a:defRPr>
            </a:lvl2pPr>
            <a:lvl3pPr>
              <a:defRPr sz="1950" b="1">
                <a:solidFill>
                  <a:srgbClr val="1F4D3B"/>
                </a:solidFill>
                <a:latin typeface="Arial"/>
                <a:ea typeface="Arial"/>
                <a:cs typeface="Arial"/>
              </a:defRPr>
            </a:lvl3pPr>
            <a:lvl4pPr>
              <a:defRPr sz="1950" b="1">
                <a:solidFill>
                  <a:srgbClr val="1F4D3B"/>
                </a:solidFill>
                <a:latin typeface="Arial"/>
                <a:ea typeface="Arial"/>
                <a:cs typeface="Arial"/>
              </a:defRPr>
            </a:lvl4pPr>
            <a:lvl5pPr>
              <a:defRPr sz="1950" b="1">
                <a:solidFill>
                  <a:srgbClr val="1F4D3B"/>
                </a:solidFill>
                <a:latin typeface="Arial"/>
                <a:ea typeface="Arial"/>
                <a:cs typeface="Arial"/>
              </a:defRPr>
            </a:lvl5pPr>
            <a:lvl6pPr>
              <a:defRPr sz="1950" b="1">
                <a:solidFill>
                  <a:srgbClr val="1F4D3B"/>
                </a:solidFill>
                <a:latin typeface="Arial"/>
                <a:ea typeface="Arial"/>
                <a:cs typeface="Arial"/>
              </a:defRPr>
            </a:lvl6pPr>
            <a:lvl7pPr>
              <a:defRPr sz="1950" b="1">
                <a:solidFill>
                  <a:srgbClr val="1F4D3B"/>
                </a:solidFill>
                <a:latin typeface="Arial"/>
                <a:ea typeface="Arial"/>
                <a:cs typeface="Arial"/>
              </a:defRPr>
            </a:lvl7pPr>
            <a:lvl8pPr>
              <a:defRPr sz="1950" b="1">
                <a:solidFill>
                  <a:srgbClr val="1F4D3B"/>
                </a:solidFill>
                <a:latin typeface="Arial"/>
                <a:ea typeface="Arial"/>
                <a:cs typeface="Arial"/>
              </a:defRPr>
            </a:lvl8pPr>
            <a:lvl9pPr>
              <a:defRPr sz="1950" b="1">
                <a:solidFill>
                  <a:srgbClr val="1F4D3B"/>
                </a:solidFill>
                <a:latin typeface="Arial"/>
                <a:ea typeface="Arial"/>
                <a:cs typeface="Arial"/>
              </a:defRPr>
            </a:lvl9pPr>
          </a:lstStyle>
          <a:p xmlns:a="http://schemas.openxmlformats.org/drawingml/2006/main">
            <a:pPr>
              <a:defRPr sz="1950" b="1">
                <a:solidFill>
                  <a:srgbClr val="1F4D3B"/>
                </a:solidFill>
                <a:latin typeface="Arial"/>
                <a:ea typeface="Arial"/>
                <a:cs typeface="Arial"/>
              </a:defRPr>
            </a:pPr>
            <a:r>
              <a:rPr sz="1950" b="1">
                <a:solidFill>
                  <a:srgbClr val="1F4D3B"/>
                </a:solidFill>
                <a:latin typeface="Arial"/>
                <a:ea typeface="Arial"/>
                <a:cs typeface="Arial"/>
              </a:rPr>
              <a:t>ROOM_TYPE table</a:t>
            </a:r>
          </a:p>
        </p:txBody>
      </p:sp>
      <p:sp>
        <p:nvSpPr>
          <p:cNvPr id="7" name="sql-example">
            <a:extLst xmlns:a="http://schemas.openxmlformats.org/drawingml/2006/main">
              <a:ext uri="{FF2B5EF4-FFF2-40B4-BE49-F238E27FC236}">
                <a16:creationId xmlns:a16="http://schemas.microsoft.com/office/drawing/2014/main" id="{FBDBEA9C-683C-4333-941D-B0F6C1592629}"/>
              </a:ext>
            </a:extLst>
          </p:cNvPr>
          <p:cNvSpPr>
            <a:spLocks xmlns:a="http://schemas.openxmlformats.org/drawingml/2006/main" noGrp="1"/>
          </p:cNvSpPr>
          <p:nvPr/>
        </p:nvSpPr>
        <p:spPr>
          <a:xfrm xmlns:a="http://schemas.openxmlformats.org/drawingml/2006/main">
            <a:off x="628650" y="2352675"/>
            <a:ext cx="5715000" cy="2905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1F4D3B"/>
                </a:solidFill>
                <a:latin typeface="Courier New"/>
                <a:ea typeface="Courier New"/>
                <a:cs typeface="Courier New"/>
              </a:defRPr>
            </a:defPPr>
            <a:lvl1pPr>
              <a:defRPr sz="1575" b="0">
                <a:solidFill>
                  <a:srgbClr val="1F4D3B"/>
                </a:solidFill>
                <a:latin typeface="Courier New"/>
                <a:ea typeface="Courier New"/>
                <a:cs typeface="Courier New"/>
              </a:defRPr>
            </a:lvl1pPr>
            <a:lvl2pPr>
              <a:defRPr sz="1575" b="0">
                <a:solidFill>
                  <a:srgbClr val="1F4D3B"/>
                </a:solidFill>
                <a:latin typeface="Courier New"/>
                <a:ea typeface="Courier New"/>
                <a:cs typeface="Courier New"/>
              </a:defRPr>
            </a:lvl2pPr>
            <a:lvl3pPr>
              <a:defRPr sz="1575" b="0">
                <a:solidFill>
                  <a:srgbClr val="1F4D3B"/>
                </a:solidFill>
                <a:latin typeface="Courier New"/>
                <a:ea typeface="Courier New"/>
                <a:cs typeface="Courier New"/>
              </a:defRPr>
            </a:lvl3pPr>
            <a:lvl4pPr>
              <a:defRPr sz="1575" b="0">
                <a:solidFill>
                  <a:srgbClr val="1F4D3B"/>
                </a:solidFill>
                <a:latin typeface="Courier New"/>
                <a:ea typeface="Courier New"/>
                <a:cs typeface="Courier New"/>
              </a:defRPr>
            </a:lvl4pPr>
            <a:lvl5pPr>
              <a:defRPr sz="1575" b="0">
                <a:solidFill>
                  <a:srgbClr val="1F4D3B"/>
                </a:solidFill>
                <a:latin typeface="Courier New"/>
                <a:ea typeface="Courier New"/>
                <a:cs typeface="Courier New"/>
              </a:defRPr>
            </a:lvl5pPr>
            <a:lvl6pPr>
              <a:defRPr sz="1575" b="0">
                <a:solidFill>
                  <a:srgbClr val="1F4D3B"/>
                </a:solidFill>
                <a:latin typeface="Courier New"/>
                <a:ea typeface="Courier New"/>
                <a:cs typeface="Courier New"/>
              </a:defRPr>
            </a:lvl6pPr>
            <a:lvl7pPr>
              <a:defRPr sz="1575" b="0">
                <a:solidFill>
                  <a:srgbClr val="1F4D3B"/>
                </a:solidFill>
                <a:latin typeface="Courier New"/>
                <a:ea typeface="Courier New"/>
                <a:cs typeface="Courier New"/>
              </a:defRPr>
            </a:lvl7pPr>
            <a:lvl8pPr>
              <a:defRPr sz="1575" b="0">
                <a:solidFill>
                  <a:srgbClr val="1F4D3B"/>
                </a:solidFill>
                <a:latin typeface="Courier New"/>
                <a:ea typeface="Courier New"/>
                <a:cs typeface="Courier New"/>
              </a:defRPr>
            </a:lvl8pPr>
            <a:lvl9pPr>
              <a:defRPr sz="1575" b="0">
                <a:solidFill>
                  <a:srgbClr val="1F4D3B"/>
                </a:solidFill>
                <a:latin typeface="Courier New"/>
                <a:ea typeface="Courier New"/>
                <a:cs typeface="Courier New"/>
              </a:defRPr>
            </a:lvl9pPr>
          </a:lstStyle>
          <a:p xmlns:a="http://schemas.openxmlformats.org/drawingml/2006/main">
            <a:pPr>
              <a:defRPr sz="1575" b="0">
                <a:solidFill>
                  <a:srgbClr val="1F4D3B"/>
                </a:solidFill>
                <a:latin typeface="Courier New"/>
                <a:ea typeface="Courier New"/>
                <a:cs typeface="Courier New"/>
              </a:defRPr>
            </a:pPr>
            <a:r>
              <a:rPr sz="1575" b="0">
                <a:solidFill>
                  <a:srgbClr val="1F4D3B"/>
                </a:solidFill>
                <a:latin typeface="Courier New"/>
                <a:ea typeface="Courier New"/>
                <a:cs typeface="Courier New"/>
              </a:rPr>
              <a:t>CREATE TABLE room_type (</a:t>
            </a:r>
          </a:p>
          <a:p xmlns:a="http://schemas.openxmlformats.org/drawingml/2006/main">
            <a:pPr>
              <a:defRPr sz="1575" b="0">
                <a:solidFill>
                  <a:srgbClr val="1F4D3B"/>
                </a:solidFill>
                <a:latin typeface="Courier New"/>
                <a:ea typeface="Courier New"/>
                <a:cs typeface="Courier New"/>
              </a:defRPr>
            </a:pPr>
            <a:r>
              <a:rPr sz="1575" b="0">
                <a:solidFill>
                  <a:srgbClr val="1F4D3B"/>
                </a:solidFill>
                <a:latin typeface="Courier New"/>
                <a:ea typeface="Courier New"/>
                <a:cs typeface="Courier New"/>
              </a:rPr>
              <a:t>  type_code VARCHAR(10) PRIMARY KEY,</a:t>
            </a:r>
          </a:p>
          <a:p xmlns:a="http://schemas.openxmlformats.org/drawingml/2006/main">
            <a:pPr>
              <a:defRPr sz="1575" b="0">
                <a:solidFill>
                  <a:srgbClr val="1F4D3B"/>
                </a:solidFill>
                <a:latin typeface="Courier New"/>
                <a:ea typeface="Courier New"/>
                <a:cs typeface="Courier New"/>
              </a:defRPr>
            </a:pPr>
            <a:r>
              <a:rPr sz="1575" b="0">
                <a:solidFill>
                  <a:srgbClr val="1F4D3B"/>
                </a:solidFill>
                <a:latin typeface="Courier New"/>
                <a:ea typeface="Courier New"/>
                <a:cs typeface="Courier New"/>
              </a:rPr>
              <a:t>  capacity TINYINT NOT NULL,</a:t>
            </a:r>
          </a:p>
          <a:p xmlns:a="http://schemas.openxmlformats.org/drawingml/2006/main">
            <a:pPr>
              <a:defRPr sz="1575" b="0">
                <a:solidFill>
                  <a:srgbClr val="1F4D3B"/>
                </a:solidFill>
                <a:latin typeface="Courier New"/>
                <a:ea typeface="Courier New"/>
                <a:cs typeface="Courier New"/>
              </a:defRPr>
            </a:pPr>
            <a:r>
              <a:rPr sz="1575" b="0">
                <a:solidFill>
                  <a:srgbClr val="1F4D3B"/>
                </a:solidFill>
                <a:latin typeface="Courier New"/>
                <a:ea typeface="Courier New"/>
                <a:cs typeface="Courier New"/>
              </a:rPr>
              <a:t>  annual_fee DECIMAL(10,2) NOT NULL,</a:t>
            </a:r>
          </a:p>
          <a:p xmlns:a="http://schemas.openxmlformats.org/drawingml/2006/main">
            <a:pPr>
              <a:defRPr sz="1575" b="0">
                <a:solidFill>
                  <a:srgbClr val="1F4D3B"/>
                </a:solidFill>
                <a:latin typeface="Courier New"/>
                <a:ea typeface="Courier New"/>
                <a:cs typeface="Courier New"/>
              </a:defRPr>
            </a:pPr>
            <a:r>
              <a:rPr sz="1575" b="0">
                <a:solidFill>
                  <a:srgbClr val="1F4D3B"/>
                </a:solidFill>
                <a:latin typeface="Courier New"/>
                <a:ea typeface="Courier New"/>
                <a:cs typeface="Courier New"/>
              </a:rPr>
              <a:t>  is_active BOOLEAN NOT NULL DEFAULT TRUE,</a:t>
            </a:r>
          </a:p>
          <a:p xmlns:a="http://schemas.openxmlformats.org/drawingml/2006/main">
            <a:pPr>
              <a:defRPr sz="1575" b="0">
                <a:solidFill>
                  <a:srgbClr val="1F4D3B"/>
                </a:solidFill>
                <a:latin typeface="Courier New"/>
                <a:ea typeface="Courier New"/>
                <a:cs typeface="Courier New"/>
              </a:defRPr>
            </a:pPr>
            <a:r>
              <a:rPr sz="1575" b="0">
                <a:solidFill>
                  <a:srgbClr val="1F4D3B"/>
                </a:solidFill>
                <a:latin typeface="Courier New"/>
                <a:ea typeface="Courier New"/>
                <a:cs typeface="Courier New"/>
              </a:rPr>
              <a:t>  CHECK (capacity BETWEEN 1 AND 6),</a:t>
            </a:r>
          </a:p>
          <a:p xmlns:a="http://schemas.openxmlformats.org/drawingml/2006/main">
            <a:pPr>
              <a:defRPr sz="1575" b="0">
                <a:solidFill>
                  <a:srgbClr val="1F4D3B"/>
                </a:solidFill>
                <a:latin typeface="Courier New"/>
                <a:ea typeface="Courier New"/>
                <a:cs typeface="Courier New"/>
              </a:defRPr>
            </a:pPr>
            <a:r>
              <a:rPr sz="1575" b="0">
                <a:solidFill>
                  <a:srgbClr val="1F4D3B"/>
                </a:solidFill>
                <a:latin typeface="Courier New"/>
                <a:ea typeface="Courier New"/>
                <a:cs typeface="Courier New"/>
              </a:rPr>
              <a:t>  CHECK (annual_fee &gt;= 0)</a:t>
            </a:r>
          </a:p>
          <a:p xmlns:a="http://schemas.openxmlformats.org/drawingml/2006/main">
            <a:pPr>
              <a:defRPr sz="1575" b="0">
                <a:solidFill>
                  <a:srgbClr val="1F4D3B"/>
                </a:solidFill>
                <a:latin typeface="Courier New"/>
                <a:ea typeface="Courier New"/>
                <a:cs typeface="Courier New"/>
              </a:defRPr>
            </a:pPr>
            <a:r>
              <a:rPr sz="1575" b="0">
                <a:solidFill>
                  <a:srgbClr val="1F4D3B"/>
                </a:solidFill>
                <a:latin typeface="Courier New"/>
                <a:ea typeface="Courier New"/>
                <a:cs typeface="Courier New"/>
              </a:rPr>
              <a:t>);</a:t>
            </a:r>
          </a:p>
        </p:txBody>
      </p:sp>
      <p:sp>
        <p:nvSpPr>
          <p:cNvPr id="8" name="text">
            <a:extLst xmlns:a="http://schemas.openxmlformats.org/drawingml/2006/main">
              <a:ext uri="{FF2B5EF4-FFF2-40B4-BE49-F238E27FC236}">
                <a16:creationId xmlns:a16="http://schemas.microsoft.com/office/drawing/2014/main" id="{9333EC4F-E9B8-48CB-9AC0-BC04E9E0D875}"/>
              </a:ext>
            </a:extLst>
          </p:cNvPr>
          <p:cNvSpPr>
            <a:spLocks xmlns:a="http://schemas.openxmlformats.org/drawingml/2006/main" noGrp="1"/>
          </p:cNvSpPr>
          <p:nvPr/>
        </p:nvSpPr>
        <p:spPr>
          <a:xfrm xmlns:a="http://schemas.openxmlformats.org/drawingml/2006/main">
            <a:off x="6905625" y="1828800"/>
            <a:ext cx="4667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1F4D3B"/>
                </a:solidFill>
                <a:latin typeface="Arial"/>
                <a:ea typeface="Arial"/>
                <a:cs typeface="Arial"/>
              </a:defRPr>
            </a:defPPr>
            <a:lvl1pPr>
              <a:defRPr sz="1950" b="1">
                <a:solidFill>
                  <a:srgbClr val="1F4D3B"/>
                </a:solidFill>
                <a:latin typeface="Arial"/>
                <a:ea typeface="Arial"/>
                <a:cs typeface="Arial"/>
              </a:defRPr>
            </a:lvl1pPr>
            <a:lvl2pPr>
              <a:defRPr sz="1950" b="1">
                <a:solidFill>
                  <a:srgbClr val="1F4D3B"/>
                </a:solidFill>
                <a:latin typeface="Arial"/>
                <a:ea typeface="Arial"/>
                <a:cs typeface="Arial"/>
              </a:defRPr>
            </a:lvl2pPr>
            <a:lvl3pPr>
              <a:defRPr sz="1950" b="1">
                <a:solidFill>
                  <a:srgbClr val="1F4D3B"/>
                </a:solidFill>
                <a:latin typeface="Arial"/>
                <a:ea typeface="Arial"/>
                <a:cs typeface="Arial"/>
              </a:defRPr>
            </a:lvl3pPr>
            <a:lvl4pPr>
              <a:defRPr sz="1950" b="1">
                <a:solidFill>
                  <a:srgbClr val="1F4D3B"/>
                </a:solidFill>
                <a:latin typeface="Arial"/>
                <a:ea typeface="Arial"/>
                <a:cs typeface="Arial"/>
              </a:defRPr>
            </a:lvl4pPr>
            <a:lvl5pPr>
              <a:defRPr sz="1950" b="1">
                <a:solidFill>
                  <a:srgbClr val="1F4D3B"/>
                </a:solidFill>
                <a:latin typeface="Arial"/>
                <a:ea typeface="Arial"/>
                <a:cs typeface="Arial"/>
              </a:defRPr>
            </a:lvl5pPr>
            <a:lvl6pPr>
              <a:defRPr sz="1950" b="1">
                <a:solidFill>
                  <a:srgbClr val="1F4D3B"/>
                </a:solidFill>
                <a:latin typeface="Arial"/>
                <a:ea typeface="Arial"/>
                <a:cs typeface="Arial"/>
              </a:defRPr>
            </a:lvl6pPr>
            <a:lvl7pPr>
              <a:defRPr sz="1950" b="1">
                <a:solidFill>
                  <a:srgbClr val="1F4D3B"/>
                </a:solidFill>
                <a:latin typeface="Arial"/>
                <a:ea typeface="Arial"/>
                <a:cs typeface="Arial"/>
              </a:defRPr>
            </a:lvl7pPr>
            <a:lvl8pPr>
              <a:defRPr sz="1950" b="1">
                <a:solidFill>
                  <a:srgbClr val="1F4D3B"/>
                </a:solidFill>
                <a:latin typeface="Arial"/>
                <a:ea typeface="Arial"/>
                <a:cs typeface="Arial"/>
              </a:defRPr>
            </a:lvl8pPr>
            <a:lvl9pPr>
              <a:defRPr sz="1950" b="1">
                <a:solidFill>
                  <a:srgbClr val="1F4D3B"/>
                </a:solidFill>
                <a:latin typeface="Arial"/>
                <a:ea typeface="Arial"/>
                <a:cs typeface="Arial"/>
              </a:defRPr>
            </a:lvl9pPr>
          </a:lstStyle>
          <a:p xmlns:a="http://schemas.openxmlformats.org/drawingml/2006/main">
            <a:pPr>
              <a:defRPr sz="1950" b="1">
                <a:solidFill>
                  <a:srgbClr val="1F4D3B"/>
                </a:solidFill>
                <a:latin typeface="Arial"/>
                <a:ea typeface="Arial"/>
                <a:cs typeface="Arial"/>
              </a:defRPr>
            </a:pPr>
            <a:r>
              <a:rPr sz="1950" b="1">
                <a:solidFill>
                  <a:srgbClr val="1F4D3B"/>
                </a:solidFill>
                <a:latin typeface="Arial"/>
                <a:ea typeface="Arial"/>
                <a:cs typeface="Arial"/>
              </a:rPr>
              <a:t>ROOM_ALLOCATION key clauses</a:t>
            </a:r>
          </a:p>
        </p:txBody>
      </p:sp>
      <p:sp>
        <p:nvSpPr>
          <p:cNvPr id="9" name="sql-example">
            <a:extLst xmlns:a="http://schemas.openxmlformats.org/drawingml/2006/main">
              <a:ext uri="{FF2B5EF4-FFF2-40B4-BE49-F238E27FC236}">
                <a16:creationId xmlns:a16="http://schemas.microsoft.com/office/drawing/2014/main" id="{40686F31-14B5-424B-9C8B-8BD3C4BF7B88}"/>
              </a:ext>
            </a:extLst>
          </p:cNvPr>
          <p:cNvSpPr>
            <a:spLocks xmlns:a="http://schemas.openxmlformats.org/drawingml/2006/main" noGrp="1"/>
          </p:cNvSpPr>
          <p:nvPr/>
        </p:nvSpPr>
        <p:spPr>
          <a:xfrm xmlns:a="http://schemas.openxmlformats.org/drawingml/2006/main">
            <a:off x="6905625" y="2352675"/>
            <a:ext cx="4667250" cy="2905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1F4D3B"/>
                </a:solidFill>
                <a:latin typeface="Courier New"/>
                <a:ea typeface="Courier New"/>
                <a:cs typeface="Courier New"/>
              </a:defRPr>
            </a:defPPr>
            <a:lvl1pPr>
              <a:defRPr sz="1575" b="0">
                <a:solidFill>
                  <a:srgbClr val="1F4D3B"/>
                </a:solidFill>
                <a:latin typeface="Courier New"/>
                <a:ea typeface="Courier New"/>
                <a:cs typeface="Courier New"/>
              </a:defRPr>
            </a:lvl1pPr>
            <a:lvl2pPr>
              <a:defRPr sz="1575" b="0">
                <a:solidFill>
                  <a:srgbClr val="1F4D3B"/>
                </a:solidFill>
                <a:latin typeface="Courier New"/>
                <a:ea typeface="Courier New"/>
                <a:cs typeface="Courier New"/>
              </a:defRPr>
            </a:lvl2pPr>
            <a:lvl3pPr>
              <a:defRPr sz="1575" b="0">
                <a:solidFill>
                  <a:srgbClr val="1F4D3B"/>
                </a:solidFill>
                <a:latin typeface="Courier New"/>
                <a:ea typeface="Courier New"/>
                <a:cs typeface="Courier New"/>
              </a:defRPr>
            </a:lvl3pPr>
            <a:lvl4pPr>
              <a:defRPr sz="1575" b="0">
                <a:solidFill>
                  <a:srgbClr val="1F4D3B"/>
                </a:solidFill>
                <a:latin typeface="Courier New"/>
                <a:ea typeface="Courier New"/>
                <a:cs typeface="Courier New"/>
              </a:defRPr>
            </a:lvl4pPr>
            <a:lvl5pPr>
              <a:defRPr sz="1575" b="0">
                <a:solidFill>
                  <a:srgbClr val="1F4D3B"/>
                </a:solidFill>
                <a:latin typeface="Courier New"/>
                <a:ea typeface="Courier New"/>
                <a:cs typeface="Courier New"/>
              </a:defRPr>
            </a:lvl5pPr>
            <a:lvl6pPr>
              <a:defRPr sz="1575" b="0">
                <a:solidFill>
                  <a:srgbClr val="1F4D3B"/>
                </a:solidFill>
                <a:latin typeface="Courier New"/>
                <a:ea typeface="Courier New"/>
                <a:cs typeface="Courier New"/>
              </a:defRPr>
            </a:lvl6pPr>
            <a:lvl7pPr>
              <a:defRPr sz="1575" b="0">
                <a:solidFill>
                  <a:srgbClr val="1F4D3B"/>
                </a:solidFill>
                <a:latin typeface="Courier New"/>
                <a:ea typeface="Courier New"/>
                <a:cs typeface="Courier New"/>
              </a:defRPr>
            </a:lvl7pPr>
            <a:lvl8pPr>
              <a:defRPr sz="1575" b="0">
                <a:solidFill>
                  <a:srgbClr val="1F4D3B"/>
                </a:solidFill>
                <a:latin typeface="Courier New"/>
                <a:ea typeface="Courier New"/>
                <a:cs typeface="Courier New"/>
              </a:defRPr>
            </a:lvl8pPr>
            <a:lvl9pPr>
              <a:defRPr sz="1575" b="0">
                <a:solidFill>
                  <a:srgbClr val="1F4D3B"/>
                </a:solidFill>
                <a:latin typeface="Courier New"/>
                <a:ea typeface="Courier New"/>
                <a:cs typeface="Courier New"/>
              </a:defRPr>
            </a:lvl9pPr>
          </a:lstStyle>
          <a:p xmlns:a="http://schemas.openxmlformats.org/drawingml/2006/main">
            <a:pPr>
              <a:defRPr sz="1575" b="0">
                <a:solidFill>
                  <a:srgbClr val="1F4D3B"/>
                </a:solidFill>
                <a:latin typeface="Courier New"/>
                <a:ea typeface="Courier New"/>
                <a:cs typeface="Courier New"/>
              </a:defRPr>
            </a:pPr>
            <a:r>
              <a:rPr sz="1575" b="0">
                <a:solidFill>
                  <a:srgbClr val="1F4D3B"/>
                </a:solidFill>
                <a:latin typeface="Courier New"/>
                <a:ea typeface="Courier New"/>
                <a:cs typeface="Courier New"/>
              </a:rPr>
              <a:t>active_flag TINYINT AS (</a:t>
            </a:r>
          </a:p>
          <a:p xmlns:a="http://schemas.openxmlformats.org/drawingml/2006/main">
            <a:pPr>
              <a:defRPr sz="1575" b="0">
                <a:solidFill>
                  <a:srgbClr val="1F4D3B"/>
                </a:solidFill>
                <a:latin typeface="Courier New"/>
                <a:ea typeface="Courier New"/>
                <a:cs typeface="Courier New"/>
              </a:defRPr>
            </a:pPr>
            <a:r>
              <a:rPr sz="1575" b="0">
                <a:solidFill>
                  <a:srgbClr val="1F4D3B"/>
                </a:solidFill>
                <a:latin typeface="Courier New"/>
                <a:ea typeface="Courier New"/>
                <a:cs typeface="Courier New"/>
              </a:rPr>
              <a:t> CASE WHEN status = 'ACTIVE'</a:t>
            </a:r>
          </a:p>
          <a:p xmlns:a="http://schemas.openxmlformats.org/drawingml/2006/main">
            <a:pPr>
              <a:defRPr sz="1575" b="0">
                <a:solidFill>
                  <a:srgbClr val="1F4D3B"/>
                </a:solidFill>
                <a:latin typeface="Courier New"/>
                <a:ea typeface="Courier New"/>
                <a:cs typeface="Courier New"/>
              </a:defRPr>
            </a:pPr>
            <a:r>
              <a:rPr sz="1575" b="0">
                <a:solidFill>
                  <a:srgbClr val="1F4D3B"/>
                </a:solidFill>
                <a:latin typeface="Courier New"/>
                <a:ea typeface="Courier New"/>
                <a:cs typeface="Courier New"/>
              </a:rPr>
              <a:t> THEN 1 ELSE NULL END</a:t>
            </a:r>
          </a:p>
          <a:p xmlns:a="http://schemas.openxmlformats.org/drawingml/2006/main">
            <a:pPr>
              <a:defRPr sz="1575" b="0">
                <a:solidFill>
                  <a:srgbClr val="1F4D3B"/>
                </a:solidFill>
                <a:latin typeface="Courier New"/>
                <a:ea typeface="Courier New"/>
                <a:cs typeface="Courier New"/>
              </a:defRPr>
            </a:pPr>
            <a:r>
              <a:rPr sz="1575" b="0">
                <a:solidFill>
                  <a:srgbClr val="1F4D3B"/>
                </a:solidFill>
                <a:latin typeface="Courier New"/>
                <a:ea typeface="Courier New"/>
                <a:cs typeface="Courier New"/>
              </a:rPr>
              <a:t>) STORED,</a:t>
            </a:r>
          </a:p>
          <a:p xmlns:a="http://schemas.openxmlformats.org/drawingml/2006/main">
            <a:pPr>
              <a:defRPr sz="1575" b="0">
                <a:solidFill>
                  <a:srgbClr val="1F4D3B"/>
                </a:solidFill>
                <a:latin typeface="Courier New"/>
                <a:ea typeface="Courier New"/>
                <a:cs typeface="Courier New"/>
              </a:defRPr>
            </a:pPr>
            <a:r>
              <a:rPr sz="1575" b="0">
                <a:solidFill>
                  <a:srgbClr val="1F4D3B"/>
                </a:solidFill>
                <a:latin typeface="Courier New"/>
                <a:ea typeface="Courier New"/>
                <a:cs typeface="Courier New"/>
              </a:rPr>
              <a:t>UNIQUE KEY uq_one_active_room</a:t>
            </a:r>
          </a:p>
          <a:p xmlns:a="http://schemas.openxmlformats.org/drawingml/2006/main">
            <a:pPr>
              <a:defRPr sz="1575" b="0">
                <a:solidFill>
                  <a:srgbClr val="1F4D3B"/>
                </a:solidFill>
                <a:latin typeface="Courier New"/>
                <a:ea typeface="Courier New"/>
                <a:cs typeface="Courier New"/>
              </a:defRPr>
            </a:pPr>
            <a:r>
              <a:rPr sz="1575" b="0">
                <a:solidFill>
                  <a:srgbClr val="1F4D3B"/>
                </a:solidFill>
                <a:latin typeface="Courier New"/>
                <a:ea typeface="Courier New"/>
                <a:cs typeface="Courier New"/>
              </a:rPr>
              <a:t>  (student_id, active_flag),</a:t>
            </a:r>
          </a:p>
          <a:p xmlns:a="http://schemas.openxmlformats.org/drawingml/2006/main">
            <a:pPr>
              <a:defRPr sz="1575" b="0">
                <a:solidFill>
                  <a:srgbClr val="1F4D3B"/>
                </a:solidFill>
                <a:latin typeface="Courier New"/>
                <a:ea typeface="Courier New"/>
                <a:cs typeface="Courier New"/>
              </a:defRPr>
            </a:pPr>
            <a:r>
              <a:rPr sz="1575" b="0">
                <a:solidFill>
                  <a:srgbClr val="1F4D3B"/>
                </a:solidFill>
                <a:latin typeface="Courier New"/>
                <a:ea typeface="Courier New"/>
                <a:cs typeface="Courier New"/>
              </a:rPr>
              <a:t>FOREIGN KEY (student_id)</a:t>
            </a:r>
          </a:p>
          <a:p xmlns:a="http://schemas.openxmlformats.org/drawingml/2006/main">
            <a:pPr>
              <a:defRPr sz="1575" b="0">
                <a:solidFill>
                  <a:srgbClr val="1F4D3B"/>
                </a:solidFill>
                <a:latin typeface="Courier New"/>
                <a:ea typeface="Courier New"/>
                <a:cs typeface="Courier New"/>
              </a:defRPr>
            </a:pPr>
            <a:r>
              <a:rPr sz="1575" b="0">
                <a:solidFill>
                  <a:srgbClr val="1F4D3B"/>
                </a:solidFill>
                <a:latin typeface="Courier New"/>
                <a:ea typeface="Courier New"/>
                <a:cs typeface="Courier New"/>
              </a:rPr>
              <a:t>  REFERENCES student(student_id)</a:t>
            </a:r>
          </a:p>
        </p:txBody>
      </p:sp>
      <p:sp>
        <p:nvSpPr>
          <p:cNvPr id="10" name="text">
            <a:extLst xmlns:a="http://schemas.openxmlformats.org/drawingml/2006/main">
              <a:ext uri="{FF2B5EF4-FFF2-40B4-BE49-F238E27FC236}">
                <a16:creationId xmlns:a16="http://schemas.microsoft.com/office/drawing/2014/main" id="{5D2E3CF4-FCE8-499B-B8A2-124DD91DA9BD}"/>
              </a:ext>
            </a:extLst>
          </p:cNvPr>
          <p:cNvSpPr>
            <a:spLocks xmlns:a="http://schemas.openxmlformats.org/drawingml/2006/main" noGrp="1"/>
          </p:cNvSpPr>
          <p:nvPr/>
        </p:nvSpPr>
        <p:spPr>
          <a:xfrm xmlns:a="http://schemas.openxmlformats.org/drawingml/2006/main">
            <a:off x="628650" y="58674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1F4D3B"/>
                </a:solidFill>
                <a:latin typeface="Arial"/>
                <a:ea typeface="Arial"/>
                <a:cs typeface="Arial"/>
              </a:defRPr>
            </a:defPPr>
            <a:lvl1pPr>
              <a:defRPr sz="1950" b="1">
                <a:solidFill>
                  <a:srgbClr val="1F4D3B"/>
                </a:solidFill>
                <a:latin typeface="Arial"/>
                <a:ea typeface="Arial"/>
                <a:cs typeface="Arial"/>
              </a:defRPr>
            </a:lvl1pPr>
            <a:lvl2pPr>
              <a:defRPr sz="1950" b="1">
                <a:solidFill>
                  <a:srgbClr val="1F4D3B"/>
                </a:solidFill>
                <a:latin typeface="Arial"/>
                <a:ea typeface="Arial"/>
                <a:cs typeface="Arial"/>
              </a:defRPr>
            </a:lvl2pPr>
            <a:lvl3pPr>
              <a:defRPr sz="1950" b="1">
                <a:solidFill>
                  <a:srgbClr val="1F4D3B"/>
                </a:solidFill>
                <a:latin typeface="Arial"/>
                <a:ea typeface="Arial"/>
                <a:cs typeface="Arial"/>
              </a:defRPr>
            </a:lvl3pPr>
            <a:lvl4pPr>
              <a:defRPr sz="1950" b="1">
                <a:solidFill>
                  <a:srgbClr val="1F4D3B"/>
                </a:solidFill>
                <a:latin typeface="Arial"/>
                <a:ea typeface="Arial"/>
                <a:cs typeface="Arial"/>
              </a:defRPr>
            </a:lvl4pPr>
            <a:lvl5pPr>
              <a:defRPr sz="1950" b="1">
                <a:solidFill>
                  <a:srgbClr val="1F4D3B"/>
                </a:solidFill>
                <a:latin typeface="Arial"/>
                <a:ea typeface="Arial"/>
                <a:cs typeface="Arial"/>
              </a:defRPr>
            </a:lvl5pPr>
            <a:lvl6pPr>
              <a:defRPr sz="1950" b="1">
                <a:solidFill>
                  <a:srgbClr val="1F4D3B"/>
                </a:solidFill>
                <a:latin typeface="Arial"/>
                <a:ea typeface="Arial"/>
                <a:cs typeface="Arial"/>
              </a:defRPr>
            </a:lvl6pPr>
            <a:lvl7pPr>
              <a:defRPr sz="1950" b="1">
                <a:solidFill>
                  <a:srgbClr val="1F4D3B"/>
                </a:solidFill>
                <a:latin typeface="Arial"/>
                <a:ea typeface="Arial"/>
                <a:cs typeface="Arial"/>
              </a:defRPr>
            </a:lvl7pPr>
            <a:lvl8pPr>
              <a:defRPr sz="1950" b="1">
                <a:solidFill>
                  <a:srgbClr val="1F4D3B"/>
                </a:solidFill>
                <a:latin typeface="Arial"/>
                <a:ea typeface="Arial"/>
                <a:cs typeface="Arial"/>
              </a:defRPr>
            </a:lvl8pPr>
            <a:lvl9pPr>
              <a:defRPr sz="1950" b="1">
                <a:solidFill>
                  <a:srgbClr val="1F4D3B"/>
                </a:solidFill>
                <a:latin typeface="Arial"/>
                <a:ea typeface="Arial"/>
                <a:cs typeface="Arial"/>
              </a:defRPr>
            </a:lvl9pPr>
          </a:lstStyle>
          <a:p xmlns:a="http://schemas.openxmlformats.org/drawingml/2006/main">
            <a:pPr>
              <a:defRPr sz="1950" b="1">
                <a:solidFill>
                  <a:srgbClr val="1F4D3B"/>
                </a:solidFill>
                <a:latin typeface="Arial"/>
                <a:ea typeface="Arial"/>
                <a:cs typeface="Arial"/>
              </a:defRPr>
            </a:pPr>
            <a:r>
              <a:rPr sz="1950" b="1">
                <a:solidFill>
                  <a:srgbClr val="1F4D3B"/>
                </a:solidFill>
                <a:latin typeface="Arial"/>
                <a:ea typeface="Arial"/>
                <a:cs typeface="Arial"/>
              </a:rPr>
              <a:t>Complete table definitions: database/01_schema.sql</a:t>
            </a:r>
          </a:p>
        </p:txBody>
      </p:sp>
    </p:spTree>
    <p:extLst>
      <p:ext uri="{BB962C8B-B14F-4D97-AF65-F5344CB8AC3E}">
        <p14:creationId xmlns:p14="http://schemas.microsoft.com/office/powerpoint/2010/main" val="916135790"/>
      </p:ext>
    </p:extLst>
  </p:cSld>
</p:sld>
</file>

<file path=ppt/slides/slide10.xml><?xml version="1.0" encoding="utf-8"?>
<p:sld xmlns:p="http://schemas.openxmlformats.org/presentationml/2006/main">
  <p:cSld>
    <p:bg>
      <p:bgPr>
        <a:solidFill xmlns:a="http://schemas.openxmlformats.org/drawingml/2006/main">
          <a:srgbClr val="FAFBF7"/>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74C20487-2EDB-4AA9-9CD4-B03B9E7640E4}"/>
              </a:ext>
            </a:extLst>
          </p:cNvPr>
          <p:cNvSpPr>
            <a:spLocks xmlns:a="http://schemas.openxmlformats.org/drawingml/2006/main" noGrp="1"/>
          </p:cNvSpPr>
          <p:nvPr/>
        </p:nvSpPr>
        <p:spPr>
          <a:xfrm xmlns:a="http://schemas.openxmlformats.org/drawingml/2006/main">
            <a:off x="609600" y="4572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F4D3B"/>
                </a:solidFill>
                <a:latin typeface="Arial"/>
                <a:ea typeface="Arial"/>
                <a:cs typeface="Arial"/>
              </a:defRPr>
            </a:defPPr>
            <a:lvl1pPr>
              <a:defRPr sz="3300" b="1">
                <a:solidFill>
                  <a:srgbClr val="1F4D3B"/>
                </a:solidFill>
                <a:latin typeface="Arial"/>
                <a:ea typeface="Arial"/>
                <a:cs typeface="Arial"/>
              </a:defRPr>
            </a:lvl1pPr>
            <a:lvl2pPr>
              <a:defRPr sz="3300" b="1">
                <a:solidFill>
                  <a:srgbClr val="1F4D3B"/>
                </a:solidFill>
                <a:latin typeface="Arial"/>
                <a:ea typeface="Arial"/>
                <a:cs typeface="Arial"/>
              </a:defRPr>
            </a:lvl2pPr>
            <a:lvl3pPr>
              <a:defRPr sz="3300" b="1">
                <a:solidFill>
                  <a:srgbClr val="1F4D3B"/>
                </a:solidFill>
                <a:latin typeface="Arial"/>
                <a:ea typeface="Arial"/>
                <a:cs typeface="Arial"/>
              </a:defRPr>
            </a:lvl3pPr>
            <a:lvl4pPr>
              <a:defRPr sz="3300" b="1">
                <a:solidFill>
                  <a:srgbClr val="1F4D3B"/>
                </a:solidFill>
                <a:latin typeface="Arial"/>
                <a:ea typeface="Arial"/>
                <a:cs typeface="Arial"/>
              </a:defRPr>
            </a:lvl4pPr>
            <a:lvl5pPr>
              <a:defRPr sz="3300" b="1">
                <a:solidFill>
                  <a:srgbClr val="1F4D3B"/>
                </a:solidFill>
                <a:latin typeface="Arial"/>
                <a:ea typeface="Arial"/>
                <a:cs typeface="Arial"/>
              </a:defRPr>
            </a:lvl5pPr>
            <a:lvl6pPr>
              <a:defRPr sz="3300" b="1">
                <a:solidFill>
                  <a:srgbClr val="1F4D3B"/>
                </a:solidFill>
                <a:latin typeface="Arial"/>
                <a:ea typeface="Arial"/>
                <a:cs typeface="Arial"/>
              </a:defRPr>
            </a:lvl6pPr>
            <a:lvl7pPr>
              <a:defRPr sz="3300" b="1">
                <a:solidFill>
                  <a:srgbClr val="1F4D3B"/>
                </a:solidFill>
                <a:latin typeface="Arial"/>
                <a:ea typeface="Arial"/>
                <a:cs typeface="Arial"/>
              </a:defRPr>
            </a:lvl7pPr>
            <a:lvl8pPr>
              <a:defRPr sz="3300" b="1">
                <a:solidFill>
                  <a:srgbClr val="1F4D3B"/>
                </a:solidFill>
                <a:latin typeface="Arial"/>
                <a:ea typeface="Arial"/>
                <a:cs typeface="Arial"/>
              </a:defRPr>
            </a:lvl8pPr>
            <a:lvl9pPr>
              <a:defRPr sz="3300" b="1">
                <a:solidFill>
                  <a:srgbClr val="1F4D3B"/>
                </a:solidFill>
                <a:latin typeface="Arial"/>
                <a:ea typeface="Arial"/>
                <a:cs typeface="Arial"/>
              </a:defRPr>
            </a:lvl9pPr>
          </a:lstStyle>
          <a:p xmlns:a="http://schemas.openxmlformats.org/drawingml/2006/main">
            <a:pPr>
              <a:defRPr sz="3300" b="1">
                <a:solidFill>
                  <a:srgbClr val="1F4D3B"/>
                </a:solidFill>
                <a:latin typeface="Arial"/>
                <a:ea typeface="Arial"/>
                <a:cs typeface="Arial"/>
              </a:defRPr>
            </a:pPr>
            <a:r>
              <a:rPr sz="3300" b="1">
                <a:solidFill>
                  <a:srgbClr val="1F4D3B"/>
                </a:solidFill>
                <a:latin typeface="Arial"/>
                <a:ea typeface="Arial"/>
                <a:cs typeface="Arial"/>
              </a:rPr>
              <a:t>Data Population (DML)</a:t>
            </a:r>
          </a:p>
        </p:txBody>
      </p:sp>
      <p:sp>
        <p:nvSpPr>
          <p:cNvPr id="3" name="slide-subtitle">
            <a:extLst xmlns:a="http://schemas.openxmlformats.org/drawingml/2006/main">
              <a:ext uri="{FF2B5EF4-FFF2-40B4-BE49-F238E27FC236}">
                <a16:creationId xmlns:a16="http://schemas.microsoft.com/office/drawing/2014/main" id="{A4E2CA2D-D48B-44B5-813D-8D8814A43445}"/>
              </a:ext>
            </a:extLst>
          </p:cNvPr>
          <p:cNvSpPr>
            <a:spLocks xmlns:a="http://schemas.openxmlformats.org/drawingml/2006/main" noGrp="1"/>
          </p:cNvSpPr>
          <p:nvPr/>
        </p:nvSpPr>
        <p:spPr>
          <a:xfrm xmlns:a="http://schemas.openxmlformats.org/drawingml/2006/main">
            <a:off x="628650" y="1190625"/>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60735E"/>
                </a:solidFill>
                <a:latin typeface="Arial"/>
                <a:ea typeface="Arial"/>
                <a:cs typeface="Arial"/>
              </a:defRPr>
            </a:defPPr>
            <a:lvl1pPr>
              <a:defRPr sz="1650" b="0">
                <a:solidFill>
                  <a:srgbClr val="60735E"/>
                </a:solidFill>
                <a:latin typeface="Arial"/>
                <a:ea typeface="Arial"/>
                <a:cs typeface="Arial"/>
              </a:defRPr>
            </a:lvl1pPr>
            <a:lvl2pPr>
              <a:defRPr sz="1650" b="0">
                <a:solidFill>
                  <a:srgbClr val="60735E"/>
                </a:solidFill>
                <a:latin typeface="Arial"/>
                <a:ea typeface="Arial"/>
                <a:cs typeface="Arial"/>
              </a:defRPr>
            </a:lvl2pPr>
            <a:lvl3pPr>
              <a:defRPr sz="1650" b="0">
                <a:solidFill>
                  <a:srgbClr val="60735E"/>
                </a:solidFill>
                <a:latin typeface="Arial"/>
                <a:ea typeface="Arial"/>
                <a:cs typeface="Arial"/>
              </a:defRPr>
            </a:lvl3pPr>
            <a:lvl4pPr>
              <a:defRPr sz="1650" b="0">
                <a:solidFill>
                  <a:srgbClr val="60735E"/>
                </a:solidFill>
                <a:latin typeface="Arial"/>
                <a:ea typeface="Arial"/>
                <a:cs typeface="Arial"/>
              </a:defRPr>
            </a:lvl4pPr>
            <a:lvl5pPr>
              <a:defRPr sz="1650" b="0">
                <a:solidFill>
                  <a:srgbClr val="60735E"/>
                </a:solidFill>
                <a:latin typeface="Arial"/>
                <a:ea typeface="Arial"/>
                <a:cs typeface="Arial"/>
              </a:defRPr>
            </a:lvl5pPr>
            <a:lvl6pPr>
              <a:defRPr sz="1650" b="0">
                <a:solidFill>
                  <a:srgbClr val="60735E"/>
                </a:solidFill>
                <a:latin typeface="Arial"/>
                <a:ea typeface="Arial"/>
                <a:cs typeface="Arial"/>
              </a:defRPr>
            </a:lvl6pPr>
            <a:lvl7pPr>
              <a:defRPr sz="1650" b="0">
                <a:solidFill>
                  <a:srgbClr val="60735E"/>
                </a:solidFill>
                <a:latin typeface="Arial"/>
                <a:ea typeface="Arial"/>
                <a:cs typeface="Arial"/>
              </a:defRPr>
            </a:lvl7pPr>
            <a:lvl8pPr>
              <a:defRPr sz="1650" b="0">
                <a:solidFill>
                  <a:srgbClr val="60735E"/>
                </a:solidFill>
                <a:latin typeface="Arial"/>
                <a:ea typeface="Arial"/>
                <a:cs typeface="Arial"/>
              </a:defRPr>
            </a:lvl8pPr>
            <a:lvl9pPr>
              <a:defRPr sz="1650" b="0">
                <a:solidFill>
                  <a:srgbClr val="60735E"/>
                </a:solidFill>
                <a:latin typeface="Arial"/>
                <a:ea typeface="Arial"/>
                <a:cs typeface="Arial"/>
              </a:defRPr>
            </a:lvl9pPr>
          </a:lstStyle>
          <a:p xmlns:a="http://schemas.openxmlformats.org/drawingml/2006/main">
            <a:pPr>
              <a:defRPr sz="1650" b="0">
                <a:solidFill>
                  <a:srgbClr val="60735E"/>
                </a:solidFill>
                <a:latin typeface="Arial"/>
                <a:ea typeface="Arial"/>
                <a:cs typeface="Arial"/>
              </a:defRPr>
            </a:pPr>
            <a:r>
              <a:rPr sz="1650" b="0">
                <a:solidFill>
                  <a:srgbClr val="60735E"/>
                </a:solidFill>
                <a:latin typeface="Arial"/>
                <a:ea typeface="Arial"/>
                <a:cs typeface="Arial"/>
              </a:rPr>
              <a:t>The seed creates consistent demonstration records through database rules.</a:t>
            </a:r>
          </a:p>
        </p:txBody>
      </p:sp>
      <p:sp>
        <p:nvSpPr>
          <p:cNvPr id="4" name="footer">
            <a:extLst xmlns:a="http://schemas.openxmlformats.org/drawingml/2006/main">
              <a:ext uri="{FF2B5EF4-FFF2-40B4-BE49-F238E27FC236}">
                <a16:creationId xmlns:a16="http://schemas.microsoft.com/office/drawing/2014/main" id="{C4943CDC-D95D-47E1-BE7D-FC8449AD90D2}"/>
              </a:ext>
            </a:extLst>
          </p:cNvPr>
          <p:cNvSpPr>
            <a:spLocks xmlns:a="http://schemas.openxmlformats.org/drawingml/2006/main" noGrp="1"/>
          </p:cNvSpPr>
          <p:nvPr/>
        </p:nvSpPr>
        <p:spPr>
          <a:xfrm xmlns:a="http://schemas.openxmlformats.org/drawingml/2006/main">
            <a:off x="609600" y="6477000"/>
            <a:ext cx="428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60735E"/>
                </a:solidFill>
                <a:latin typeface="Arial"/>
                <a:ea typeface="Arial"/>
                <a:cs typeface="Arial"/>
              </a:defRPr>
            </a:defPPr>
            <a:lvl1pPr>
              <a:defRPr sz="1050" b="0">
                <a:solidFill>
                  <a:srgbClr val="60735E"/>
                </a:solidFill>
                <a:latin typeface="Arial"/>
                <a:ea typeface="Arial"/>
                <a:cs typeface="Arial"/>
              </a:defRPr>
            </a:lvl1pPr>
            <a:lvl2pPr>
              <a:defRPr sz="1050" b="0">
                <a:solidFill>
                  <a:srgbClr val="60735E"/>
                </a:solidFill>
                <a:latin typeface="Arial"/>
                <a:ea typeface="Arial"/>
                <a:cs typeface="Arial"/>
              </a:defRPr>
            </a:lvl2pPr>
            <a:lvl3pPr>
              <a:defRPr sz="1050" b="0">
                <a:solidFill>
                  <a:srgbClr val="60735E"/>
                </a:solidFill>
                <a:latin typeface="Arial"/>
                <a:ea typeface="Arial"/>
                <a:cs typeface="Arial"/>
              </a:defRPr>
            </a:lvl3pPr>
            <a:lvl4pPr>
              <a:defRPr sz="1050" b="0">
                <a:solidFill>
                  <a:srgbClr val="60735E"/>
                </a:solidFill>
                <a:latin typeface="Arial"/>
                <a:ea typeface="Arial"/>
                <a:cs typeface="Arial"/>
              </a:defRPr>
            </a:lvl4pPr>
            <a:lvl5pPr>
              <a:defRPr sz="1050" b="0">
                <a:solidFill>
                  <a:srgbClr val="60735E"/>
                </a:solidFill>
                <a:latin typeface="Arial"/>
                <a:ea typeface="Arial"/>
                <a:cs typeface="Arial"/>
              </a:defRPr>
            </a:lvl5pPr>
            <a:lvl6pPr>
              <a:defRPr sz="1050" b="0">
                <a:solidFill>
                  <a:srgbClr val="60735E"/>
                </a:solidFill>
                <a:latin typeface="Arial"/>
                <a:ea typeface="Arial"/>
                <a:cs typeface="Arial"/>
              </a:defRPr>
            </a:lvl6pPr>
            <a:lvl7pPr>
              <a:defRPr sz="1050" b="0">
                <a:solidFill>
                  <a:srgbClr val="60735E"/>
                </a:solidFill>
                <a:latin typeface="Arial"/>
                <a:ea typeface="Arial"/>
                <a:cs typeface="Arial"/>
              </a:defRPr>
            </a:lvl7pPr>
            <a:lvl8pPr>
              <a:defRPr sz="1050" b="0">
                <a:solidFill>
                  <a:srgbClr val="60735E"/>
                </a:solidFill>
                <a:latin typeface="Arial"/>
                <a:ea typeface="Arial"/>
                <a:cs typeface="Arial"/>
              </a:defRPr>
            </a:lvl8pPr>
            <a:lvl9pPr>
              <a:defRPr sz="1050" b="0">
                <a:solidFill>
                  <a:srgbClr val="60735E"/>
                </a:solidFill>
                <a:latin typeface="Arial"/>
                <a:ea typeface="Arial"/>
                <a:cs typeface="Arial"/>
              </a:defRPr>
            </a:lvl9pPr>
          </a:lstStyle>
          <a:p xmlns:a="http://schemas.openxmlformats.org/drawingml/2006/main">
            <a:pPr>
              <a:defRPr sz="1050" b="0">
                <a:solidFill>
                  <a:srgbClr val="60735E"/>
                </a:solidFill>
                <a:latin typeface="Arial"/>
                <a:ea typeface="Arial"/>
                <a:cs typeface="Arial"/>
              </a:defRPr>
            </a:pPr>
            <a:r>
              <a:rPr sz="1050" b="0">
                <a:solidFill>
                  <a:srgbClr val="60735E"/>
                </a:solidFill>
                <a:latin typeface="Arial"/>
                <a:ea typeface="Arial"/>
                <a:cs typeface="Arial"/>
              </a:rPr>
              <a:t>HRCMS / HAVEN</a:t>
            </a:r>
          </a:p>
        </p:txBody>
      </p:sp>
      <p:sp>
        <p:nvSpPr>
          <p:cNvPr id="5" name="page-number">
            <a:extLst xmlns:a="http://schemas.openxmlformats.org/drawingml/2006/main">
              <a:ext uri="{FF2B5EF4-FFF2-40B4-BE49-F238E27FC236}">
                <a16:creationId xmlns:a16="http://schemas.microsoft.com/office/drawing/2014/main" id="{803DCC56-25C4-4672-A38E-F5809340CE37}"/>
              </a:ext>
            </a:extLst>
          </p:cNvPr>
          <p:cNvSpPr>
            <a:spLocks xmlns:a="http://schemas.openxmlformats.org/drawingml/2006/main" noGrp="1"/>
          </p:cNvSpPr>
          <p:nvPr/>
        </p:nvSpPr>
        <p:spPr>
          <a:xfrm xmlns:a="http://schemas.openxmlformats.org/drawingml/2006/main">
            <a:off x="10763250" y="6477000"/>
            <a:ext cx="819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60735E"/>
                </a:solidFill>
                <a:latin typeface="Arial"/>
                <a:ea typeface="Arial"/>
                <a:cs typeface="Arial"/>
              </a:defRPr>
            </a:defPPr>
            <a:lvl1pPr>
              <a:defRPr sz="1050" b="0">
                <a:solidFill>
                  <a:srgbClr val="60735E"/>
                </a:solidFill>
                <a:latin typeface="Arial"/>
                <a:ea typeface="Arial"/>
                <a:cs typeface="Arial"/>
              </a:defRPr>
            </a:lvl1pPr>
            <a:lvl2pPr>
              <a:defRPr sz="1050" b="0">
                <a:solidFill>
                  <a:srgbClr val="60735E"/>
                </a:solidFill>
                <a:latin typeface="Arial"/>
                <a:ea typeface="Arial"/>
                <a:cs typeface="Arial"/>
              </a:defRPr>
            </a:lvl2pPr>
            <a:lvl3pPr>
              <a:defRPr sz="1050" b="0">
                <a:solidFill>
                  <a:srgbClr val="60735E"/>
                </a:solidFill>
                <a:latin typeface="Arial"/>
                <a:ea typeface="Arial"/>
                <a:cs typeface="Arial"/>
              </a:defRPr>
            </a:lvl3pPr>
            <a:lvl4pPr>
              <a:defRPr sz="1050" b="0">
                <a:solidFill>
                  <a:srgbClr val="60735E"/>
                </a:solidFill>
                <a:latin typeface="Arial"/>
                <a:ea typeface="Arial"/>
                <a:cs typeface="Arial"/>
              </a:defRPr>
            </a:lvl4pPr>
            <a:lvl5pPr>
              <a:defRPr sz="1050" b="0">
                <a:solidFill>
                  <a:srgbClr val="60735E"/>
                </a:solidFill>
                <a:latin typeface="Arial"/>
                <a:ea typeface="Arial"/>
                <a:cs typeface="Arial"/>
              </a:defRPr>
            </a:lvl5pPr>
            <a:lvl6pPr>
              <a:defRPr sz="1050" b="0">
                <a:solidFill>
                  <a:srgbClr val="60735E"/>
                </a:solidFill>
                <a:latin typeface="Arial"/>
                <a:ea typeface="Arial"/>
                <a:cs typeface="Arial"/>
              </a:defRPr>
            </a:lvl6pPr>
            <a:lvl7pPr>
              <a:defRPr sz="1050" b="0">
                <a:solidFill>
                  <a:srgbClr val="60735E"/>
                </a:solidFill>
                <a:latin typeface="Arial"/>
                <a:ea typeface="Arial"/>
                <a:cs typeface="Arial"/>
              </a:defRPr>
            </a:lvl7pPr>
            <a:lvl8pPr>
              <a:defRPr sz="1050" b="0">
                <a:solidFill>
                  <a:srgbClr val="60735E"/>
                </a:solidFill>
                <a:latin typeface="Arial"/>
                <a:ea typeface="Arial"/>
                <a:cs typeface="Arial"/>
              </a:defRPr>
            </a:lvl8pPr>
            <a:lvl9pPr>
              <a:defRPr sz="1050" b="0">
                <a:solidFill>
                  <a:srgbClr val="60735E"/>
                </a:solidFill>
                <a:latin typeface="Arial"/>
                <a:ea typeface="Arial"/>
                <a:cs typeface="Arial"/>
              </a:defRPr>
            </a:lvl9pPr>
          </a:lstStyle>
          <a:p xmlns:a="http://schemas.openxmlformats.org/drawingml/2006/main">
            <a:pPr>
              <a:defRPr sz="1050" b="0">
                <a:solidFill>
                  <a:srgbClr val="60735E"/>
                </a:solidFill>
                <a:latin typeface="Arial"/>
                <a:ea typeface="Arial"/>
                <a:cs typeface="Arial"/>
              </a:defRPr>
            </a:pPr>
            <a:r>
              <a:rPr sz="1050" b="0">
                <a:solidFill>
                  <a:srgbClr val="60735E"/>
                </a:solidFill>
                <a:latin typeface="Arial"/>
                <a:ea typeface="Arial"/>
                <a:cs typeface="Arial"/>
              </a:rPr>
              <a:t>10 / 18</a:t>
            </a:r>
          </a:p>
        </p:txBody>
      </p:sp>
      <p:sp>
        <p:nvSpPr>
          <p:cNvPr id="6" name="text">
            <a:extLst xmlns:a="http://schemas.openxmlformats.org/drawingml/2006/main">
              <a:ext uri="{FF2B5EF4-FFF2-40B4-BE49-F238E27FC236}">
                <a16:creationId xmlns:a16="http://schemas.microsoft.com/office/drawing/2014/main" id="{DD3A8B85-271F-41E4-AFD0-08C18ECEF214}"/>
              </a:ext>
            </a:extLst>
          </p:cNvPr>
          <p:cNvSpPr>
            <a:spLocks xmlns:a="http://schemas.openxmlformats.org/drawingml/2006/main" noGrp="1"/>
          </p:cNvSpPr>
          <p:nvPr/>
        </p:nvSpPr>
        <p:spPr>
          <a:xfrm xmlns:a="http://schemas.openxmlformats.org/drawingml/2006/main">
            <a:off x="628650" y="1828800"/>
            <a:ext cx="590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1F4D3B"/>
                </a:solidFill>
                <a:latin typeface="Arial"/>
                <a:ea typeface="Arial"/>
                <a:cs typeface="Arial"/>
              </a:defRPr>
            </a:defPPr>
            <a:lvl1pPr>
              <a:defRPr sz="2025" b="1">
                <a:solidFill>
                  <a:srgbClr val="1F4D3B"/>
                </a:solidFill>
                <a:latin typeface="Arial"/>
                <a:ea typeface="Arial"/>
                <a:cs typeface="Arial"/>
              </a:defRPr>
            </a:lvl1pPr>
            <a:lvl2pPr>
              <a:defRPr sz="2025" b="1">
                <a:solidFill>
                  <a:srgbClr val="1F4D3B"/>
                </a:solidFill>
                <a:latin typeface="Arial"/>
                <a:ea typeface="Arial"/>
                <a:cs typeface="Arial"/>
              </a:defRPr>
            </a:lvl2pPr>
            <a:lvl3pPr>
              <a:defRPr sz="2025" b="1">
                <a:solidFill>
                  <a:srgbClr val="1F4D3B"/>
                </a:solidFill>
                <a:latin typeface="Arial"/>
                <a:ea typeface="Arial"/>
                <a:cs typeface="Arial"/>
              </a:defRPr>
            </a:lvl3pPr>
            <a:lvl4pPr>
              <a:defRPr sz="2025" b="1">
                <a:solidFill>
                  <a:srgbClr val="1F4D3B"/>
                </a:solidFill>
                <a:latin typeface="Arial"/>
                <a:ea typeface="Arial"/>
                <a:cs typeface="Arial"/>
              </a:defRPr>
            </a:lvl4pPr>
            <a:lvl5pPr>
              <a:defRPr sz="2025" b="1">
                <a:solidFill>
                  <a:srgbClr val="1F4D3B"/>
                </a:solidFill>
                <a:latin typeface="Arial"/>
                <a:ea typeface="Arial"/>
                <a:cs typeface="Arial"/>
              </a:defRPr>
            </a:lvl5pPr>
            <a:lvl6pPr>
              <a:defRPr sz="2025" b="1">
                <a:solidFill>
                  <a:srgbClr val="1F4D3B"/>
                </a:solidFill>
                <a:latin typeface="Arial"/>
                <a:ea typeface="Arial"/>
                <a:cs typeface="Arial"/>
              </a:defRPr>
            </a:lvl6pPr>
            <a:lvl7pPr>
              <a:defRPr sz="2025" b="1">
                <a:solidFill>
                  <a:srgbClr val="1F4D3B"/>
                </a:solidFill>
                <a:latin typeface="Arial"/>
                <a:ea typeface="Arial"/>
                <a:cs typeface="Arial"/>
              </a:defRPr>
            </a:lvl7pPr>
            <a:lvl8pPr>
              <a:defRPr sz="2025" b="1">
                <a:solidFill>
                  <a:srgbClr val="1F4D3B"/>
                </a:solidFill>
                <a:latin typeface="Arial"/>
                <a:ea typeface="Arial"/>
                <a:cs typeface="Arial"/>
              </a:defRPr>
            </a:lvl8pPr>
            <a:lvl9pPr>
              <a:defRPr sz="2025" b="1">
                <a:solidFill>
                  <a:srgbClr val="1F4D3B"/>
                </a:solidFill>
                <a:latin typeface="Arial"/>
                <a:ea typeface="Arial"/>
                <a:cs typeface="Arial"/>
              </a:defRPr>
            </a:lvl9pPr>
          </a:lstStyle>
          <a:p xmlns:a="http://schemas.openxmlformats.org/drawingml/2006/main">
            <a:pPr>
              <a:defRPr sz="2025" b="1">
                <a:solidFill>
                  <a:srgbClr val="1F4D3B"/>
                </a:solidFill>
                <a:latin typeface="Arial"/>
                <a:ea typeface="Arial"/>
                <a:cs typeface="Arial"/>
              </a:defRPr>
            </a:pPr>
            <a:r>
              <a:rPr sz="2025" b="1">
                <a:solidFill>
                  <a:srgbClr val="1F4D3B"/>
                </a:solidFill>
                <a:latin typeface="Arial"/>
                <a:ea typeface="Arial"/>
                <a:cs typeface="Arial"/>
              </a:rPr>
              <a:t>Sample INSERT</a:t>
            </a:r>
          </a:p>
        </p:txBody>
      </p:sp>
      <p:sp>
        <p:nvSpPr>
          <p:cNvPr id="7" name="sql-example">
            <a:extLst xmlns:a="http://schemas.openxmlformats.org/drawingml/2006/main">
              <a:ext uri="{FF2B5EF4-FFF2-40B4-BE49-F238E27FC236}">
                <a16:creationId xmlns:a16="http://schemas.microsoft.com/office/drawing/2014/main" id="{CCCDD4BC-E04C-4A8F-A563-133CC0C207CC}"/>
              </a:ext>
            </a:extLst>
          </p:cNvPr>
          <p:cNvSpPr>
            <a:spLocks xmlns:a="http://schemas.openxmlformats.org/drawingml/2006/main" noGrp="1"/>
          </p:cNvSpPr>
          <p:nvPr/>
        </p:nvSpPr>
        <p:spPr>
          <a:xfrm xmlns:a="http://schemas.openxmlformats.org/drawingml/2006/main">
            <a:off x="628650" y="2381250"/>
            <a:ext cx="60960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1F4D3B"/>
                </a:solidFill>
                <a:latin typeface="Courier New"/>
                <a:ea typeface="Courier New"/>
                <a:cs typeface="Courier New"/>
              </a:defRPr>
            </a:defPPr>
            <a:lvl1pPr>
              <a:defRPr sz="1725" b="0">
                <a:solidFill>
                  <a:srgbClr val="1F4D3B"/>
                </a:solidFill>
                <a:latin typeface="Courier New"/>
                <a:ea typeface="Courier New"/>
                <a:cs typeface="Courier New"/>
              </a:defRPr>
            </a:lvl1pPr>
            <a:lvl2pPr>
              <a:defRPr sz="1725" b="0">
                <a:solidFill>
                  <a:srgbClr val="1F4D3B"/>
                </a:solidFill>
                <a:latin typeface="Courier New"/>
                <a:ea typeface="Courier New"/>
                <a:cs typeface="Courier New"/>
              </a:defRPr>
            </a:lvl2pPr>
            <a:lvl3pPr>
              <a:defRPr sz="1725" b="0">
                <a:solidFill>
                  <a:srgbClr val="1F4D3B"/>
                </a:solidFill>
                <a:latin typeface="Courier New"/>
                <a:ea typeface="Courier New"/>
                <a:cs typeface="Courier New"/>
              </a:defRPr>
            </a:lvl3pPr>
            <a:lvl4pPr>
              <a:defRPr sz="1725" b="0">
                <a:solidFill>
                  <a:srgbClr val="1F4D3B"/>
                </a:solidFill>
                <a:latin typeface="Courier New"/>
                <a:ea typeface="Courier New"/>
                <a:cs typeface="Courier New"/>
              </a:defRPr>
            </a:lvl4pPr>
            <a:lvl5pPr>
              <a:defRPr sz="1725" b="0">
                <a:solidFill>
                  <a:srgbClr val="1F4D3B"/>
                </a:solidFill>
                <a:latin typeface="Courier New"/>
                <a:ea typeface="Courier New"/>
                <a:cs typeface="Courier New"/>
              </a:defRPr>
            </a:lvl5pPr>
            <a:lvl6pPr>
              <a:defRPr sz="1725" b="0">
                <a:solidFill>
                  <a:srgbClr val="1F4D3B"/>
                </a:solidFill>
                <a:latin typeface="Courier New"/>
                <a:ea typeface="Courier New"/>
                <a:cs typeface="Courier New"/>
              </a:defRPr>
            </a:lvl6pPr>
            <a:lvl7pPr>
              <a:defRPr sz="1725" b="0">
                <a:solidFill>
                  <a:srgbClr val="1F4D3B"/>
                </a:solidFill>
                <a:latin typeface="Courier New"/>
                <a:ea typeface="Courier New"/>
                <a:cs typeface="Courier New"/>
              </a:defRPr>
            </a:lvl7pPr>
            <a:lvl8pPr>
              <a:defRPr sz="1725" b="0">
                <a:solidFill>
                  <a:srgbClr val="1F4D3B"/>
                </a:solidFill>
                <a:latin typeface="Courier New"/>
                <a:ea typeface="Courier New"/>
                <a:cs typeface="Courier New"/>
              </a:defRPr>
            </a:lvl8pPr>
            <a:lvl9pPr>
              <a:defRPr sz="1725" b="0">
                <a:solidFill>
                  <a:srgbClr val="1F4D3B"/>
                </a:solidFill>
                <a:latin typeface="Courier New"/>
                <a:ea typeface="Courier New"/>
                <a:cs typeface="Courier New"/>
              </a:defRPr>
            </a:lvl9pPr>
          </a:lstStyle>
          <a:p xmlns:a="http://schemas.openxmlformats.org/drawingml/2006/main">
            <a:pPr>
              <a:defRPr sz="1725" b="0">
                <a:solidFill>
                  <a:srgbClr val="1F4D3B"/>
                </a:solidFill>
                <a:latin typeface="Courier New"/>
                <a:ea typeface="Courier New"/>
                <a:cs typeface="Courier New"/>
              </a:defRPr>
            </a:pPr>
            <a:r>
              <a:rPr sz="1725" b="0">
                <a:solidFill>
                  <a:srgbClr val="1F4D3B"/>
                </a:solidFill>
                <a:latin typeface="Courier New"/>
                <a:ea typeface="Courier New"/>
                <a:cs typeface="Courier New"/>
              </a:rPr>
              <a:t>INSERT INTO room_type</a:t>
            </a:r>
          </a:p>
          <a:p xmlns:a="http://schemas.openxmlformats.org/drawingml/2006/main">
            <a:pPr>
              <a:defRPr sz="1725" b="0">
                <a:solidFill>
                  <a:srgbClr val="1F4D3B"/>
                </a:solidFill>
                <a:latin typeface="Courier New"/>
                <a:ea typeface="Courier New"/>
                <a:cs typeface="Courier New"/>
              </a:defRPr>
            </a:pPr>
            <a:r>
              <a:rPr sz="1725" b="0">
                <a:solidFill>
                  <a:srgbClr val="1F4D3B"/>
                </a:solidFill>
                <a:latin typeface="Courier New"/>
                <a:ea typeface="Courier New"/>
                <a:cs typeface="Courier New"/>
              </a:rPr>
              <a:t>  (type_code, capacity, annual_fee)</a:t>
            </a:r>
          </a:p>
          <a:p xmlns:a="http://schemas.openxmlformats.org/drawingml/2006/main">
            <a:pPr>
              <a:defRPr sz="1725" b="0">
                <a:solidFill>
                  <a:srgbClr val="1F4D3B"/>
                </a:solidFill>
                <a:latin typeface="Courier New"/>
                <a:ea typeface="Courier New"/>
                <a:cs typeface="Courier New"/>
              </a:defRPr>
            </a:pPr>
            <a:r>
              <a:rPr sz="1725" b="0">
                <a:solidFill>
                  <a:srgbClr val="1F4D3B"/>
                </a:solidFill>
                <a:latin typeface="Courier New"/>
                <a:ea typeface="Courier New"/>
                <a:cs typeface="Courier New"/>
              </a:rPr>
              <a:t>VALUES</a:t>
            </a:r>
          </a:p>
          <a:p xmlns:a="http://schemas.openxmlformats.org/drawingml/2006/main">
            <a:pPr>
              <a:defRPr sz="1725" b="0">
                <a:solidFill>
                  <a:srgbClr val="1F4D3B"/>
                </a:solidFill>
                <a:latin typeface="Courier New"/>
                <a:ea typeface="Courier New"/>
                <a:cs typeface="Courier New"/>
              </a:defRPr>
            </a:pPr>
            <a:r>
              <a:rPr sz="1725" b="0">
                <a:solidFill>
                  <a:srgbClr val="1F4D3B"/>
                </a:solidFill>
                <a:latin typeface="Courier New"/>
                <a:ea typeface="Courier New"/>
                <a:cs typeface="Courier New"/>
              </a:rPr>
              <a:t>  ('SINGLE', 1, 95000),</a:t>
            </a:r>
          </a:p>
          <a:p xmlns:a="http://schemas.openxmlformats.org/drawingml/2006/main">
            <a:pPr>
              <a:defRPr sz="1725" b="0">
                <a:solidFill>
                  <a:srgbClr val="1F4D3B"/>
                </a:solidFill>
                <a:latin typeface="Courier New"/>
                <a:ea typeface="Courier New"/>
                <a:cs typeface="Courier New"/>
              </a:defRPr>
            </a:pPr>
            <a:r>
              <a:rPr sz="1725" b="0">
                <a:solidFill>
                  <a:srgbClr val="1F4D3B"/>
                </a:solidFill>
                <a:latin typeface="Courier New"/>
                <a:ea typeface="Courier New"/>
                <a:cs typeface="Courier New"/>
              </a:rPr>
              <a:t>  ('DOUBLE', 2, 75000),</a:t>
            </a:r>
          </a:p>
          <a:p xmlns:a="http://schemas.openxmlformats.org/drawingml/2006/main">
            <a:pPr>
              <a:defRPr sz="1725" b="0">
                <a:solidFill>
                  <a:srgbClr val="1F4D3B"/>
                </a:solidFill>
                <a:latin typeface="Courier New"/>
                <a:ea typeface="Courier New"/>
                <a:cs typeface="Courier New"/>
              </a:defRPr>
            </a:pPr>
            <a:r>
              <a:rPr sz="1725" b="0">
                <a:solidFill>
                  <a:srgbClr val="1F4D3B"/>
                </a:solidFill>
                <a:latin typeface="Courier New"/>
                <a:ea typeface="Courier New"/>
                <a:cs typeface="Courier New"/>
              </a:rPr>
              <a:t>  ('TRIPLE', 3, 60000),</a:t>
            </a:r>
          </a:p>
          <a:p xmlns:a="http://schemas.openxmlformats.org/drawingml/2006/main">
            <a:pPr>
              <a:defRPr sz="1725" b="0">
                <a:solidFill>
                  <a:srgbClr val="1F4D3B"/>
                </a:solidFill>
                <a:latin typeface="Courier New"/>
                <a:ea typeface="Courier New"/>
                <a:cs typeface="Courier New"/>
              </a:defRPr>
            </a:pPr>
            <a:r>
              <a:rPr sz="1725" b="0">
                <a:solidFill>
                  <a:srgbClr val="1F4D3B"/>
                </a:solidFill>
                <a:latin typeface="Courier New"/>
                <a:ea typeface="Courier New"/>
                <a:cs typeface="Courier New"/>
              </a:rPr>
              <a:t>  ('QUAD',   4, 50000);</a:t>
            </a:r>
          </a:p>
        </p:txBody>
      </p:sp>
      <p:sp>
        <p:nvSpPr>
          <p:cNvPr id="8" name="text">
            <a:extLst xmlns:a="http://schemas.openxmlformats.org/drawingml/2006/main">
              <a:ext uri="{FF2B5EF4-FFF2-40B4-BE49-F238E27FC236}">
                <a16:creationId xmlns:a16="http://schemas.microsoft.com/office/drawing/2014/main" id="{41A32931-FBB7-437E-8C6F-FD546D8C79F4}"/>
              </a:ext>
            </a:extLst>
          </p:cNvPr>
          <p:cNvSpPr>
            <a:spLocks xmlns:a="http://schemas.openxmlformats.org/drawingml/2006/main" noGrp="1"/>
          </p:cNvSpPr>
          <p:nvPr/>
        </p:nvSpPr>
        <p:spPr>
          <a:xfrm xmlns:a="http://schemas.openxmlformats.org/drawingml/2006/main">
            <a:off x="628650" y="5210175"/>
            <a:ext cx="6000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60735E"/>
                </a:solidFill>
                <a:latin typeface="Arial"/>
                <a:ea typeface="Arial"/>
                <a:cs typeface="Arial"/>
              </a:defRPr>
            </a:defPPr>
            <a:lvl1pPr>
              <a:defRPr sz="1950" b="0">
                <a:solidFill>
                  <a:srgbClr val="60735E"/>
                </a:solidFill>
                <a:latin typeface="Arial"/>
                <a:ea typeface="Arial"/>
                <a:cs typeface="Arial"/>
              </a:defRPr>
            </a:lvl1pPr>
            <a:lvl2pPr>
              <a:defRPr sz="1950" b="0">
                <a:solidFill>
                  <a:srgbClr val="60735E"/>
                </a:solidFill>
                <a:latin typeface="Arial"/>
                <a:ea typeface="Arial"/>
                <a:cs typeface="Arial"/>
              </a:defRPr>
            </a:lvl2pPr>
            <a:lvl3pPr>
              <a:defRPr sz="1950" b="0">
                <a:solidFill>
                  <a:srgbClr val="60735E"/>
                </a:solidFill>
                <a:latin typeface="Arial"/>
                <a:ea typeface="Arial"/>
                <a:cs typeface="Arial"/>
              </a:defRPr>
            </a:lvl3pPr>
            <a:lvl4pPr>
              <a:defRPr sz="1950" b="0">
                <a:solidFill>
                  <a:srgbClr val="60735E"/>
                </a:solidFill>
                <a:latin typeface="Arial"/>
                <a:ea typeface="Arial"/>
                <a:cs typeface="Arial"/>
              </a:defRPr>
            </a:lvl4pPr>
            <a:lvl5pPr>
              <a:defRPr sz="1950" b="0">
                <a:solidFill>
                  <a:srgbClr val="60735E"/>
                </a:solidFill>
                <a:latin typeface="Arial"/>
                <a:ea typeface="Arial"/>
                <a:cs typeface="Arial"/>
              </a:defRPr>
            </a:lvl5pPr>
            <a:lvl6pPr>
              <a:defRPr sz="1950" b="0">
                <a:solidFill>
                  <a:srgbClr val="60735E"/>
                </a:solidFill>
                <a:latin typeface="Arial"/>
                <a:ea typeface="Arial"/>
                <a:cs typeface="Arial"/>
              </a:defRPr>
            </a:lvl6pPr>
            <a:lvl7pPr>
              <a:defRPr sz="1950" b="0">
                <a:solidFill>
                  <a:srgbClr val="60735E"/>
                </a:solidFill>
                <a:latin typeface="Arial"/>
                <a:ea typeface="Arial"/>
                <a:cs typeface="Arial"/>
              </a:defRPr>
            </a:lvl7pPr>
            <a:lvl8pPr>
              <a:defRPr sz="1950" b="0">
                <a:solidFill>
                  <a:srgbClr val="60735E"/>
                </a:solidFill>
                <a:latin typeface="Arial"/>
                <a:ea typeface="Arial"/>
                <a:cs typeface="Arial"/>
              </a:defRPr>
            </a:lvl8pPr>
            <a:lvl9pPr>
              <a:defRPr sz="1950" b="0">
                <a:solidFill>
                  <a:srgbClr val="60735E"/>
                </a:solidFill>
                <a:latin typeface="Arial"/>
                <a:ea typeface="Arial"/>
                <a:cs typeface="Arial"/>
              </a:defRPr>
            </a:lvl9pPr>
          </a:lstStyle>
          <a:p xmlns:a="http://schemas.openxmlformats.org/drawingml/2006/main">
            <a:pPr>
              <a:defRPr sz="1950" b="0">
                <a:solidFill>
                  <a:srgbClr val="60735E"/>
                </a:solidFill>
                <a:latin typeface="Arial"/>
                <a:ea typeface="Arial"/>
                <a:cs typeface="Arial"/>
              </a:defRPr>
            </a:pPr>
            <a:r>
              <a:rPr sz="1950" b="0">
                <a:solidFill>
                  <a:srgbClr val="60735E"/>
                </a:solidFill>
                <a:latin typeface="Arial"/>
                <a:ea typeface="Arial"/>
                <a:cs typeface="Arial"/>
              </a:rPr>
              <a:t>Allotment and workflow seed actions use the same procedures and triggers as the application.</a:t>
            </a:r>
          </a:p>
        </p:txBody>
      </p:sp>
      <p:graphicFrame>
        <p:nvGraphicFramePr>
          <p:cNvPr id="9" name="">
            <a:extLst xmlns:a="http://schemas.openxmlformats.org/drawingml/2006/main">
              <a:ext uri="{FF2B5EF4-FFF2-40B4-BE49-F238E27FC236}">
                <a16:creationId xmlns:a16="http://schemas.microsoft.com/office/drawing/2014/main" id="{55A74AD2-95A3-498C-949C-908700E67C35}"/>
              </a:ext>
            </a:extLst>
          </p:cNvPr>
          <p:cNvGraphicFramePr/>
          <p:nvPr/>
        </p:nvGraphicFramePr>
        <p:xfrm>
          <a:off xmlns:a="http://schemas.openxmlformats.org/drawingml/2006/main" x="7524750" y="1828800"/>
          <a:ext xmlns:a="http://schemas.openxmlformats.org/drawingml/2006/main" cx="4048125" cy="4219575"/>
        </p:xfrm>
        <a:graphic xmlns:a="http://schemas.openxmlformats.org/drawingml/2006/main">
          <a:graphicData uri="http://schemas.openxmlformats.org/drawingml/2006/table">
            <a:tbl>
              <a:tblPr/>
              <a:tblGrid>
                <a:gridCol w="2857500"/>
                <a:gridCol w="1190625"/>
              </a:tblGrid>
              <a:tr h="457200">
                <a:tc>
                  <a:txBody>
                    <a:bodyPr lIns="114300" tIns="114300" rIns="114300" bIns="114300"/>
                    <a:lstStyle/>
                    <a:p>
                      <a:r>
                        <a:rPr sz="1725" b="1">
                          <a:solidFill>
                            <a:srgbClr val="FFFFFF"/>
                          </a:solidFill>
                          <a:latin typeface="Arial"/>
                          <a:ea typeface="Arial"/>
                          <a:cs typeface="Arial"/>
                        </a:rPr>
                        <a:t>Seed records</a:t>
                      </a:r>
                    </a:p>
                  </a:txBody>
                  <a:tcPr marL="91440" marR="91440" marT="45720" marB="45720" anchor="ctr">
                    <a:lnL w="9525">
                      <a:solidFill>
                        <a:srgbClr val="DDE5D7"/>
                      </a:solidFill>
                      <a:prstDash val="solid"/>
                    </a:lnL>
                    <a:lnR w="9525">
                      <a:solidFill>
                        <a:srgbClr val="DDE5D7"/>
                      </a:solidFill>
                      <a:prstDash val="solid"/>
                    </a:lnR>
                    <a:lnT w="9525">
                      <a:solidFill>
                        <a:srgbClr val="DDE5D7"/>
                      </a:solidFill>
                      <a:prstDash val="solid"/>
                    </a:lnT>
                    <a:lnB w="9525">
                      <a:solidFill>
                        <a:srgbClr val="DDE5D7"/>
                      </a:solidFill>
                      <a:prstDash val="solid"/>
                    </a:lnB>
                    <a:solidFill>
                      <a:srgbClr val="1F4D3B"/>
                    </a:solidFill>
                  </a:tcPr>
                </a:tc>
                <a:tc>
                  <a:txBody>
                    <a:bodyPr lIns="114300" tIns="114300" rIns="114300" bIns="114300"/>
                    <a:lstStyle/>
                    <a:p>
                      <a:r>
                        <a:rPr sz="1725" b="1">
                          <a:solidFill>
                            <a:srgbClr val="FFFFFF"/>
                          </a:solidFill>
                          <a:latin typeface="Arial"/>
                          <a:ea typeface="Arial"/>
                          <a:cs typeface="Arial"/>
                        </a:rPr>
                        <a:t>Count</a:t>
                      </a:r>
                    </a:p>
                  </a:txBody>
                  <a:tcPr marL="91440" marR="91440" marT="45720" marB="45720" anchor="ctr">
                    <a:lnR w="9525">
                      <a:solidFill>
                        <a:srgbClr val="DDE5D7"/>
                      </a:solidFill>
                      <a:prstDash val="solid"/>
                    </a:lnR>
                    <a:lnT w="9525">
                      <a:solidFill>
                        <a:srgbClr val="DDE5D7"/>
                      </a:solidFill>
                      <a:prstDash val="solid"/>
                    </a:lnT>
                    <a:lnB w="9525">
                      <a:solidFill>
                        <a:srgbClr val="DDE5D7"/>
                      </a:solidFill>
                      <a:prstDash val="solid"/>
                    </a:lnB>
                    <a:solidFill>
                      <a:srgbClr val="1F4D3B"/>
                    </a:solidFill>
                  </a:tcPr>
                </a:tc>
              </a:tr>
              <a:tr h="537482">
                <a:tc>
                  <a:txBody>
                    <a:bodyPr lIns="114300" tIns="114300" rIns="114300" bIns="114300"/>
                    <a:lstStyle/>
                    <a:p>
                      <a:r>
                        <a:rPr sz="1800" b="0">
                          <a:solidFill>
                            <a:srgbClr val="243B2D"/>
                          </a:solidFill>
                          <a:latin typeface="Arial"/>
                          <a:ea typeface="Arial"/>
                          <a:cs typeface="Arial"/>
                        </a:rPr>
                        <a:t>Users</a:t>
                      </a:r>
                    </a:p>
                  </a:txBody>
                  <a:tcPr marL="91440" marR="91440" marT="45720" marB="45720" anchor="ctr">
                    <a:lnL w="9525">
                      <a:solidFill>
                        <a:srgbClr val="DDE5D7"/>
                      </a:solidFill>
                      <a:prstDash val="solid"/>
                    </a:lnL>
                    <a:lnR w="9525">
                      <a:solidFill>
                        <a:srgbClr val="DDE5D7"/>
                      </a:solidFill>
                      <a:prstDash val="solid"/>
                    </a:lnR>
                    <a:lnB w="9525">
                      <a:solidFill>
                        <a:srgbClr val="DDE5D7"/>
                      </a:solidFill>
                      <a:prstDash val="solid"/>
                    </a:lnB>
                    <a:solidFill>
                      <a:srgbClr val="FFFFFF"/>
                    </a:solidFill>
                  </a:tcPr>
                </a:tc>
                <a:tc>
                  <a:txBody>
                    <a:bodyPr lIns="114300" tIns="114300" rIns="114300" bIns="114300"/>
                    <a:lstStyle/>
                    <a:p>
                      <a:r>
                        <a:rPr sz="1800" b="0">
                          <a:solidFill>
                            <a:srgbClr val="243B2D"/>
                          </a:solidFill>
                          <a:latin typeface="Arial"/>
                          <a:ea typeface="Arial"/>
                          <a:cs typeface="Arial"/>
                        </a:rPr>
                        <a:t>24</a:t>
                      </a:r>
                    </a:p>
                  </a:txBody>
                  <a:tcPr marL="91440" marR="91440" marT="45720" marB="45720" anchor="ctr">
                    <a:lnR w="9525">
                      <a:solidFill>
                        <a:srgbClr val="DDE5D7"/>
                      </a:solidFill>
                      <a:prstDash val="solid"/>
                    </a:lnR>
                    <a:lnB w="9525">
                      <a:solidFill>
                        <a:srgbClr val="DDE5D7"/>
                      </a:solidFill>
                      <a:prstDash val="solid"/>
                    </a:lnB>
                    <a:solidFill>
                      <a:srgbClr val="FFFFFF"/>
                    </a:solidFill>
                  </a:tcPr>
                </a:tc>
              </a:tr>
              <a:tr h="537482">
                <a:tc>
                  <a:txBody>
                    <a:bodyPr lIns="114300" tIns="114300" rIns="114300" bIns="114300"/>
                    <a:lstStyle/>
                    <a:p>
                      <a:r>
                        <a:rPr sz="1800" b="0">
                          <a:solidFill>
                            <a:srgbClr val="243B2D"/>
                          </a:solidFill>
                          <a:latin typeface="Arial"/>
                          <a:ea typeface="Arial"/>
                          <a:cs typeface="Arial"/>
                        </a:rPr>
                        <a:t>Blocks</a:t>
                      </a:r>
                    </a:p>
                  </a:txBody>
                  <a:tcPr marL="91440" marR="91440" marT="45720" marB="45720" anchor="ctr">
                    <a:lnL w="9525">
                      <a:solidFill>
                        <a:srgbClr val="DDE5D7"/>
                      </a:solidFill>
                      <a:prstDash val="solid"/>
                    </a:lnL>
                    <a:lnR w="9525">
                      <a:solidFill>
                        <a:srgbClr val="DDE5D7"/>
                      </a:solidFill>
                      <a:prstDash val="solid"/>
                    </a:lnR>
                    <a:lnB w="9525">
                      <a:solidFill>
                        <a:srgbClr val="DDE5D7"/>
                      </a:solidFill>
                      <a:prstDash val="solid"/>
                    </a:lnB>
                    <a:solidFill>
                      <a:srgbClr val="F0F4E9"/>
                    </a:solidFill>
                  </a:tcPr>
                </a:tc>
                <a:tc>
                  <a:txBody>
                    <a:bodyPr lIns="114300" tIns="114300" rIns="114300" bIns="114300"/>
                    <a:lstStyle/>
                    <a:p>
                      <a:r>
                        <a:rPr sz="1800" b="0">
                          <a:solidFill>
                            <a:srgbClr val="243B2D"/>
                          </a:solidFill>
                          <a:latin typeface="Arial"/>
                          <a:ea typeface="Arial"/>
                          <a:cs typeface="Arial"/>
                        </a:rPr>
                        <a:t>3</a:t>
                      </a:r>
                    </a:p>
                  </a:txBody>
                  <a:tcPr marL="91440" marR="91440" marT="45720" marB="45720" anchor="ctr">
                    <a:lnR w="9525">
                      <a:solidFill>
                        <a:srgbClr val="DDE5D7"/>
                      </a:solidFill>
                      <a:prstDash val="solid"/>
                    </a:lnR>
                    <a:lnB w="9525">
                      <a:solidFill>
                        <a:srgbClr val="DDE5D7"/>
                      </a:solidFill>
                      <a:prstDash val="solid"/>
                    </a:lnB>
                    <a:solidFill>
                      <a:srgbClr val="F0F4E9"/>
                    </a:solidFill>
                  </a:tcPr>
                </a:tc>
              </a:tr>
              <a:tr h="537482">
                <a:tc>
                  <a:txBody>
                    <a:bodyPr lIns="114300" tIns="114300" rIns="114300" bIns="114300"/>
                    <a:lstStyle/>
                    <a:p>
                      <a:r>
                        <a:rPr sz="1800" b="0">
                          <a:solidFill>
                            <a:srgbClr val="243B2D"/>
                          </a:solidFill>
                          <a:latin typeface="Arial"/>
                          <a:ea typeface="Arial"/>
                          <a:cs typeface="Arial"/>
                        </a:rPr>
                        <a:t>Room types</a:t>
                      </a:r>
                    </a:p>
                  </a:txBody>
                  <a:tcPr marL="91440" marR="91440" marT="45720" marB="45720" anchor="ctr">
                    <a:lnL w="9525">
                      <a:solidFill>
                        <a:srgbClr val="DDE5D7"/>
                      </a:solidFill>
                      <a:prstDash val="solid"/>
                    </a:lnL>
                    <a:lnR w="9525">
                      <a:solidFill>
                        <a:srgbClr val="DDE5D7"/>
                      </a:solidFill>
                      <a:prstDash val="solid"/>
                    </a:lnR>
                    <a:lnB w="9525">
                      <a:solidFill>
                        <a:srgbClr val="DDE5D7"/>
                      </a:solidFill>
                      <a:prstDash val="solid"/>
                    </a:lnB>
                    <a:solidFill>
                      <a:srgbClr val="FFFFFF"/>
                    </a:solidFill>
                  </a:tcPr>
                </a:tc>
                <a:tc>
                  <a:txBody>
                    <a:bodyPr lIns="114300" tIns="114300" rIns="114300" bIns="114300"/>
                    <a:lstStyle/>
                    <a:p>
                      <a:r>
                        <a:rPr sz="1800" b="0">
                          <a:solidFill>
                            <a:srgbClr val="243B2D"/>
                          </a:solidFill>
                          <a:latin typeface="Arial"/>
                          <a:ea typeface="Arial"/>
                          <a:cs typeface="Arial"/>
                        </a:rPr>
                        <a:t>4</a:t>
                      </a:r>
                    </a:p>
                  </a:txBody>
                  <a:tcPr marL="91440" marR="91440" marT="45720" marB="45720" anchor="ctr">
                    <a:lnR w="9525">
                      <a:solidFill>
                        <a:srgbClr val="DDE5D7"/>
                      </a:solidFill>
                      <a:prstDash val="solid"/>
                    </a:lnR>
                    <a:lnB w="9525">
                      <a:solidFill>
                        <a:srgbClr val="DDE5D7"/>
                      </a:solidFill>
                      <a:prstDash val="solid"/>
                    </a:lnB>
                    <a:solidFill>
                      <a:srgbClr val="FFFFFF"/>
                    </a:solidFill>
                  </a:tcPr>
                </a:tc>
              </a:tr>
              <a:tr h="537482">
                <a:tc>
                  <a:txBody>
                    <a:bodyPr lIns="114300" tIns="114300" rIns="114300" bIns="114300"/>
                    <a:lstStyle/>
                    <a:p>
                      <a:r>
                        <a:rPr sz="1800" b="0">
                          <a:solidFill>
                            <a:srgbClr val="243B2D"/>
                          </a:solidFill>
                          <a:latin typeface="Arial"/>
                          <a:ea typeface="Arial"/>
                          <a:cs typeface="Arial"/>
                        </a:rPr>
                        <a:t>Rooms</a:t>
                      </a:r>
                    </a:p>
                  </a:txBody>
                  <a:tcPr marL="91440" marR="91440" marT="45720" marB="45720" anchor="ctr">
                    <a:lnL w="9525">
                      <a:solidFill>
                        <a:srgbClr val="DDE5D7"/>
                      </a:solidFill>
                      <a:prstDash val="solid"/>
                    </a:lnL>
                    <a:lnR w="9525">
                      <a:solidFill>
                        <a:srgbClr val="DDE5D7"/>
                      </a:solidFill>
                      <a:prstDash val="solid"/>
                    </a:lnR>
                    <a:lnB w="9525">
                      <a:solidFill>
                        <a:srgbClr val="DDE5D7"/>
                      </a:solidFill>
                      <a:prstDash val="solid"/>
                    </a:lnB>
                    <a:solidFill>
                      <a:srgbClr val="F0F4E9"/>
                    </a:solidFill>
                  </a:tcPr>
                </a:tc>
                <a:tc>
                  <a:txBody>
                    <a:bodyPr lIns="114300" tIns="114300" rIns="114300" bIns="114300"/>
                    <a:lstStyle/>
                    <a:p>
                      <a:r>
                        <a:rPr sz="1800" b="0">
                          <a:solidFill>
                            <a:srgbClr val="243B2D"/>
                          </a:solidFill>
                          <a:latin typeface="Arial"/>
                          <a:ea typeface="Arial"/>
                          <a:cs typeface="Arial"/>
                        </a:rPr>
                        <a:t>13</a:t>
                      </a:r>
                    </a:p>
                  </a:txBody>
                  <a:tcPr marL="91440" marR="91440" marT="45720" marB="45720" anchor="ctr">
                    <a:lnR w="9525">
                      <a:solidFill>
                        <a:srgbClr val="DDE5D7"/>
                      </a:solidFill>
                      <a:prstDash val="solid"/>
                    </a:lnR>
                    <a:lnB w="9525">
                      <a:solidFill>
                        <a:srgbClr val="DDE5D7"/>
                      </a:solidFill>
                      <a:prstDash val="solid"/>
                    </a:lnB>
                    <a:solidFill>
                      <a:srgbClr val="F0F4E9"/>
                    </a:solidFill>
                  </a:tcPr>
                </a:tc>
              </a:tr>
              <a:tr h="537482">
                <a:tc>
                  <a:txBody>
                    <a:bodyPr lIns="114300" tIns="114300" rIns="114300" bIns="114300"/>
                    <a:lstStyle/>
                    <a:p>
                      <a:r>
                        <a:rPr sz="1800" b="0">
                          <a:solidFill>
                            <a:srgbClr val="243B2D"/>
                          </a:solidFill>
                          <a:latin typeface="Arial"/>
                          <a:ea typeface="Arial"/>
                          <a:cs typeface="Arial"/>
                        </a:rPr>
                        <a:t>Allotments</a:t>
                      </a:r>
                    </a:p>
                  </a:txBody>
                  <a:tcPr marL="91440" marR="91440" marT="45720" marB="45720" anchor="ctr">
                    <a:lnL w="9525">
                      <a:solidFill>
                        <a:srgbClr val="DDE5D7"/>
                      </a:solidFill>
                      <a:prstDash val="solid"/>
                    </a:lnL>
                    <a:lnR w="9525">
                      <a:solidFill>
                        <a:srgbClr val="DDE5D7"/>
                      </a:solidFill>
                      <a:prstDash val="solid"/>
                    </a:lnR>
                    <a:lnB w="9525">
                      <a:solidFill>
                        <a:srgbClr val="DDE5D7"/>
                      </a:solidFill>
                      <a:prstDash val="solid"/>
                    </a:lnB>
                    <a:solidFill>
                      <a:srgbClr val="FFFFFF"/>
                    </a:solidFill>
                  </a:tcPr>
                </a:tc>
                <a:tc>
                  <a:txBody>
                    <a:bodyPr lIns="114300" tIns="114300" rIns="114300" bIns="114300"/>
                    <a:lstStyle/>
                    <a:p>
                      <a:r>
                        <a:rPr sz="1800" b="0">
                          <a:solidFill>
                            <a:srgbClr val="243B2D"/>
                          </a:solidFill>
                          <a:latin typeface="Arial"/>
                          <a:ea typeface="Arial"/>
                          <a:cs typeface="Arial"/>
                        </a:rPr>
                        <a:t>12</a:t>
                      </a:r>
                    </a:p>
                  </a:txBody>
                  <a:tcPr marL="91440" marR="91440" marT="45720" marB="45720" anchor="ctr">
                    <a:lnR w="9525">
                      <a:solidFill>
                        <a:srgbClr val="DDE5D7"/>
                      </a:solidFill>
                      <a:prstDash val="solid"/>
                    </a:lnR>
                    <a:lnB w="9525">
                      <a:solidFill>
                        <a:srgbClr val="DDE5D7"/>
                      </a:solidFill>
                      <a:prstDash val="solid"/>
                    </a:lnB>
                    <a:solidFill>
                      <a:srgbClr val="FFFFFF"/>
                    </a:solidFill>
                  </a:tcPr>
                </a:tc>
              </a:tr>
              <a:tr h="537482">
                <a:tc>
                  <a:txBody>
                    <a:bodyPr lIns="114300" tIns="114300" rIns="114300" bIns="114300"/>
                    <a:lstStyle/>
                    <a:p>
                      <a:r>
                        <a:rPr sz="1800" b="0">
                          <a:solidFill>
                            <a:srgbClr val="243B2D"/>
                          </a:solidFill>
                          <a:latin typeface="Arial"/>
                          <a:ea typeface="Arial"/>
                          <a:cs typeface="Arial"/>
                        </a:rPr>
                        <a:t>Complaints</a:t>
                      </a:r>
                    </a:p>
                  </a:txBody>
                  <a:tcPr marL="91440" marR="91440" marT="45720" marB="45720" anchor="ctr">
                    <a:lnL w="9525">
                      <a:solidFill>
                        <a:srgbClr val="DDE5D7"/>
                      </a:solidFill>
                      <a:prstDash val="solid"/>
                    </a:lnL>
                    <a:lnR w="9525">
                      <a:solidFill>
                        <a:srgbClr val="DDE5D7"/>
                      </a:solidFill>
                      <a:prstDash val="solid"/>
                    </a:lnR>
                    <a:lnB w="9525">
                      <a:solidFill>
                        <a:srgbClr val="DDE5D7"/>
                      </a:solidFill>
                      <a:prstDash val="solid"/>
                    </a:lnB>
                    <a:solidFill>
                      <a:srgbClr val="F0F4E9"/>
                    </a:solidFill>
                  </a:tcPr>
                </a:tc>
                <a:tc>
                  <a:txBody>
                    <a:bodyPr lIns="114300" tIns="114300" rIns="114300" bIns="114300"/>
                    <a:lstStyle/>
                    <a:p>
                      <a:r>
                        <a:rPr sz="1800" b="0">
                          <a:solidFill>
                            <a:srgbClr val="243B2D"/>
                          </a:solidFill>
                          <a:latin typeface="Arial"/>
                          <a:ea typeface="Arial"/>
                          <a:cs typeface="Arial"/>
                        </a:rPr>
                        <a:t>10</a:t>
                      </a:r>
                    </a:p>
                  </a:txBody>
                  <a:tcPr marL="91440" marR="91440" marT="45720" marB="45720" anchor="ctr">
                    <a:lnR w="9525">
                      <a:solidFill>
                        <a:srgbClr val="DDE5D7"/>
                      </a:solidFill>
                      <a:prstDash val="solid"/>
                    </a:lnR>
                    <a:lnB w="9525">
                      <a:solidFill>
                        <a:srgbClr val="DDE5D7"/>
                      </a:solidFill>
                      <a:prstDash val="solid"/>
                    </a:lnB>
                    <a:solidFill>
                      <a:srgbClr val="F0F4E9"/>
                    </a:solidFill>
                  </a:tcPr>
                </a:tc>
              </a:tr>
              <a:tr h="537482">
                <a:tc>
                  <a:txBody>
                    <a:bodyPr lIns="114300" tIns="114300" rIns="114300" bIns="114300"/>
                    <a:lstStyle/>
                    <a:p>
                      <a:r>
                        <a:rPr sz="1800" b="0">
                          <a:solidFill>
                            <a:srgbClr val="243B2D"/>
                          </a:solidFill>
                          <a:latin typeface="Arial"/>
                          <a:ea typeface="Arial"/>
                          <a:cs typeface="Arial"/>
                        </a:rPr>
                        <a:t>Feedback</a:t>
                      </a:r>
                    </a:p>
                  </a:txBody>
                  <a:tcPr marL="91440" marR="91440" marT="45720" marB="45720" anchor="ctr">
                    <a:lnL w="9525">
                      <a:solidFill>
                        <a:srgbClr val="DDE5D7"/>
                      </a:solidFill>
                      <a:prstDash val="solid"/>
                    </a:lnL>
                    <a:lnR w="9525">
                      <a:solidFill>
                        <a:srgbClr val="DDE5D7"/>
                      </a:solidFill>
                      <a:prstDash val="solid"/>
                    </a:lnR>
                    <a:lnB w="9525">
                      <a:solidFill>
                        <a:srgbClr val="DDE5D7"/>
                      </a:solidFill>
                      <a:prstDash val="solid"/>
                    </a:lnB>
                    <a:solidFill>
                      <a:srgbClr val="FFFFFF"/>
                    </a:solidFill>
                  </a:tcPr>
                </a:tc>
                <a:tc>
                  <a:txBody>
                    <a:bodyPr lIns="114300" tIns="114300" rIns="114300" bIns="114300"/>
                    <a:lstStyle/>
                    <a:p>
                      <a:r>
                        <a:rPr sz="1800" b="0">
                          <a:solidFill>
                            <a:srgbClr val="243B2D"/>
                          </a:solidFill>
                          <a:latin typeface="Arial"/>
                          <a:ea typeface="Arial"/>
                          <a:cs typeface="Arial"/>
                        </a:rPr>
                        <a:t>2</a:t>
                      </a:r>
                    </a:p>
                  </a:txBody>
                  <a:tcPr marL="91440" marR="91440" marT="45720" marB="45720" anchor="ctr">
                    <a:lnR w="9525">
                      <a:solidFill>
                        <a:srgbClr val="DDE5D7"/>
                      </a:solidFill>
                      <a:prstDash val="solid"/>
                    </a:lnR>
                    <a:lnB w="9525">
                      <a:solidFill>
                        <a:srgbClr val="DDE5D7"/>
                      </a:solidFill>
                      <a:prstDash val="solid"/>
                    </a:lnB>
                    <a:solidFill>
                      <a:srgbClr val="FFFFFF"/>
                    </a:solidFill>
                  </a:tcPr>
                </a:tc>
              </a:tr>
            </a:tbl>
          </a:graphicData>
        </a:graphic>
      </p:graphicFrame>
    </p:spTree>
    <p:extLst>
      <p:ext uri="{BB962C8B-B14F-4D97-AF65-F5344CB8AC3E}">
        <p14:creationId xmlns:p14="http://schemas.microsoft.com/office/powerpoint/2010/main" val="2041034798"/>
      </p:ext>
    </p:extLst>
  </p:cSld>
</p:sld>
</file>

<file path=ppt/slides/slide11.xml><?xml version="1.0" encoding="utf-8"?>
<p:sld xmlns:p="http://schemas.openxmlformats.org/presentationml/2006/main">
  <p:cSld>
    <p:bg>
      <p:bgPr>
        <a:solidFill xmlns:a="http://schemas.openxmlformats.org/drawingml/2006/main">
          <a:srgbClr val="FAFBF7"/>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B2B99364-79C4-48B7-9BA9-93CDF0BF2B99}"/>
              </a:ext>
            </a:extLst>
          </p:cNvPr>
          <p:cNvSpPr>
            <a:spLocks xmlns:a="http://schemas.openxmlformats.org/drawingml/2006/main" noGrp="1"/>
          </p:cNvSpPr>
          <p:nvPr/>
        </p:nvSpPr>
        <p:spPr>
          <a:xfrm xmlns:a="http://schemas.openxmlformats.org/drawingml/2006/main">
            <a:off x="609600" y="4572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F4D3B"/>
                </a:solidFill>
                <a:latin typeface="Arial"/>
                <a:ea typeface="Arial"/>
                <a:cs typeface="Arial"/>
              </a:defRPr>
            </a:defPPr>
            <a:lvl1pPr>
              <a:defRPr sz="3300" b="1">
                <a:solidFill>
                  <a:srgbClr val="1F4D3B"/>
                </a:solidFill>
                <a:latin typeface="Arial"/>
                <a:ea typeface="Arial"/>
                <a:cs typeface="Arial"/>
              </a:defRPr>
            </a:lvl1pPr>
            <a:lvl2pPr>
              <a:defRPr sz="3300" b="1">
                <a:solidFill>
                  <a:srgbClr val="1F4D3B"/>
                </a:solidFill>
                <a:latin typeface="Arial"/>
                <a:ea typeface="Arial"/>
                <a:cs typeface="Arial"/>
              </a:defRPr>
            </a:lvl2pPr>
            <a:lvl3pPr>
              <a:defRPr sz="3300" b="1">
                <a:solidFill>
                  <a:srgbClr val="1F4D3B"/>
                </a:solidFill>
                <a:latin typeface="Arial"/>
                <a:ea typeface="Arial"/>
                <a:cs typeface="Arial"/>
              </a:defRPr>
            </a:lvl3pPr>
            <a:lvl4pPr>
              <a:defRPr sz="3300" b="1">
                <a:solidFill>
                  <a:srgbClr val="1F4D3B"/>
                </a:solidFill>
                <a:latin typeface="Arial"/>
                <a:ea typeface="Arial"/>
                <a:cs typeface="Arial"/>
              </a:defRPr>
            </a:lvl4pPr>
            <a:lvl5pPr>
              <a:defRPr sz="3300" b="1">
                <a:solidFill>
                  <a:srgbClr val="1F4D3B"/>
                </a:solidFill>
                <a:latin typeface="Arial"/>
                <a:ea typeface="Arial"/>
                <a:cs typeface="Arial"/>
              </a:defRPr>
            </a:lvl5pPr>
            <a:lvl6pPr>
              <a:defRPr sz="3300" b="1">
                <a:solidFill>
                  <a:srgbClr val="1F4D3B"/>
                </a:solidFill>
                <a:latin typeface="Arial"/>
                <a:ea typeface="Arial"/>
                <a:cs typeface="Arial"/>
              </a:defRPr>
            </a:lvl6pPr>
            <a:lvl7pPr>
              <a:defRPr sz="3300" b="1">
                <a:solidFill>
                  <a:srgbClr val="1F4D3B"/>
                </a:solidFill>
                <a:latin typeface="Arial"/>
                <a:ea typeface="Arial"/>
                <a:cs typeface="Arial"/>
              </a:defRPr>
            </a:lvl7pPr>
            <a:lvl8pPr>
              <a:defRPr sz="3300" b="1">
                <a:solidFill>
                  <a:srgbClr val="1F4D3B"/>
                </a:solidFill>
                <a:latin typeface="Arial"/>
                <a:ea typeface="Arial"/>
                <a:cs typeface="Arial"/>
              </a:defRPr>
            </a:lvl8pPr>
            <a:lvl9pPr>
              <a:defRPr sz="3300" b="1">
                <a:solidFill>
                  <a:srgbClr val="1F4D3B"/>
                </a:solidFill>
                <a:latin typeface="Arial"/>
                <a:ea typeface="Arial"/>
                <a:cs typeface="Arial"/>
              </a:defRPr>
            </a:lvl9pPr>
          </a:lstStyle>
          <a:p xmlns:a="http://schemas.openxmlformats.org/drawingml/2006/main">
            <a:pPr>
              <a:defRPr sz="3300" b="1">
                <a:solidFill>
                  <a:srgbClr val="1F4D3B"/>
                </a:solidFill>
                <a:latin typeface="Arial"/>
                <a:ea typeface="Arial"/>
                <a:cs typeface="Arial"/>
              </a:defRPr>
            </a:pPr>
            <a:r>
              <a:rPr sz="3300" b="1">
                <a:solidFill>
                  <a:srgbClr val="1F4D3B"/>
                </a:solidFill>
                <a:latin typeface="Arial"/>
                <a:ea typeface="Arial"/>
                <a:cs typeface="Arial"/>
              </a:rPr>
              <a:t>Front-End Design</a:t>
            </a:r>
          </a:p>
        </p:txBody>
      </p:sp>
      <p:sp>
        <p:nvSpPr>
          <p:cNvPr id="3" name="slide-subtitle">
            <a:extLst xmlns:a="http://schemas.openxmlformats.org/drawingml/2006/main">
              <a:ext uri="{FF2B5EF4-FFF2-40B4-BE49-F238E27FC236}">
                <a16:creationId xmlns:a16="http://schemas.microsoft.com/office/drawing/2014/main" id="{CE1F63BB-5F86-4F96-9DE2-39AA99CC142B}"/>
              </a:ext>
            </a:extLst>
          </p:cNvPr>
          <p:cNvSpPr>
            <a:spLocks xmlns:a="http://schemas.openxmlformats.org/drawingml/2006/main" noGrp="1"/>
          </p:cNvSpPr>
          <p:nvPr/>
        </p:nvSpPr>
        <p:spPr>
          <a:xfrm xmlns:a="http://schemas.openxmlformats.org/drawingml/2006/main">
            <a:off x="628650" y="1190625"/>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60735E"/>
                </a:solidFill>
                <a:latin typeface="Arial"/>
                <a:ea typeface="Arial"/>
                <a:cs typeface="Arial"/>
              </a:defRPr>
            </a:defPPr>
            <a:lvl1pPr>
              <a:defRPr sz="1650" b="0">
                <a:solidFill>
                  <a:srgbClr val="60735E"/>
                </a:solidFill>
                <a:latin typeface="Arial"/>
                <a:ea typeface="Arial"/>
                <a:cs typeface="Arial"/>
              </a:defRPr>
            </a:lvl1pPr>
            <a:lvl2pPr>
              <a:defRPr sz="1650" b="0">
                <a:solidFill>
                  <a:srgbClr val="60735E"/>
                </a:solidFill>
                <a:latin typeface="Arial"/>
                <a:ea typeface="Arial"/>
                <a:cs typeface="Arial"/>
              </a:defRPr>
            </a:lvl2pPr>
            <a:lvl3pPr>
              <a:defRPr sz="1650" b="0">
                <a:solidFill>
                  <a:srgbClr val="60735E"/>
                </a:solidFill>
                <a:latin typeface="Arial"/>
                <a:ea typeface="Arial"/>
                <a:cs typeface="Arial"/>
              </a:defRPr>
            </a:lvl3pPr>
            <a:lvl4pPr>
              <a:defRPr sz="1650" b="0">
                <a:solidFill>
                  <a:srgbClr val="60735E"/>
                </a:solidFill>
                <a:latin typeface="Arial"/>
                <a:ea typeface="Arial"/>
                <a:cs typeface="Arial"/>
              </a:defRPr>
            </a:lvl4pPr>
            <a:lvl5pPr>
              <a:defRPr sz="1650" b="0">
                <a:solidFill>
                  <a:srgbClr val="60735E"/>
                </a:solidFill>
                <a:latin typeface="Arial"/>
                <a:ea typeface="Arial"/>
                <a:cs typeface="Arial"/>
              </a:defRPr>
            </a:lvl5pPr>
            <a:lvl6pPr>
              <a:defRPr sz="1650" b="0">
                <a:solidFill>
                  <a:srgbClr val="60735E"/>
                </a:solidFill>
                <a:latin typeface="Arial"/>
                <a:ea typeface="Arial"/>
                <a:cs typeface="Arial"/>
              </a:defRPr>
            </a:lvl6pPr>
            <a:lvl7pPr>
              <a:defRPr sz="1650" b="0">
                <a:solidFill>
                  <a:srgbClr val="60735E"/>
                </a:solidFill>
                <a:latin typeface="Arial"/>
                <a:ea typeface="Arial"/>
                <a:cs typeface="Arial"/>
              </a:defRPr>
            </a:lvl7pPr>
            <a:lvl8pPr>
              <a:defRPr sz="1650" b="0">
                <a:solidFill>
                  <a:srgbClr val="60735E"/>
                </a:solidFill>
                <a:latin typeface="Arial"/>
                <a:ea typeface="Arial"/>
                <a:cs typeface="Arial"/>
              </a:defRPr>
            </a:lvl8pPr>
            <a:lvl9pPr>
              <a:defRPr sz="1650" b="0">
                <a:solidFill>
                  <a:srgbClr val="60735E"/>
                </a:solidFill>
                <a:latin typeface="Arial"/>
                <a:ea typeface="Arial"/>
                <a:cs typeface="Arial"/>
              </a:defRPr>
            </a:lvl9pPr>
          </a:lstStyle>
          <a:p xmlns:a="http://schemas.openxmlformats.org/drawingml/2006/main">
            <a:pPr>
              <a:defRPr sz="1650" b="0">
                <a:solidFill>
                  <a:srgbClr val="60735E"/>
                </a:solidFill>
                <a:latin typeface="Arial"/>
                <a:ea typeface="Arial"/>
                <a:cs typeface="Arial"/>
              </a:defRPr>
            </a:pPr>
            <a:r>
              <a:rPr sz="1650" b="0">
                <a:solidFill>
                  <a:srgbClr val="60735E"/>
                </a:solidFill>
                <a:latin typeface="Arial"/>
                <a:ea typeface="Arial"/>
                <a:cs typeface="Arial"/>
              </a:rPr>
              <a:t>React forms and role workspaces connect to the same Express API and MySQL data.</a:t>
            </a:r>
          </a:p>
        </p:txBody>
      </p:sp>
      <p:sp>
        <p:nvSpPr>
          <p:cNvPr id="4" name="footer">
            <a:extLst xmlns:a="http://schemas.openxmlformats.org/drawingml/2006/main">
              <a:ext uri="{FF2B5EF4-FFF2-40B4-BE49-F238E27FC236}">
                <a16:creationId xmlns:a16="http://schemas.microsoft.com/office/drawing/2014/main" id="{C3D21F87-6217-4D25-9362-9414B07D8139}"/>
              </a:ext>
            </a:extLst>
          </p:cNvPr>
          <p:cNvSpPr>
            <a:spLocks xmlns:a="http://schemas.openxmlformats.org/drawingml/2006/main" noGrp="1"/>
          </p:cNvSpPr>
          <p:nvPr/>
        </p:nvSpPr>
        <p:spPr>
          <a:xfrm xmlns:a="http://schemas.openxmlformats.org/drawingml/2006/main">
            <a:off x="609600" y="6477000"/>
            <a:ext cx="428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60735E"/>
                </a:solidFill>
                <a:latin typeface="Arial"/>
                <a:ea typeface="Arial"/>
                <a:cs typeface="Arial"/>
              </a:defRPr>
            </a:defPPr>
            <a:lvl1pPr>
              <a:defRPr sz="1050" b="0">
                <a:solidFill>
                  <a:srgbClr val="60735E"/>
                </a:solidFill>
                <a:latin typeface="Arial"/>
                <a:ea typeface="Arial"/>
                <a:cs typeface="Arial"/>
              </a:defRPr>
            </a:lvl1pPr>
            <a:lvl2pPr>
              <a:defRPr sz="1050" b="0">
                <a:solidFill>
                  <a:srgbClr val="60735E"/>
                </a:solidFill>
                <a:latin typeface="Arial"/>
                <a:ea typeface="Arial"/>
                <a:cs typeface="Arial"/>
              </a:defRPr>
            </a:lvl2pPr>
            <a:lvl3pPr>
              <a:defRPr sz="1050" b="0">
                <a:solidFill>
                  <a:srgbClr val="60735E"/>
                </a:solidFill>
                <a:latin typeface="Arial"/>
                <a:ea typeface="Arial"/>
                <a:cs typeface="Arial"/>
              </a:defRPr>
            </a:lvl3pPr>
            <a:lvl4pPr>
              <a:defRPr sz="1050" b="0">
                <a:solidFill>
                  <a:srgbClr val="60735E"/>
                </a:solidFill>
                <a:latin typeface="Arial"/>
                <a:ea typeface="Arial"/>
                <a:cs typeface="Arial"/>
              </a:defRPr>
            </a:lvl4pPr>
            <a:lvl5pPr>
              <a:defRPr sz="1050" b="0">
                <a:solidFill>
                  <a:srgbClr val="60735E"/>
                </a:solidFill>
                <a:latin typeface="Arial"/>
                <a:ea typeface="Arial"/>
                <a:cs typeface="Arial"/>
              </a:defRPr>
            </a:lvl5pPr>
            <a:lvl6pPr>
              <a:defRPr sz="1050" b="0">
                <a:solidFill>
                  <a:srgbClr val="60735E"/>
                </a:solidFill>
                <a:latin typeface="Arial"/>
                <a:ea typeface="Arial"/>
                <a:cs typeface="Arial"/>
              </a:defRPr>
            </a:lvl6pPr>
            <a:lvl7pPr>
              <a:defRPr sz="1050" b="0">
                <a:solidFill>
                  <a:srgbClr val="60735E"/>
                </a:solidFill>
                <a:latin typeface="Arial"/>
                <a:ea typeface="Arial"/>
                <a:cs typeface="Arial"/>
              </a:defRPr>
            </a:lvl7pPr>
            <a:lvl8pPr>
              <a:defRPr sz="1050" b="0">
                <a:solidFill>
                  <a:srgbClr val="60735E"/>
                </a:solidFill>
                <a:latin typeface="Arial"/>
                <a:ea typeface="Arial"/>
                <a:cs typeface="Arial"/>
              </a:defRPr>
            </a:lvl8pPr>
            <a:lvl9pPr>
              <a:defRPr sz="1050" b="0">
                <a:solidFill>
                  <a:srgbClr val="60735E"/>
                </a:solidFill>
                <a:latin typeface="Arial"/>
                <a:ea typeface="Arial"/>
                <a:cs typeface="Arial"/>
              </a:defRPr>
            </a:lvl9pPr>
          </a:lstStyle>
          <a:p xmlns:a="http://schemas.openxmlformats.org/drawingml/2006/main">
            <a:pPr>
              <a:defRPr sz="1050" b="0">
                <a:solidFill>
                  <a:srgbClr val="60735E"/>
                </a:solidFill>
                <a:latin typeface="Arial"/>
                <a:ea typeface="Arial"/>
                <a:cs typeface="Arial"/>
              </a:defRPr>
            </a:pPr>
            <a:r>
              <a:rPr sz="1050" b="0">
                <a:solidFill>
                  <a:srgbClr val="60735E"/>
                </a:solidFill>
                <a:latin typeface="Arial"/>
                <a:ea typeface="Arial"/>
                <a:cs typeface="Arial"/>
              </a:rPr>
              <a:t>HRCMS / HAVEN</a:t>
            </a:r>
          </a:p>
        </p:txBody>
      </p:sp>
      <p:sp>
        <p:nvSpPr>
          <p:cNvPr id="5" name="page-number">
            <a:extLst xmlns:a="http://schemas.openxmlformats.org/drawingml/2006/main">
              <a:ext uri="{FF2B5EF4-FFF2-40B4-BE49-F238E27FC236}">
                <a16:creationId xmlns:a16="http://schemas.microsoft.com/office/drawing/2014/main" id="{4E8A0CE9-4C96-444B-B9B0-7E41C618A5CE}"/>
              </a:ext>
            </a:extLst>
          </p:cNvPr>
          <p:cNvSpPr>
            <a:spLocks xmlns:a="http://schemas.openxmlformats.org/drawingml/2006/main" noGrp="1"/>
          </p:cNvSpPr>
          <p:nvPr/>
        </p:nvSpPr>
        <p:spPr>
          <a:xfrm xmlns:a="http://schemas.openxmlformats.org/drawingml/2006/main">
            <a:off x="10763250" y="6477000"/>
            <a:ext cx="819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60735E"/>
                </a:solidFill>
                <a:latin typeface="Arial"/>
                <a:ea typeface="Arial"/>
                <a:cs typeface="Arial"/>
              </a:defRPr>
            </a:defPPr>
            <a:lvl1pPr>
              <a:defRPr sz="1050" b="0">
                <a:solidFill>
                  <a:srgbClr val="60735E"/>
                </a:solidFill>
                <a:latin typeface="Arial"/>
                <a:ea typeface="Arial"/>
                <a:cs typeface="Arial"/>
              </a:defRPr>
            </a:lvl1pPr>
            <a:lvl2pPr>
              <a:defRPr sz="1050" b="0">
                <a:solidFill>
                  <a:srgbClr val="60735E"/>
                </a:solidFill>
                <a:latin typeface="Arial"/>
                <a:ea typeface="Arial"/>
                <a:cs typeface="Arial"/>
              </a:defRPr>
            </a:lvl2pPr>
            <a:lvl3pPr>
              <a:defRPr sz="1050" b="0">
                <a:solidFill>
                  <a:srgbClr val="60735E"/>
                </a:solidFill>
                <a:latin typeface="Arial"/>
                <a:ea typeface="Arial"/>
                <a:cs typeface="Arial"/>
              </a:defRPr>
            </a:lvl3pPr>
            <a:lvl4pPr>
              <a:defRPr sz="1050" b="0">
                <a:solidFill>
                  <a:srgbClr val="60735E"/>
                </a:solidFill>
                <a:latin typeface="Arial"/>
                <a:ea typeface="Arial"/>
                <a:cs typeface="Arial"/>
              </a:defRPr>
            </a:lvl4pPr>
            <a:lvl5pPr>
              <a:defRPr sz="1050" b="0">
                <a:solidFill>
                  <a:srgbClr val="60735E"/>
                </a:solidFill>
                <a:latin typeface="Arial"/>
                <a:ea typeface="Arial"/>
                <a:cs typeface="Arial"/>
              </a:defRPr>
            </a:lvl5pPr>
            <a:lvl6pPr>
              <a:defRPr sz="1050" b="0">
                <a:solidFill>
                  <a:srgbClr val="60735E"/>
                </a:solidFill>
                <a:latin typeface="Arial"/>
                <a:ea typeface="Arial"/>
                <a:cs typeface="Arial"/>
              </a:defRPr>
            </a:lvl6pPr>
            <a:lvl7pPr>
              <a:defRPr sz="1050" b="0">
                <a:solidFill>
                  <a:srgbClr val="60735E"/>
                </a:solidFill>
                <a:latin typeface="Arial"/>
                <a:ea typeface="Arial"/>
                <a:cs typeface="Arial"/>
              </a:defRPr>
            </a:lvl7pPr>
            <a:lvl8pPr>
              <a:defRPr sz="1050" b="0">
                <a:solidFill>
                  <a:srgbClr val="60735E"/>
                </a:solidFill>
                <a:latin typeface="Arial"/>
                <a:ea typeface="Arial"/>
                <a:cs typeface="Arial"/>
              </a:defRPr>
            </a:lvl8pPr>
            <a:lvl9pPr>
              <a:defRPr sz="1050" b="0">
                <a:solidFill>
                  <a:srgbClr val="60735E"/>
                </a:solidFill>
                <a:latin typeface="Arial"/>
                <a:ea typeface="Arial"/>
                <a:cs typeface="Arial"/>
              </a:defRPr>
            </a:lvl9pPr>
          </a:lstStyle>
          <a:p xmlns:a="http://schemas.openxmlformats.org/drawingml/2006/main">
            <a:pPr>
              <a:defRPr sz="1050" b="0">
                <a:solidFill>
                  <a:srgbClr val="60735E"/>
                </a:solidFill>
                <a:latin typeface="Arial"/>
                <a:ea typeface="Arial"/>
                <a:cs typeface="Arial"/>
              </a:defRPr>
            </a:pPr>
            <a:r>
              <a:rPr sz="1050" b="0">
                <a:solidFill>
                  <a:srgbClr val="60735E"/>
                </a:solidFill>
                <a:latin typeface="Arial"/>
                <a:ea typeface="Arial"/>
                <a:cs typeface="Arial"/>
              </a:rPr>
              <a:t>11 / 18</a:t>
            </a:r>
          </a:p>
        </p:txBody>
      </p:sp>
      <p:pic>
        <p:nvPicPr>
          <p:cNvPr id="6" name="">
            <a:extLst xmlns:a="http://schemas.openxmlformats.org/drawingml/2006/main">
              <a:ext uri="{FF2B5EF4-FFF2-40B4-BE49-F238E27FC236}">
                <a16:creationId xmlns:a16="http://schemas.microsoft.com/office/drawing/2014/main" id="{17BFAE59-F48F-4D17-9559-6C9CBAB2E386}"/>
              </a:ext>
            </a:extLst>
          </p:cNvPr>
          <p:cNvPicPr>
            <a:picLocks xmlns:a="http://schemas.openxmlformats.org/drawingml/2006/main" noChangeAspect="1"/>
          </p:cNvPicPr>
          <p:nvPr/>
        </p:nvPicPr>
        <p:blipFill>
          <a:blip xmlns:r="http://schemas.openxmlformats.org/officeDocument/2006/relationships" xmlns:a="http://schemas.openxmlformats.org/drawingml/2006/main" r:embed="Rfbac760dbfea4aea"/>
          <a:srcRect xmlns:a="http://schemas.openxmlformats.org/drawingml/2006/main" l="0" t="0" r="0" b="40000"/>
          <a:stretch xmlns:a="http://schemas.openxmlformats.org/drawingml/2006/main"/>
        </p:blipFill>
        <p:spPr>
          <a:xfrm xmlns:a="http://schemas.openxmlformats.org/drawingml/2006/main">
            <a:off x="571500" y="1762125"/>
            <a:ext cx="7239000" cy="4429125"/>
          </a:xfrm>
          <a:prstGeom xmlns:a="http://schemas.openxmlformats.org/drawingml/2006/main" prst="rect">
            <a:avLst/>
          </a:prstGeom>
        </p:spPr>
      </p:pic>
      <p:sp>
        <p:nvSpPr>
          <p:cNvPr id="7" name="text">
            <a:extLst xmlns:a="http://schemas.openxmlformats.org/drawingml/2006/main">
              <a:ext uri="{FF2B5EF4-FFF2-40B4-BE49-F238E27FC236}">
                <a16:creationId xmlns:a16="http://schemas.microsoft.com/office/drawing/2014/main" id="{A5B92E11-B3C1-4005-A564-56B0513F2B84}"/>
              </a:ext>
            </a:extLst>
          </p:cNvPr>
          <p:cNvSpPr>
            <a:spLocks xmlns:a="http://schemas.openxmlformats.org/drawingml/2006/main" noGrp="1"/>
          </p:cNvSpPr>
          <p:nvPr/>
        </p:nvSpPr>
        <p:spPr>
          <a:xfrm xmlns:a="http://schemas.openxmlformats.org/drawingml/2006/main">
            <a:off x="8096250" y="1809750"/>
            <a:ext cx="3476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43B2D"/>
                </a:solidFill>
                <a:latin typeface="Arial"/>
                <a:ea typeface="Arial"/>
                <a:cs typeface="Arial"/>
              </a:defRPr>
            </a:defPPr>
            <a:lvl1pPr>
              <a:defRPr sz="1800" b="1">
                <a:solidFill>
                  <a:srgbClr val="243B2D"/>
                </a:solidFill>
                <a:latin typeface="Arial"/>
                <a:ea typeface="Arial"/>
                <a:cs typeface="Arial"/>
              </a:defRPr>
            </a:lvl1pPr>
            <a:lvl2pPr>
              <a:defRPr sz="1800" b="1">
                <a:solidFill>
                  <a:srgbClr val="243B2D"/>
                </a:solidFill>
                <a:latin typeface="Arial"/>
                <a:ea typeface="Arial"/>
                <a:cs typeface="Arial"/>
              </a:defRPr>
            </a:lvl2pPr>
            <a:lvl3pPr>
              <a:defRPr sz="1800" b="1">
                <a:solidFill>
                  <a:srgbClr val="243B2D"/>
                </a:solidFill>
                <a:latin typeface="Arial"/>
                <a:ea typeface="Arial"/>
                <a:cs typeface="Arial"/>
              </a:defRPr>
            </a:lvl3pPr>
            <a:lvl4pPr>
              <a:defRPr sz="1800" b="1">
                <a:solidFill>
                  <a:srgbClr val="243B2D"/>
                </a:solidFill>
                <a:latin typeface="Arial"/>
                <a:ea typeface="Arial"/>
                <a:cs typeface="Arial"/>
              </a:defRPr>
            </a:lvl4pPr>
            <a:lvl5pPr>
              <a:defRPr sz="1800" b="1">
                <a:solidFill>
                  <a:srgbClr val="243B2D"/>
                </a:solidFill>
                <a:latin typeface="Arial"/>
                <a:ea typeface="Arial"/>
                <a:cs typeface="Arial"/>
              </a:defRPr>
            </a:lvl5pPr>
            <a:lvl6pPr>
              <a:defRPr sz="1800" b="1">
                <a:solidFill>
                  <a:srgbClr val="243B2D"/>
                </a:solidFill>
                <a:latin typeface="Arial"/>
                <a:ea typeface="Arial"/>
                <a:cs typeface="Arial"/>
              </a:defRPr>
            </a:lvl6pPr>
            <a:lvl7pPr>
              <a:defRPr sz="1800" b="1">
                <a:solidFill>
                  <a:srgbClr val="243B2D"/>
                </a:solidFill>
                <a:latin typeface="Arial"/>
                <a:ea typeface="Arial"/>
                <a:cs typeface="Arial"/>
              </a:defRPr>
            </a:lvl7pPr>
            <a:lvl8pPr>
              <a:defRPr sz="1800" b="1">
                <a:solidFill>
                  <a:srgbClr val="243B2D"/>
                </a:solidFill>
                <a:latin typeface="Arial"/>
                <a:ea typeface="Arial"/>
                <a:cs typeface="Arial"/>
              </a:defRPr>
            </a:lvl8pPr>
            <a:lvl9pPr>
              <a:defRPr sz="1800" b="1">
                <a:solidFill>
                  <a:srgbClr val="243B2D"/>
                </a:solidFill>
                <a:latin typeface="Arial"/>
                <a:ea typeface="Arial"/>
                <a:cs typeface="Arial"/>
              </a:defRPr>
            </a:lvl9pPr>
          </a:lstStyle>
          <a:p xmlns:a="http://schemas.openxmlformats.org/drawingml/2006/main">
            <a:pPr>
              <a:defRPr sz="1800" b="1">
                <a:solidFill>
                  <a:srgbClr val="243B2D"/>
                </a:solidFill>
                <a:latin typeface="Arial"/>
                <a:ea typeface="Arial"/>
                <a:cs typeface="Arial"/>
              </a:defRPr>
            </a:pPr>
            <a:r>
              <a:rPr sz="1800" b="1">
                <a:solidFill>
                  <a:srgbClr val="243B2D"/>
                </a:solidFill>
                <a:latin typeface="Arial"/>
                <a:ea typeface="Arial"/>
                <a:cs typeface="Arial"/>
              </a:rPr>
              <a:t>Role workspaces</a:t>
            </a:r>
          </a:p>
        </p:txBody>
      </p:sp>
      <p:sp>
        <p:nvSpPr>
          <p:cNvPr id="8" name="text">
            <a:extLst xmlns:a="http://schemas.openxmlformats.org/drawingml/2006/main">
              <a:ext uri="{FF2B5EF4-FFF2-40B4-BE49-F238E27FC236}">
                <a16:creationId xmlns:a16="http://schemas.microsoft.com/office/drawing/2014/main" id="{AF3DC1B3-6F91-4FA0-B213-C5E6030F5B17}"/>
              </a:ext>
            </a:extLst>
          </p:cNvPr>
          <p:cNvSpPr>
            <a:spLocks xmlns:a="http://schemas.openxmlformats.org/drawingml/2006/main" noGrp="1"/>
          </p:cNvSpPr>
          <p:nvPr/>
        </p:nvSpPr>
        <p:spPr>
          <a:xfrm xmlns:a="http://schemas.openxmlformats.org/drawingml/2006/main">
            <a:off x="8096250" y="2190750"/>
            <a:ext cx="3476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60735E"/>
                </a:solidFill>
                <a:latin typeface="Arial"/>
                <a:ea typeface="Arial"/>
                <a:cs typeface="Arial"/>
              </a:defRPr>
            </a:defPPr>
            <a:lvl1pPr>
              <a:defRPr sz="1575" b="0">
                <a:solidFill>
                  <a:srgbClr val="60735E"/>
                </a:solidFill>
                <a:latin typeface="Arial"/>
                <a:ea typeface="Arial"/>
                <a:cs typeface="Arial"/>
              </a:defRPr>
            </a:lvl1pPr>
            <a:lvl2pPr>
              <a:defRPr sz="1575" b="0">
                <a:solidFill>
                  <a:srgbClr val="60735E"/>
                </a:solidFill>
                <a:latin typeface="Arial"/>
                <a:ea typeface="Arial"/>
                <a:cs typeface="Arial"/>
              </a:defRPr>
            </a:lvl2pPr>
            <a:lvl3pPr>
              <a:defRPr sz="1575" b="0">
                <a:solidFill>
                  <a:srgbClr val="60735E"/>
                </a:solidFill>
                <a:latin typeface="Arial"/>
                <a:ea typeface="Arial"/>
                <a:cs typeface="Arial"/>
              </a:defRPr>
            </a:lvl3pPr>
            <a:lvl4pPr>
              <a:defRPr sz="1575" b="0">
                <a:solidFill>
                  <a:srgbClr val="60735E"/>
                </a:solidFill>
                <a:latin typeface="Arial"/>
                <a:ea typeface="Arial"/>
                <a:cs typeface="Arial"/>
              </a:defRPr>
            </a:lvl4pPr>
            <a:lvl5pPr>
              <a:defRPr sz="1575" b="0">
                <a:solidFill>
                  <a:srgbClr val="60735E"/>
                </a:solidFill>
                <a:latin typeface="Arial"/>
                <a:ea typeface="Arial"/>
                <a:cs typeface="Arial"/>
              </a:defRPr>
            </a:lvl5pPr>
            <a:lvl6pPr>
              <a:defRPr sz="1575" b="0">
                <a:solidFill>
                  <a:srgbClr val="60735E"/>
                </a:solidFill>
                <a:latin typeface="Arial"/>
                <a:ea typeface="Arial"/>
                <a:cs typeface="Arial"/>
              </a:defRPr>
            </a:lvl6pPr>
            <a:lvl7pPr>
              <a:defRPr sz="1575" b="0">
                <a:solidFill>
                  <a:srgbClr val="60735E"/>
                </a:solidFill>
                <a:latin typeface="Arial"/>
                <a:ea typeface="Arial"/>
                <a:cs typeface="Arial"/>
              </a:defRPr>
            </a:lvl7pPr>
            <a:lvl8pPr>
              <a:defRPr sz="1575" b="0">
                <a:solidFill>
                  <a:srgbClr val="60735E"/>
                </a:solidFill>
                <a:latin typeface="Arial"/>
                <a:ea typeface="Arial"/>
                <a:cs typeface="Arial"/>
              </a:defRPr>
            </a:lvl8pPr>
            <a:lvl9pPr>
              <a:defRPr sz="1575" b="0">
                <a:solidFill>
                  <a:srgbClr val="60735E"/>
                </a:solidFill>
                <a:latin typeface="Arial"/>
                <a:ea typeface="Arial"/>
                <a:cs typeface="Arial"/>
              </a:defRPr>
            </a:lvl9pPr>
          </a:lstStyle>
          <a:p xmlns:a="http://schemas.openxmlformats.org/drawingml/2006/main">
            <a:pPr>
              <a:defRPr sz="1575" b="0">
                <a:solidFill>
                  <a:srgbClr val="60735E"/>
                </a:solidFill>
                <a:latin typeface="Arial"/>
                <a:ea typeface="Arial"/>
                <a:cs typeface="Arial"/>
              </a:defRPr>
            </a:pPr>
            <a:r>
              <a:rPr sz="1575" b="0">
                <a:solidFill>
                  <a:srgbClr val="60735E"/>
                </a:solidFill>
                <a:latin typeface="Arial"/>
                <a:ea typeface="Arial"/>
                <a:cs typeface="Arial"/>
              </a:rPr>
              <a:t>Student, warden, staff and admin</a:t>
            </a:r>
          </a:p>
        </p:txBody>
      </p:sp>
      <p:sp>
        <p:nvSpPr>
          <p:cNvPr id="9" name="text">
            <a:extLst xmlns:a="http://schemas.openxmlformats.org/drawingml/2006/main">
              <a:ext uri="{FF2B5EF4-FFF2-40B4-BE49-F238E27FC236}">
                <a16:creationId xmlns:a16="http://schemas.microsoft.com/office/drawing/2014/main" id="{FE504867-2666-4769-B67B-C695C7DB271A}"/>
              </a:ext>
            </a:extLst>
          </p:cNvPr>
          <p:cNvSpPr>
            <a:spLocks xmlns:a="http://schemas.openxmlformats.org/drawingml/2006/main" noGrp="1"/>
          </p:cNvSpPr>
          <p:nvPr/>
        </p:nvSpPr>
        <p:spPr>
          <a:xfrm xmlns:a="http://schemas.openxmlformats.org/drawingml/2006/main">
            <a:off x="8096250" y="2857500"/>
            <a:ext cx="3476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43B2D"/>
                </a:solidFill>
                <a:latin typeface="Arial"/>
                <a:ea typeface="Arial"/>
                <a:cs typeface="Arial"/>
              </a:defRPr>
            </a:defPPr>
            <a:lvl1pPr>
              <a:defRPr sz="1800" b="1">
                <a:solidFill>
                  <a:srgbClr val="243B2D"/>
                </a:solidFill>
                <a:latin typeface="Arial"/>
                <a:ea typeface="Arial"/>
                <a:cs typeface="Arial"/>
              </a:defRPr>
            </a:lvl1pPr>
            <a:lvl2pPr>
              <a:defRPr sz="1800" b="1">
                <a:solidFill>
                  <a:srgbClr val="243B2D"/>
                </a:solidFill>
                <a:latin typeface="Arial"/>
                <a:ea typeface="Arial"/>
                <a:cs typeface="Arial"/>
              </a:defRPr>
            </a:lvl2pPr>
            <a:lvl3pPr>
              <a:defRPr sz="1800" b="1">
                <a:solidFill>
                  <a:srgbClr val="243B2D"/>
                </a:solidFill>
                <a:latin typeface="Arial"/>
                <a:ea typeface="Arial"/>
                <a:cs typeface="Arial"/>
              </a:defRPr>
            </a:lvl3pPr>
            <a:lvl4pPr>
              <a:defRPr sz="1800" b="1">
                <a:solidFill>
                  <a:srgbClr val="243B2D"/>
                </a:solidFill>
                <a:latin typeface="Arial"/>
                <a:ea typeface="Arial"/>
                <a:cs typeface="Arial"/>
              </a:defRPr>
            </a:lvl4pPr>
            <a:lvl5pPr>
              <a:defRPr sz="1800" b="1">
                <a:solidFill>
                  <a:srgbClr val="243B2D"/>
                </a:solidFill>
                <a:latin typeface="Arial"/>
                <a:ea typeface="Arial"/>
                <a:cs typeface="Arial"/>
              </a:defRPr>
            </a:lvl5pPr>
            <a:lvl6pPr>
              <a:defRPr sz="1800" b="1">
                <a:solidFill>
                  <a:srgbClr val="243B2D"/>
                </a:solidFill>
                <a:latin typeface="Arial"/>
                <a:ea typeface="Arial"/>
                <a:cs typeface="Arial"/>
              </a:defRPr>
            </a:lvl6pPr>
            <a:lvl7pPr>
              <a:defRPr sz="1800" b="1">
                <a:solidFill>
                  <a:srgbClr val="243B2D"/>
                </a:solidFill>
                <a:latin typeface="Arial"/>
                <a:ea typeface="Arial"/>
                <a:cs typeface="Arial"/>
              </a:defRPr>
            </a:lvl7pPr>
            <a:lvl8pPr>
              <a:defRPr sz="1800" b="1">
                <a:solidFill>
                  <a:srgbClr val="243B2D"/>
                </a:solidFill>
                <a:latin typeface="Arial"/>
                <a:ea typeface="Arial"/>
                <a:cs typeface="Arial"/>
              </a:defRPr>
            </a:lvl8pPr>
            <a:lvl9pPr>
              <a:defRPr sz="1800" b="1">
                <a:solidFill>
                  <a:srgbClr val="243B2D"/>
                </a:solidFill>
                <a:latin typeface="Arial"/>
                <a:ea typeface="Arial"/>
                <a:cs typeface="Arial"/>
              </a:defRPr>
            </a:lvl9pPr>
          </a:lstStyle>
          <a:p xmlns:a="http://schemas.openxmlformats.org/drawingml/2006/main">
            <a:pPr>
              <a:defRPr sz="1800" b="1">
                <a:solidFill>
                  <a:srgbClr val="243B2D"/>
                </a:solidFill>
                <a:latin typeface="Arial"/>
                <a:ea typeface="Arial"/>
                <a:cs typeface="Arial"/>
              </a:defRPr>
            </a:pPr>
            <a:r>
              <a:rPr sz="1800" b="1">
                <a:solidFill>
                  <a:srgbClr val="243B2D"/>
                </a:solidFill>
                <a:latin typeface="Arial"/>
                <a:ea typeface="Arial"/>
                <a:cs typeface="Arial"/>
              </a:rPr>
              <a:t>Connected forms</a:t>
            </a:r>
          </a:p>
        </p:txBody>
      </p:sp>
      <p:sp>
        <p:nvSpPr>
          <p:cNvPr id="10" name="text">
            <a:extLst xmlns:a="http://schemas.openxmlformats.org/drawingml/2006/main">
              <a:ext uri="{FF2B5EF4-FFF2-40B4-BE49-F238E27FC236}">
                <a16:creationId xmlns:a16="http://schemas.microsoft.com/office/drawing/2014/main" id="{9FEA191C-ED70-41A0-9255-4FF47F401AA9}"/>
              </a:ext>
            </a:extLst>
          </p:cNvPr>
          <p:cNvSpPr>
            <a:spLocks xmlns:a="http://schemas.openxmlformats.org/drawingml/2006/main" noGrp="1"/>
          </p:cNvSpPr>
          <p:nvPr/>
        </p:nvSpPr>
        <p:spPr>
          <a:xfrm xmlns:a="http://schemas.openxmlformats.org/drawingml/2006/main">
            <a:off x="8096250" y="3238500"/>
            <a:ext cx="3476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60735E"/>
                </a:solidFill>
                <a:latin typeface="Arial"/>
                <a:ea typeface="Arial"/>
                <a:cs typeface="Arial"/>
              </a:defRPr>
            </a:defPPr>
            <a:lvl1pPr>
              <a:defRPr sz="1575" b="0">
                <a:solidFill>
                  <a:srgbClr val="60735E"/>
                </a:solidFill>
                <a:latin typeface="Arial"/>
                <a:ea typeface="Arial"/>
                <a:cs typeface="Arial"/>
              </a:defRPr>
            </a:lvl1pPr>
            <a:lvl2pPr>
              <a:defRPr sz="1575" b="0">
                <a:solidFill>
                  <a:srgbClr val="60735E"/>
                </a:solidFill>
                <a:latin typeface="Arial"/>
                <a:ea typeface="Arial"/>
                <a:cs typeface="Arial"/>
              </a:defRPr>
            </a:lvl2pPr>
            <a:lvl3pPr>
              <a:defRPr sz="1575" b="0">
                <a:solidFill>
                  <a:srgbClr val="60735E"/>
                </a:solidFill>
                <a:latin typeface="Arial"/>
                <a:ea typeface="Arial"/>
                <a:cs typeface="Arial"/>
              </a:defRPr>
            </a:lvl3pPr>
            <a:lvl4pPr>
              <a:defRPr sz="1575" b="0">
                <a:solidFill>
                  <a:srgbClr val="60735E"/>
                </a:solidFill>
                <a:latin typeface="Arial"/>
                <a:ea typeface="Arial"/>
                <a:cs typeface="Arial"/>
              </a:defRPr>
            </a:lvl4pPr>
            <a:lvl5pPr>
              <a:defRPr sz="1575" b="0">
                <a:solidFill>
                  <a:srgbClr val="60735E"/>
                </a:solidFill>
                <a:latin typeface="Arial"/>
                <a:ea typeface="Arial"/>
                <a:cs typeface="Arial"/>
              </a:defRPr>
            </a:lvl5pPr>
            <a:lvl6pPr>
              <a:defRPr sz="1575" b="0">
                <a:solidFill>
                  <a:srgbClr val="60735E"/>
                </a:solidFill>
                <a:latin typeface="Arial"/>
                <a:ea typeface="Arial"/>
                <a:cs typeface="Arial"/>
              </a:defRPr>
            </a:lvl6pPr>
            <a:lvl7pPr>
              <a:defRPr sz="1575" b="0">
                <a:solidFill>
                  <a:srgbClr val="60735E"/>
                </a:solidFill>
                <a:latin typeface="Arial"/>
                <a:ea typeface="Arial"/>
                <a:cs typeface="Arial"/>
              </a:defRPr>
            </a:lvl7pPr>
            <a:lvl8pPr>
              <a:defRPr sz="1575" b="0">
                <a:solidFill>
                  <a:srgbClr val="60735E"/>
                </a:solidFill>
                <a:latin typeface="Arial"/>
                <a:ea typeface="Arial"/>
                <a:cs typeface="Arial"/>
              </a:defRPr>
            </a:lvl8pPr>
            <a:lvl9pPr>
              <a:defRPr sz="1575" b="0">
                <a:solidFill>
                  <a:srgbClr val="60735E"/>
                </a:solidFill>
                <a:latin typeface="Arial"/>
                <a:ea typeface="Arial"/>
                <a:cs typeface="Arial"/>
              </a:defRPr>
            </a:lvl9pPr>
          </a:lstStyle>
          <a:p xmlns:a="http://schemas.openxmlformats.org/drawingml/2006/main">
            <a:pPr>
              <a:defRPr sz="1575" b="0">
                <a:solidFill>
                  <a:srgbClr val="60735E"/>
                </a:solidFill>
                <a:latin typeface="Arial"/>
                <a:ea typeface="Arial"/>
                <a:cs typeface="Arial"/>
              </a:defRPr>
            </a:pPr>
            <a:r>
              <a:rPr sz="1575" b="0">
                <a:solidFill>
                  <a:srgbClr val="60735E"/>
                </a:solidFill>
                <a:latin typeface="Arial"/>
                <a:ea typeface="Arial"/>
                <a:cs typeface="Arial"/>
              </a:rPr>
              <a:t>Allotments, complaints and feedback</a:t>
            </a:r>
          </a:p>
        </p:txBody>
      </p:sp>
      <p:sp>
        <p:nvSpPr>
          <p:cNvPr id="11" name="text">
            <a:extLst xmlns:a="http://schemas.openxmlformats.org/drawingml/2006/main">
              <a:ext uri="{FF2B5EF4-FFF2-40B4-BE49-F238E27FC236}">
                <a16:creationId xmlns:a16="http://schemas.microsoft.com/office/drawing/2014/main" id="{F443B9FF-AB5F-4722-B623-26A4535FC857}"/>
              </a:ext>
            </a:extLst>
          </p:cNvPr>
          <p:cNvSpPr>
            <a:spLocks xmlns:a="http://schemas.openxmlformats.org/drawingml/2006/main" noGrp="1"/>
          </p:cNvSpPr>
          <p:nvPr/>
        </p:nvSpPr>
        <p:spPr>
          <a:xfrm xmlns:a="http://schemas.openxmlformats.org/drawingml/2006/main">
            <a:off x="8096250" y="3905250"/>
            <a:ext cx="3476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43B2D"/>
                </a:solidFill>
                <a:latin typeface="Arial"/>
                <a:ea typeface="Arial"/>
                <a:cs typeface="Arial"/>
              </a:defRPr>
            </a:defPPr>
            <a:lvl1pPr>
              <a:defRPr sz="1800" b="1">
                <a:solidFill>
                  <a:srgbClr val="243B2D"/>
                </a:solidFill>
                <a:latin typeface="Arial"/>
                <a:ea typeface="Arial"/>
                <a:cs typeface="Arial"/>
              </a:defRPr>
            </a:lvl1pPr>
            <a:lvl2pPr>
              <a:defRPr sz="1800" b="1">
                <a:solidFill>
                  <a:srgbClr val="243B2D"/>
                </a:solidFill>
                <a:latin typeface="Arial"/>
                <a:ea typeface="Arial"/>
                <a:cs typeface="Arial"/>
              </a:defRPr>
            </a:lvl2pPr>
            <a:lvl3pPr>
              <a:defRPr sz="1800" b="1">
                <a:solidFill>
                  <a:srgbClr val="243B2D"/>
                </a:solidFill>
                <a:latin typeface="Arial"/>
                <a:ea typeface="Arial"/>
                <a:cs typeface="Arial"/>
              </a:defRPr>
            </a:lvl3pPr>
            <a:lvl4pPr>
              <a:defRPr sz="1800" b="1">
                <a:solidFill>
                  <a:srgbClr val="243B2D"/>
                </a:solidFill>
                <a:latin typeface="Arial"/>
                <a:ea typeface="Arial"/>
                <a:cs typeface="Arial"/>
              </a:defRPr>
            </a:lvl4pPr>
            <a:lvl5pPr>
              <a:defRPr sz="1800" b="1">
                <a:solidFill>
                  <a:srgbClr val="243B2D"/>
                </a:solidFill>
                <a:latin typeface="Arial"/>
                <a:ea typeface="Arial"/>
                <a:cs typeface="Arial"/>
              </a:defRPr>
            </a:lvl5pPr>
            <a:lvl6pPr>
              <a:defRPr sz="1800" b="1">
                <a:solidFill>
                  <a:srgbClr val="243B2D"/>
                </a:solidFill>
                <a:latin typeface="Arial"/>
                <a:ea typeface="Arial"/>
                <a:cs typeface="Arial"/>
              </a:defRPr>
            </a:lvl6pPr>
            <a:lvl7pPr>
              <a:defRPr sz="1800" b="1">
                <a:solidFill>
                  <a:srgbClr val="243B2D"/>
                </a:solidFill>
                <a:latin typeface="Arial"/>
                <a:ea typeface="Arial"/>
                <a:cs typeface="Arial"/>
              </a:defRPr>
            </a:lvl7pPr>
            <a:lvl8pPr>
              <a:defRPr sz="1800" b="1">
                <a:solidFill>
                  <a:srgbClr val="243B2D"/>
                </a:solidFill>
                <a:latin typeface="Arial"/>
                <a:ea typeface="Arial"/>
                <a:cs typeface="Arial"/>
              </a:defRPr>
            </a:lvl8pPr>
            <a:lvl9pPr>
              <a:defRPr sz="1800" b="1">
                <a:solidFill>
                  <a:srgbClr val="243B2D"/>
                </a:solidFill>
                <a:latin typeface="Arial"/>
                <a:ea typeface="Arial"/>
                <a:cs typeface="Arial"/>
              </a:defRPr>
            </a:lvl9pPr>
          </a:lstStyle>
          <a:p xmlns:a="http://schemas.openxmlformats.org/drawingml/2006/main">
            <a:pPr>
              <a:defRPr sz="1800" b="1">
                <a:solidFill>
                  <a:srgbClr val="243B2D"/>
                </a:solidFill>
                <a:latin typeface="Arial"/>
                <a:ea typeface="Arial"/>
                <a:cs typeface="Arial"/>
              </a:defRPr>
            </a:pPr>
            <a:r>
              <a:rPr sz="1800" b="1">
                <a:solidFill>
                  <a:srgbClr val="243B2D"/>
                </a:solidFill>
                <a:latin typeface="Arial"/>
                <a:ea typeface="Arial"/>
                <a:cs typeface="Arial"/>
              </a:rPr>
              <a:t>Responsive layouts</a:t>
            </a:r>
          </a:p>
        </p:txBody>
      </p:sp>
      <p:sp>
        <p:nvSpPr>
          <p:cNvPr id="12" name="text">
            <a:extLst xmlns:a="http://schemas.openxmlformats.org/drawingml/2006/main">
              <a:ext uri="{FF2B5EF4-FFF2-40B4-BE49-F238E27FC236}">
                <a16:creationId xmlns:a16="http://schemas.microsoft.com/office/drawing/2014/main" id="{5ACBD790-F159-4D5E-8424-EE8BA2BD2C33}"/>
              </a:ext>
            </a:extLst>
          </p:cNvPr>
          <p:cNvSpPr>
            <a:spLocks xmlns:a="http://schemas.openxmlformats.org/drawingml/2006/main" noGrp="1"/>
          </p:cNvSpPr>
          <p:nvPr/>
        </p:nvSpPr>
        <p:spPr>
          <a:xfrm xmlns:a="http://schemas.openxmlformats.org/drawingml/2006/main">
            <a:off x="8096250" y="4286250"/>
            <a:ext cx="3476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60735E"/>
                </a:solidFill>
                <a:latin typeface="Arial"/>
                <a:ea typeface="Arial"/>
                <a:cs typeface="Arial"/>
              </a:defRPr>
            </a:defPPr>
            <a:lvl1pPr>
              <a:defRPr sz="1575" b="0">
                <a:solidFill>
                  <a:srgbClr val="60735E"/>
                </a:solidFill>
                <a:latin typeface="Arial"/>
                <a:ea typeface="Arial"/>
                <a:cs typeface="Arial"/>
              </a:defRPr>
            </a:lvl1pPr>
            <a:lvl2pPr>
              <a:defRPr sz="1575" b="0">
                <a:solidFill>
                  <a:srgbClr val="60735E"/>
                </a:solidFill>
                <a:latin typeface="Arial"/>
                <a:ea typeface="Arial"/>
                <a:cs typeface="Arial"/>
              </a:defRPr>
            </a:lvl2pPr>
            <a:lvl3pPr>
              <a:defRPr sz="1575" b="0">
                <a:solidFill>
                  <a:srgbClr val="60735E"/>
                </a:solidFill>
                <a:latin typeface="Arial"/>
                <a:ea typeface="Arial"/>
                <a:cs typeface="Arial"/>
              </a:defRPr>
            </a:lvl3pPr>
            <a:lvl4pPr>
              <a:defRPr sz="1575" b="0">
                <a:solidFill>
                  <a:srgbClr val="60735E"/>
                </a:solidFill>
                <a:latin typeface="Arial"/>
                <a:ea typeface="Arial"/>
                <a:cs typeface="Arial"/>
              </a:defRPr>
            </a:lvl4pPr>
            <a:lvl5pPr>
              <a:defRPr sz="1575" b="0">
                <a:solidFill>
                  <a:srgbClr val="60735E"/>
                </a:solidFill>
                <a:latin typeface="Arial"/>
                <a:ea typeface="Arial"/>
                <a:cs typeface="Arial"/>
              </a:defRPr>
            </a:lvl5pPr>
            <a:lvl6pPr>
              <a:defRPr sz="1575" b="0">
                <a:solidFill>
                  <a:srgbClr val="60735E"/>
                </a:solidFill>
                <a:latin typeface="Arial"/>
                <a:ea typeface="Arial"/>
                <a:cs typeface="Arial"/>
              </a:defRPr>
            </a:lvl6pPr>
            <a:lvl7pPr>
              <a:defRPr sz="1575" b="0">
                <a:solidFill>
                  <a:srgbClr val="60735E"/>
                </a:solidFill>
                <a:latin typeface="Arial"/>
                <a:ea typeface="Arial"/>
                <a:cs typeface="Arial"/>
              </a:defRPr>
            </a:lvl7pPr>
            <a:lvl8pPr>
              <a:defRPr sz="1575" b="0">
                <a:solidFill>
                  <a:srgbClr val="60735E"/>
                </a:solidFill>
                <a:latin typeface="Arial"/>
                <a:ea typeface="Arial"/>
                <a:cs typeface="Arial"/>
              </a:defRPr>
            </a:lvl8pPr>
            <a:lvl9pPr>
              <a:defRPr sz="1575" b="0">
                <a:solidFill>
                  <a:srgbClr val="60735E"/>
                </a:solidFill>
                <a:latin typeface="Arial"/>
                <a:ea typeface="Arial"/>
                <a:cs typeface="Arial"/>
              </a:defRPr>
            </a:lvl9pPr>
          </a:lstStyle>
          <a:p xmlns:a="http://schemas.openxmlformats.org/drawingml/2006/main">
            <a:pPr>
              <a:defRPr sz="1575" b="0">
                <a:solidFill>
                  <a:srgbClr val="60735E"/>
                </a:solidFill>
                <a:latin typeface="Arial"/>
                <a:ea typeface="Arial"/>
                <a:cs typeface="Arial"/>
              </a:defRPr>
            </a:pPr>
            <a:r>
              <a:rPr sz="1575" b="0">
                <a:solidFill>
                  <a:srgbClr val="60735E"/>
                </a:solidFill>
                <a:latin typeface="Arial"/>
                <a:ea typeface="Arial"/>
                <a:cs typeface="Arial"/>
              </a:rPr>
              <a:t>Desktop and phone-sized screens</a:t>
            </a:r>
          </a:p>
        </p:txBody>
      </p:sp>
      <p:sp>
        <p:nvSpPr>
          <p:cNvPr id="13" name="text">
            <a:extLst xmlns:a="http://schemas.openxmlformats.org/drawingml/2006/main">
              <a:ext uri="{FF2B5EF4-FFF2-40B4-BE49-F238E27FC236}">
                <a16:creationId xmlns:a16="http://schemas.microsoft.com/office/drawing/2014/main" id="{B78EDB9C-1D87-4944-BFE3-EF0F2BB01E1C}"/>
              </a:ext>
            </a:extLst>
          </p:cNvPr>
          <p:cNvSpPr>
            <a:spLocks xmlns:a="http://schemas.openxmlformats.org/drawingml/2006/main" noGrp="1"/>
          </p:cNvSpPr>
          <p:nvPr/>
        </p:nvSpPr>
        <p:spPr>
          <a:xfrm xmlns:a="http://schemas.openxmlformats.org/drawingml/2006/main">
            <a:off x="8096250" y="4953000"/>
            <a:ext cx="3476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43B2D"/>
                </a:solidFill>
                <a:latin typeface="Arial"/>
                <a:ea typeface="Arial"/>
                <a:cs typeface="Arial"/>
              </a:defRPr>
            </a:defPPr>
            <a:lvl1pPr>
              <a:defRPr sz="1800" b="1">
                <a:solidFill>
                  <a:srgbClr val="243B2D"/>
                </a:solidFill>
                <a:latin typeface="Arial"/>
                <a:ea typeface="Arial"/>
                <a:cs typeface="Arial"/>
              </a:defRPr>
            </a:lvl1pPr>
            <a:lvl2pPr>
              <a:defRPr sz="1800" b="1">
                <a:solidFill>
                  <a:srgbClr val="243B2D"/>
                </a:solidFill>
                <a:latin typeface="Arial"/>
                <a:ea typeface="Arial"/>
                <a:cs typeface="Arial"/>
              </a:defRPr>
            </a:lvl2pPr>
            <a:lvl3pPr>
              <a:defRPr sz="1800" b="1">
                <a:solidFill>
                  <a:srgbClr val="243B2D"/>
                </a:solidFill>
                <a:latin typeface="Arial"/>
                <a:ea typeface="Arial"/>
                <a:cs typeface="Arial"/>
              </a:defRPr>
            </a:lvl3pPr>
            <a:lvl4pPr>
              <a:defRPr sz="1800" b="1">
                <a:solidFill>
                  <a:srgbClr val="243B2D"/>
                </a:solidFill>
                <a:latin typeface="Arial"/>
                <a:ea typeface="Arial"/>
                <a:cs typeface="Arial"/>
              </a:defRPr>
            </a:lvl4pPr>
            <a:lvl5pPr>
              <a:defRPr sz="1800" b="1">
                <a:solidFill>
                  <a:srgbClr val="243B2D"/>
                </a:solidFill>
                <a:latin typeface="Arial"/>
                <a:ea typeface="Arial"/>
                <a:cs typeface="Arial"/>
              </a:defRPr>
            </a:lvl5pPr>
            <a:lvl6pPr>
              <a:defRPr sz="1800" b="1">
                <a:solidFill>
                  <a:srgbClr val="243B2D"/>
                </a:solidFill>
                <a:latin typeface="Arial"/>
                <a:ea typeface="Arial"/>
                <a:cs typeface="Arial"/>
              </a:defRPr>
            </a:lvl6pPr>
            <a:lvl7pPr>
              <a:defRPr sz="1800" b="1">
                <a:solidFill>
                  <a:srgbClr val="243B2D"/>
                </a:solidFill>
                <a:latin typeface="Arial"/>
                <a:ea typeface="Arial"/>
                <a:cs typeface="Arial"/>
              </a:defRPr>
            </a:lvl7pPr>
            <a:lvl8pPr>
              <a:defRPr sz="1800" b="1">
                <a:solidFill>
                  <a:srgbClr val="243B2D"/>
                </a:solidFill>
                <a:latin typeface="Arial"/>
                <a:ea typeface="Arial"/>
                <a:cs typeface="Arial"/>
              </a:defRPr>
            </a:lvl8pPr>
            <a:lvl9pPr>
              <a:defRPr sz="1800" b="1">
                <a:solidFill>
                  <a:srgbClr val="243B2D"/>
                </a:solidFill>
                <a:latin typeface="Arial"/>
                <a:ea typeface="Arial"/>
                <a:cs typeface="Arial"/>
              </a:defRPr>
            </a:lvl9pPr>
          </a:lstStyle>
          <a:p xmlns:a="http://schemas.openxmlformats.org/drawingml/2006/main">
            <a:pPr>
              <a:defRPr sz="1800" b="1">
                <a:solidFill>
                  <a:srgbClr val="243B2D"/>
                </a:solidFill>
                <a:latin typeface="Arial"/>
                <a:ea typeface="Arial"/>
                <a:cs typeface="Arial"/>
              </a:defRPr>
            </a:pPr>
            <a:r>
              <a:rPr sz="1800" b="1">
                <a:solidFill>
                  <a:srgbClr val="243B2D"/>
                </a:solidFill>
                <a:latin typeface="Arial"/>
                <a:ea typeface="Arial"/>
                <a:cs typeface="Arial"/>
              </a:rPr>
              <a:t>Reports and administration</a:t>
            </a:r>
          </a:p>
        </p:txBody>
      </p:sp>
      <p:sp>
        <p:nvSpPr>
          <p:cNvPr id="14" name="text">
            <a:extLst xmlns:a="http://schemas.openxmlformats.org/drawingml/2006/main">
              <a:ext uri="{FF2B5EF4-FFF2-40B4-BE49-F238E27FC236}">
                <a16:creationId xmlns:a16="http://schemas.microsoft.com/office/drawing/2014/main" id="{6A3EEDEE-59E8-4439-A462-E1A2B8FC98B8}"/>
              </a:ext>
            </a:extLst>
          </p:cNvPr>
          <p:cNvSpPr>
            <a:spLocks xmlns:a="http://schemas.openxmlformats.org/drawingml/2006/main" noGrp="1"/>
          </p:cNvSpPr>
          <p:nvPr/>
        </p:nvSpPr>
        <p:spPr>
          <a:xfrm xmlns:a="http://schemas.openxmlformats.org/drawingml/2006/main">
            <a:off x="8096250" y="5334000"/>
            <a:ext cx="3476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60735E"/>
                </a:solidFill>
                <a:latin typeface="Arial"/>
                <a:ea typeface="Arial"/>
                <a:cs typeface="Arial"/>
              </a:defRPr>
            </a:defPPr>
            <a:lvl1pPr>
              <a:defRPr sz="1575" b="0">
                <a:solidFill>
                  <a:srgbClr val="60735E"/>
                </a:solidFill>
                <a:latin typeface="Arial"/>
                <a:ea typeface="Arial"/>
                <a:cs typeface="Arial"/>
              </a:defRPr>
            </a:lvl1pPr>
            <a:lvl2pPr>
              <a:defRPr sz="1575" b="0">
                <a:solidFill>
                  <a:srgbClr val="60735E"/>
                </a:solidFill>
                <a:latin typeface="Arial"/>
                <a:ea typeface="Arial"/>
                <a:cs typeface="Arial"/>
              </a:defRPr>
            </a:lvl2pPr>
            <a:lvl3pPr>
              <a:defRPr sz="1575" b="0">
                <a:solidFill>
                  <a:srgbClr val="60735E"/>
                </a:solidFill>
                <a:latin typeface="Arial"/>
                <a:ea typeface="Arial"/>
                <a:cs typeface="Arial"/>
              </a:defRPr>
            </a:lvl3pPr>
            <a:lvl4pPr>
              <a:defRPr sz="1575" b="0">
                <a:solidFill>
                  <a:srgbClr val="60735E"/>
                </a:solidFill>
                <a:latin typeface="Arial"/>
                <a:ea typeface="Arial"/>
                <a:cs typeface="Arial"/>
              </a:defRPr>
            </a:lvl4pPr>
            <a:lvl5pPr>
              <a:defRPr sz="1575" b="0">
                <a:solidFill>
                  <a:srgbClr val="60735E"/>
                </a:solidFill>
                <a:latin typeface="Arial"/>
                <a:ea typeface="Arial"/>
                <a:cs typeface="Arial"/>
              </a:defRPr>
            </a:lvl5pPr>
            <a:lvl6pPr>
              <a:defRPr sz="1575" b="0">
                <a:solidFill>
                  <a:srgbClr val="60735E"/>
                </a:solidFill>
                <a:latin typeface="Arial"/>
                <a:ea typeface="Arial"/>
                <a:cs typeface="Arial"/>
              </a:defRPr>
            </a:lvl6pPr>
            <a:lvl7pPr>
              <a:defRPr sz="1575" b="0">
                <a:solidFill>
                  <a:srgbClr val="60735E"/>
                </a:solidFill>
                <a:latin typeface="Arial"/>
                <a:ea typeface="Arial"/>
                <a:cs typeface="Arial"/>
              </a:defRPr>
            </a:lvl7pPr>
            <a:lvl8pPr>
              <a:defRPr sz="1575" b="0">
                <a:solidFill>
                  <a:srgbClr val="60735E"/>
                </a:solidFill>
                <a:latin typeface="Arial"/>
                <a:ea typeface="Arial"/>
                <a:cs typeface="Arial"/>
              </a:defRPr>
            </a:lvl8pPr>
            <a:lvl9pPr>
              <a:defRPr sz="1575" b="0">
                <a:solidFill>
                  <a:srgbClr val="60735E"/>
                </a:solidFill>
                <a:latin typeface="Arial"/>
                <a:ea typeface="Arial"/>
                <a:cs typeface="Arial"/>
              </a:defRPr>
            </a:lvl9pPr>
          </a:lstStyle>
          <a:p xmlns:a="http://schemas.openxmlformats.org/drawingml/2006/main">
            <a:pPr>
              <a:defRPr sz="1575" b="0">
                <a:solidFill>
                  <a:srgbClr val="60735E"/>
                </a:solidFill>
                <a:latin typeface="Arial"/>
                <a:ea typeface="Arial"/>
                <a:cs typeface="Arial"/>
              </a:defRPr>
            </a:pPr>
            <a:r>
              <a:rPr sz="1575" b="0">
                <a:solidFill>
                  <a:srgbClr val="60735E"/>
                </a:solidFill>
                <a:latin typeface="Arial"/>
                <a:ea typeface="Arial"/>
                <a:cs typeface="Arial"/>
              </a:rPr>
              <a:t>Workloads, service targets and campus records</a:t>
            </a:r>
          </a:p>
        </p:txBody>
      </p:sp>
    </p:spTree>
    <p:extLst>
      <p:ext uri="{BB962C8B-B14F-4D97-AF65-F5344CB8AC3E}">
        <p14:creationId xmlns:p14="http://schemas.microsoft.com/office/powerpoint/2010/main" val="182039947"/>
      </p:ext>
    </p:extLst>
  </p:cSld>
</p:sld>
</file>

<file path=ppt/slides/slide12.xml><?xml version="1.0" encoding="utf-8"?>
<p:sld xmlns:p="http://schemas.openxmlformats.org/presentationml/2006/main">
  <p:cSld>
    <p:bg>
      <p:bgPr>
        <a:solidFill xmlns:a="http://schemas.openxmlformats.org/drawingml/2006/main">
          <a:srgbClr val="FAFBF7"/>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C340D26C-6784-481C-819B-A1D274B960C0}"/>
              </a:ext>
            </a:extLst>
          </p:cNvPr>
          <p:cNvSpPr>
            <a:spLocks xmlns:a="http://schemas.openxmlformats.org/drawingml/2006/main" noGrp="1"/>
          </p:cNvSpPr>
          <p:nvPr/>
        </p:nvSpPr>
        <p:spPr>
          <a:xfrm xmlns:a="http://schemas.openxmlformats.org/drawingml/2006/main">
            <a:off x="609600" y="4572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F4D3B"/>
                </a:solidFill>
                <a:latin typeface="Arial"/>
                <a:ea typeface="Arial"/>
                <a:cs typeface="Arial"/>
              </a:defRPr>
            </a:defPPr>
            <a:lvl1pPr>
              <a:defRPr sz="3300" b="1">
                <a:solidFill>
                  <a:srgbClr val="1F4D3B"/>
                </a:solidFill>
                <a:latin typeface="Arial"/>
                <a:ea typeface="Arial"/>
                <a:cs typeface="Arial"/>
              </a:defRPr>
            </a:lvl1pPr>
            <a:lvl2pPr>
              <a:defRPr sz="3300" b="1">
                <a:solidFill>
                  <a:srgbClr val="1F4D3B"/>
                </a:solidFill>
                <a:latin typeface="Arial"/>
                <a:ea typeface="Arial"/>
                <a:cs typeface="Arial"/>
              </a:defRPr>
            </a:lvl2pPr>
            <a:lvl3pPr>
              <a:defRPr sz="3300" b="1">
                <a:solidFill>
                  <a:srgbClr val="1F4D3B"/>
                </a:solidFill>
                <a:latin typeface="Arial"/>
                <a:ea typeface="Arial"/>
                <a:cs typeface="Arial"/>
              </a:defRPr>
            </a:lvl3pPr>
            <a:lvl4pPr>
              <a:defRPr sz="3300" b="1">
                <a:solidFill>
                  <a:srgbClr val="1F4D3B"/>
                </a:solidFill>
                <a:latin typeface="Arial"/>
                <a:ea typeface="Arial"/>
                <a:cs typeface="Arial"/>
              </a:defRPr>
            </a:lvl4pPr>
            <a:lvl5pPr>
              <a:defRPr sz="3300" b="1">
                <a:solidFill>
                  <a:srgbClr val="1F4D3B"/>
                </a:solidFill>
                <a:latin typeface="Arial"/>
                <a:ea typeface="Arial"/>
                <a:cs typeface="Arial"/>
              </a:defRPr>
            </a:lvl5pPr>
            <a:lvl6pPr>
              <a:defRPr sz="3300" b="1">
                <a:solidFill>
                  <a:srgbClr val="1F4D3B"/>
                </a:solidFill>
                <a:latin typeface="Arial"/>
                <a:ea typeface="Arial"/>
                <a:cs typeface="Arial"/>
              </a:defRPr>
            </a:lvl6pPr>
            <a:lvl7pPr>
              <a:defRPr sz="3300" b="1">
                <a:solidFill>
                  <a:srgbClr val="1F4D3B"/>
                </a:solidFill>
                <a:latin typeface="Arial"/>
                <a:ea typeface="Arial"/>
                <a:cs typeface="Arial"/>
              </a:defRPr>
            </a:lvl7pPr>
            <a:lvl8pPr>
              <a:defRPr sz="3300" b="1">
                <a:solidFill>
                  <a:srgbClr val="1F4D3B"/>
                </a:solidFill>
                <a:latin typeface="Arial"/>
                <a:ea typeface="Arial"/>
                <a:cs typeface="Arial"/>
              </a:defRPr>
            </a:lvl8pPr>
            <a:lvl9pPr>
              <a:defRPr sz="3300" b="1">
                <a:solidFill>
                  <a:srgbClr val="1F4D3B"/>
                </a:solidFill>
                <a:latin typeface="Arial"/>
                <a:ea typeface="Arial"/>
                <a:cs typeface="Arial"/>
              </a:defRPr>
            </a:lvl9pPr>
          </a:lstStyle>
          <a:p xmlns:a="http://schemas.openxmlformats.org/drawingml/2006/main">
            <a:pPr>
              <a:defRPr sz="3300" b="1">
                <a:solidFill>
                  <a:srgbClr val="1F4D3B"/>
                </a:solidFill>
                <a:latin typeface="Arial"/>
                <a:ea typeface="Arial"/>
                <a:cs typeface="Arial"/>
              </a:defRPr>
            </a:pPr>
            <a:r>
              <a:rPr sz="3300" b="1">
                <a:solidFill>
                  <a:srgbClr val="1F4D3B"/>
                </a:solidFill>
                <a:latin typeface="Arial"/>
                <a:ea typeface="Arial"/>
                <a:cs typeface="Arial"/>
              </a:rPr>
              <a:t>Business Logic Implementation</a:t>
            </a:r>
          </a:p>
        </p:txBody>
      </p:sp>
      <p:sp>
        <p:nvSpPr>
          <p:cNvPr id="3" name="slide-subtitle">
            <a:extLst xmlns:a="http://schemas.openxmlformats.org/drawingml/2006/main">
              <a:ext uri="{FF2B5EF4-FFF2-40B4-BE49-F238E27FC236}">
                <a16:creationId xmlns:a16="http://schemas.microsoft.com/office/drawing/2014/main" id="{38EF644B-CC53-4151-8485-1DC68C43DF25}"/>
              </a:ext>
            </a:extLst>
          </p:cNvPr>
          <p:cNvSpPr>
            <a:spLocks xmlns:a="http://schemas.openxmlformats.org/drawingml/2006/main" noGrp="1"/>
          </p:cNvSpPr>
          <p:nvPr/>
        </p:nvSpPr>
        <p:spPr>
          <a:xfrm xmlns:a="http://schemas.openxmlformats.org/drawingml/2006/main">
            <a:off x="628650" y="1190625"/>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60735E"/>
                </a:solidFill>
                <a:latin typeface="Arial"/>
                <a:ea typeface="Arial"/>
                <a:cs typeface="Arial"/>
              </a:defRPr>
            </a:defPPr>
            <a:lvl1pPr>
              <a:defRPr sz="1650" b="0">
                <a:solidFill>
                  <a:srgbClr val="60735E"/>
                </a:solidFill>
                <a:latin typeface="Arial"/>
                <a:ea typeface="Arial"/>
                <a:cs typeface="Arial"/>
              </a:defRPr>
            </a:lvl1pPr>
            <a:lvl2pPr>
              <a:defRPr sz="1650" b="0">
                <a:solidFill>
                  <a:srgbClr val="60735E"/>
                </a:solidFill>
                <a:latin typeface="Arial"/>
                <a:ea typeface="Arial"/>
                <a:cs typeface="Arial"/>
              </a:defRPr>
            </a:lvl2pPr>
            <a:lvl3pPr>
              <a:defRPr sz="1650" b="0">
                <a:solidFill>
                  <a:srgbClr val="60735E"/>
                </a:solidFill>
                <a:latin typeface="Arial"/>
                <a:ea typeface="Arial"/>
                <a:cs typeface="Arial"/>
              </a:defRPr>
            </a:lvl3pPr>
            <a:lvl4pPr>
              <a:defRPr sz="1650" b="0">
                <a:solidFill>
                  <a:srgbClr val="60735E"/>
                </a:solidFill>
                <a:latin typeface="Arial"/>
                <a:ea typeface="Arial"/>
                <a:cs typeface="Arial"/>
              </a:defRPr>
            </a:lvl4pPr>
            <a:lvl5pPr>
              <a:defRPr sz="1650" b="0">
                <a:solidFill>
                  <a:srgbClr val="60735E"/>
                </a:solidFill>
                <a:latin typeface="Arial"/>
                <a:ea typeface="Arial"/>
                <a:cs typeface="Arial"/>
              </a:defRPr>
            </a:lvl5pPr>
            <a:lvl6pPr>
              <a:defRPr sz="1650" b="0">
                <a:solidFill>
                  <a:srgbClr val="60735E"/>
                </a:solidFill>
                <a:latin typeface="Arial"/>
                <a:ea typeface="Arial"/>
                <a:cs typeface="Arial"/>
              </a:defRPr>
            </a:lvl6pPr>
            <a:lvl7pPr>
              <a:defRPr sz="1650" b="0">
                <a:solidFill>
                  <a:srgbClr val="60735E"/>
                </a:solidFill>
                <a:latin typeface="Arial"/>
                <a:ea typeface="Arial"/>
                <a:cs typeface="Arial"/>
              </a:defRPr>
            </a:lvl7pPr>
            <a:lvl8pPr>
              <a:defRPr sz="1650" b="0">
                <a:solidFill>
                  <a:srgbClr val="60735E"/>
                </a:solidFill>
                <a:latin typeface="Arial"/>
                <a:ea typeface="Arial"/>
                <a:cs typeface="Arial"/>
              </a:defRPr>
            </a:lvl8pPr>
            <a:lvl9pPr>
              <a:defRPr sz="1650" b="0">
                <a:solidFill>
                  <a:srgbClr val="60735E"/>
                </a:solidFill>
                <a:latin typeface="Arial"/>
                <a:ea typeface="Arial"/>
                <a:cs typeface="Arial"/>
              </a:defRPr>
            </a:lvl9pPr>
          </a:lstStyle>
          <a:p xmlns:a="http://schemas.openxmlformats.org/drawingml/2006/main">
            <a:pPr>
              <a:defRPr sz="1650" b="0">
                <a:solidFill>
                  <a:srgbClr val="60735E"/>
                </a:solidFill>
                <a:latin typeface="Arial"/>
                <a:ea typeface="Arial"/>
                <a:cs typeface="Arial"/>
              </a:defRPr>
            </a:pPr>
            <a:r>
              <a:rPr sz="1650" b="0">
                <a:solidFill>
                  <a:srgbClr val="60735E"/>
                </a:solidFill>
                <a:latin typeface="Arial"/>
                <a:ea typeface="Arial"/>
                <a:cs typeface="Arial"/>
              </a:rPr>
              <a:t>Complaint workflow and authorized state transitions</a:t>
            </a:r>
          </a:p>
        </p:txBody>
      </p:sp>
      <p:sp>
        <p:nvSpPr>
          <p:cNvPr id="4" name="footer">
            <a:extLst xmlns:a="http://schemas.openxmlformats.org/drawingml/2006/main">
              <a:ext uri="{FF2B5EF4-FFF2-40B4-BE49-F238E27FC236}">
                <a16:creationId xmlns:a16="http://schemas.microsoft.com/office/drawing/2014/main" id="{14C467A2-86DB-49F0-884A-3E78210EAAB8}"/>
              </a:ext>
            </a:extLst>
          </p:cNvPr>
          <p:cNvSpPr>
            <a:spLocks xmlns:a="http://schemas.openxmlformats.org/drawingml/2006/main" noGrp="1"/>
          </p:cNvSpPr>
          <p:nvPr/>
        </p:nvSpPr>
        <p:spPr>
          <a:xfrm xmlns:a="http://schemas.openxmlformats.org/drawingml/2006/main">
            <a:off x="609600" y="6477000"/>
            <a:ext cx="428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60735E"/>
                </a:solidFill>
                <a:latin typeface="Arial"/>
                <a:ea typeface="Arial"/>
                <a:cs typeface="Arial"/>
              </a:defRPr>
            </a:defPPr>
            <a:lvl1pPr>
              <a:defRPr sz="1050" b="0">
                <a:solidFill>
                  <a:srgbClr val="60735E"/>
                </a:solidFill>
                <a:latin typeface="Arial"/>
                <a:ea typeface="Arial"/>
                <a:cs typeface="Arial"/>
              </a:defRPr>
            </a:lvl1pPr>
            <a:lvl2pPr>
              <a:defRPr sz="1050" b="0">
                <a:solidFill>
                  <a:srgbClr val="60735E"/>
                </a:solidFill>
                <a:latin typeface="Arial"/>
                <a:ea typeface="Arial"/>
                <a:cs typeface="Arial"/>
              </a:defRPr>
            </a:lvl2pPr>
            <a:lvl3pPr>
              <a:defRPr sz="1050" b="0">
                <a:solidFill>
                  <a:srgbClr val="60735E"/>
                </a:solidFill>
                <a:latin typeface="Arial"/>
                <a:ea typeface="Arial"/>
                <a:cs typeface="Arial"/>
              </a:defRPr>
            </a:lvl3pPr>
            <a:lvl4pPr>
              <a:defRPr sz="1050" b="0">
                <a:solidFill>
                  <a:srgbClr val="60735E"/>
                </a:solidFill>
                <a:latin typeface="Arial"/>
                <a:ea typeface="Arial"/>
                <a:cs typeface="Arial"/>
              </a:defRPr>
            </a:lvl4pPr>
            <a:lvl5pPr>
              <a:defRPr sz="1050" b="0">
                <a:solidFill>
                  <a:srgbClr val="60735E"/>
                </a:solidFill>
                <a:latin typeface="Arial"/>
                <a:ea typeface="Arial"/>
                <a:cs typeface="Arial"/>
              </a:defRPr>
            </a:lvl5pPr>
            <a:lvl6pPr>
              <a:defRPr sz="1050" b="0">
                <a:solidFill>
                  <a:srgbClr val="60735E"/>
                </a:solidFill>
                <a:latin typeface="Arial"/>
                <a:ea typeface="Arial"/>
                <a:cs typeface="Arial"/>
              </a:defRPr>
            </a:lvl6pPr>
            <a:lvl7pPr>
              <a:defRPr sz="1050" b="0">
                <a:solidFill>
                  <a:srgbClr val="60735E"/>
                </a:solidFill>
                <a:latin typeface="Arial"/>
                <a:ea typeface="Arial"/>
                <a:cs typeface="Arial"/>
              </a:defRPr>
            </a:lvl7pPr>
            <a:lvl8pPr>
              <a:defRPr sz="1050" b="0">
                <a:solidFill>
                  <a:srgbClr val="60735E"/>
                </a:solidFill>
                <a:latin typeface="Arial"/>
                <a:ea typeface="Arial"/>
                <a:cs typeface="Arial"/>
              </a:defRPr>
            </a:lvl8pPr>
            <a:lvl9pPr>
              <a:defRPr sz="1050" b="0">
                <a:solidFill>
                  <a:srgbClr val="60735E"/>
                </a:solidFill>
                <a:latin typeface="Arial"/>
                <a:ea typeface="Arial"/>
                <a:cs typeface="Arial"/>
              </a:defRPr>
            </a:lvl9pPr>
          </a:lstStyle>
          <a:p xmlns:a="http://schemas.openxmlformats.org/drawingml/2006/main">
            <a:pPr>
              <a:defRPr sz="1050" b="0">
                <a:solidFill>
                  <a:srgbClr val="60735E"/>
                </a:solidFill>
                <a:latin typeface="Arial"/>
                <a:ea typeface="Arial"/>
                <a:cs typeface="Arial"/>
              </a:defRPr>
            </a:pPr>
            <a:r>
              <a:rPr sz="1050" b="0">
                <a:solidFill>
                  <a:srgbClr val="60735E"/>
                </a:solidFill>
                <a:latin typeface="Arial"/>
                <a:ea typeface="Arial"/>
                <a:cs typeface="Arial"/>
              </a:rPr>
              <a:t>HRCMS / HAVEN</a:t>
            </a:r>
          </a:p>
        </p:txBody>
      </p:sp>
      <p:sp>
        <p:nvSpPr>
          <p:cNvPr id="5" name="page-number">
            <a:extLst xmlns:a="http://schemas.openxmlformats.org/drawingml/2006/main">
              <a:ext uri="{FF2B5EF4-FFF2-40B4-BE49-F238E27FC236}">
                <a16:creationId xmlns:a16="http://schemas.microsoft.com/office/drawing/2014/main" id="{D18E4AE5-914D-4D63-84AE-5618A30BD36E}"/>
              </a:ext>
            </a:extLst>
          </p:cNvPr>
          <p:cNvSpPr>
            <a:spLocks xmlns:a="http://schemas.openxmlformats.org/drawingml/2006/main" noGrp="1"/>
          </p:cNvSpPr>
          <p:nvPr/>
        </p:nvSpPr>
        <p:spPr>
          <a:xfrm xmlns:a="http://schemas.openxmlformats.org/drawingml/2006/main">
            <a:off x="10763250" y="6477000"/>
            <a:ext cx="819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60735E"/>
                </a:solidFill>
                <a:latin typeface="Arial"/>
                <a:ea typeface="Arial"/>
                <a:cs typeface="Arial"/>
              </a:defRPr>
            </a:defPPr>
            <a:lvl1pPr>
              <a:defRPr sz="1050" b="0">
                <a:solidFill>
                  <a:srgbClr val="60735E"/>
                </a:solidFill>
                <a:latin typeface="Arial"/>
                <a:ea typeface="Arial"/>
                <a:cs typeface="Arial"/>
              </a:defRPr>
            </a:lvl1pPr>
            <a:lvl2pPr>
              <a:defRPr sz="1050" b="0">
                <a:solidFill>
                  <a:srgbClr val="60735E"/>
                </a:solidFill>
                <a:latin typeface="Arial"/>
                <a:ea typeface="Arial"/>
                <a:cs typeface="Arial"/>
              </a:defRPr>
            </a:lvl2pPr>
            <a:lvl3pPr>
              <a:defRPr sz="1050" b="0">
                <a:solidFill>
                  <a:srgbClr val="60735E"/>
                </a:solidFill>
                <a:latin typeface="Arial"/>
                <a:ea typeface="Arial"/>
                <a:cs typeface="Arial"/>
              </a:defRPr>
            </a:lvl3pPr>
            <a:lvl4pPr>
              <a:defRPr sz="1050" b="0">
                <a:solidFill>
                  <a:srgbClr val="60735E"/>
                </a:solidFill>
                <a:latin typeface="Arial"/>
                <a:ea typeface="Arial"/>
                <a:cs typeface="Arial"/>
              </a:defRPr>
            </a:lvl4pPr>
            <a:lvl5pPr>
              <a:defRPr sz="1050" b="0">
                <a:solidFill>
                  <a:srgbClr val="60735E"/>
                </a:solidFill>
                <a:latin typeface="Arial"/>
                <a:ea typeface="Arial"/>
                <a:cs typeface="Arial"/>
              </a:defRPr>
            </a:lvl5pPr>
            <a:lvl6pPr>
              <a:defRPr sz="1050" b="0">
                <a:solidFill>
                  <a:srgbClr val="60735E"/>
                </a:solidFill>
                <a:latin typeface="Arial"/>
                <a:ea typeface="Arial"/>
                <a:cs typeface="Arial"/>
              </a:defRPr>
            </a:lvl6pPr>
            <a:lvl7pPr>
              <a:defRPr sz="1050" b="0">
                <a:solidFill>
                  <a:srgbClr val="60735E"/>
                </a:solidFill>
                <a:latin typeface="Arial"/>
                <a:ea typeface="Arial"/>
                <a:cs typeface="Arial"/>
              </a:defRPr>
            </a:lvl7pPr>
            <a:lvl8pPr>
              <a:defRPr sz="1050" b="0">
                <a:solidFill>
                  <a:srgbClr val="60735E"/>
                </a:solidFill>
                <a:latin typeface="Arial"/>
                <a:ea typeface="Arial"/>
                <a:cs typeface="Arial"/>
              </a:defRPr>
            </a:lvl8pPr>
            <a:lvl9pPr>
              <a:defRPr sz="1050" b="0">
                <a:solidFill>
                  <a:srgbClr val="60735E"/>
                </a:solidFill>
                <a:latin typeface="Arial"/>
                <a:ea typeface="Arial"/>
                <a:cs typeface="Arial"/>
              </a:defRPr>
            </a:lvl9pPr>
          </a:lstStyle>
          <a:p xmlns:a="http://schemas.openxmlformats.org/drawingml/2006/main">
            <a:pPr>
              <a:defRPr sz="1050" b="0">
                <a:solidFill>
                  <a:srgbClr val="60735E"/>
                </a:solidFill>
                <a:latin typeface="Arial"/>
                <a:ea typeface="Arial"/>
                <a:cs typeface="Arial"/>
              </a:defRPr>
            </a:pPr>
            <a:r>
              <a:rPr sz="1050" b="0">
                <a:solidFill>
                  <a:srgbClr val="60735E"/>
                </a:solidFill>
                <a:latin typeface="Arial"/>
                <a:ea typeface="Arial"/>
                <a:cs typeface="Arial"/>
              </a:rPr>
              <a:t>12 / 18</a:t>
            </a:r>
          </a:p>
        </p:txBody>
      </p:sp>
      <p:sp>
        <p:nvSpPr>
          <p:cNvPr id="6" name="entity-OPEN">
            <a:extLst xmlns:a="http://schemas.openxmlformats.org/drawingml/2006/main">
              <a:ext uri="{FF2B5EF4-FFF2-40B4-BE49-F238E27FC236}">
                <a16:creationId xmlns:a16="http://schemas.microsoft.com/office/drawing/2014/main" id="{FAA8873B-0B64-48A8-BE4A-E9F8CFAB4371}"/>
              </a:ext>
            </a:extLst>
          </p:cNvPr>
          <p:cNvSpPr>
            <a:spLocks xmlns:a="http://schemas.openxmlformats.org/drawingml/2006/main" noGrp="1"/>
          </p:cNvSpPr>
          <p:nvPr/>
        </p:nvSpPr>
        <p:spPr>
          <a:xfrm xmlns:a="http://schemas.openxmlformats.org/drawingml/2006/main">
            <a:off x="609600" y="2266950"/>
            <a:ext cx="2047875" cy="1238250"/>
          </a:xfrm>
          <a:prstGeom xmlns:a="http://schemas.openxmlformats.org/drawingml/2006/main" prst="rect">
            <a:avLst/>
          </a:prstGeom>
          <a:solidFill xmlns:a="http://schemas.openxmlformats.org/drawingml/2006/main">
            <a:srgbClr val="FFFFFF"/>
          </a:solidFill>
          <a:ln xmlns:a="http://schemas.openxmlformats.org/drawingml/2006/main" w="14288">
            <a:solidFill>
              <a:srgbClr val="72916C"/>
            </a:solidFill>
          </a:ln>
        </p:spPr>
      </p:sp>
      <p:sp>
        <p:nvSpPr>
          <p:cNvPr id="7" name="entity-name-OPEN">
            <a:extLst xmlns:a="http://schemas.openxmlformats.org/drawingml/2006/main">
              <a:ext uri="{FF2B5EF4-FFF2-40B4-BE49-F238E27FC236}">
                <a16:creationId xmlns:a16="http://schemas.microsoft.com/office/drawing/2014/main" id="{8A774824-00B4-4F95-BB8A-98CEF38306C8}"/>
              </a:ext>
            </a:extLst>
          </p:cNvPr>
          <p:cNvSpPr>
            <a:spLocks xmlns:a="http://schemas.openxmlformats.org/drawingml/2006/main" noGrp="1"/>
          </p:cNvSpPr>
          <p:nvPr/>
        </p:nvSpPr>
        <p:spPr>
          <a:xfrm xmlns:a="http://schemas.openxmlformats.org/drawingml/2006/main">
            <a:off x="733425" y="2362200"/>
            <a:ext cx="18002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1">
                <a:solidFill>
                  <a:srgbClr val="1F4D3B"/>
                </a:solidFill>
                <a:latin typeface="Arial"/>
                <a:ea typeface="Arial"/>
                <a:cs typeface="Arial"/>
              </a:defRPr>
            </a:defPPr>
            <a:lvl1pPr>
              <a:defRPr sz="1650" b="1">
                <a:solidFill>
                  <a:srgbClr val="1F4D3B"/>
                </a:solidFill>
                <a:latin typeface="Arial"/>
                <a:ea typeface="Arial"/>
                <a:cs typeface="Arial"/>
              </a:defRPr>
            </a:lvl1pPr>
            <a:lvl2pPr>
              <a:defRPr sz="1650" b="1">
                <a:solidFill>
                  <a:srgbClr val="1F4D3B"/>
                </a:solidFill>
                <a:latin typeface="Arial"/>
                <a:ea typeface="Arial"/>
                <a:cs typeface="Arial"/>
              </a:defRPr>
            </a:lvl2pPr>
            <a:lvl3pPr>
              <a:defRPr sz="1650" b="1">
                <a:solidFill>
                  <a:srgbClr val="1F4D3B"/>
                </a:solidFill>
                <a:latin typeface="Arial"/>
                <a:ea typeface="Arial"/>
                <a:cs typeface="Arial"/>
              </a:defRPr>
            </a:lvl3pPr>
            <a:lvl4pPr>
              <a:defRPr sz="1650" b="1">
                <a:solidFill>
                  <a:srgbClr val="1F4D3B"/>
                </a:solidFill>
                <a:latin typeface="Arial"/>
                <a:ea typeface="Arial"/>
                <a:cs typeface="Arial"/>
              </a:defRPr>
            </a:lvl4pPr>
            <a:lvl5pPr>
              <a:defRPr sz="1650" b="1">
                <a:solidFill>
                  <a:srgbClr val="1F4D3B"/>
                </a:solidFill>
                <a:latin typeface="Arial"/>
                <a:ea typeface="Arial"/>
                <a:cs typeface="Arial"/>
              </a:defRPr>
            </a:lvl5pPr>
            <a:lvl6pPr>
              <a:defRPr sz="1650" b="1">
                <a:solidFill>
                  <a:srgbClr val="1F4D3B"/>
                </a:solidFill>
                <a:latin typeface="Arial"/>
                <a:ea typeface="Arial"/>
                <a:cs typeface="Arial"/>
              </a:defRPr>
            </a:lvl6pPr>
            <a:lvl7pPr>
              <a:defRPr sz="1650" b="1">
                <a:solidFill>
                  <a:srgbClr val="1F4D3B"/>
                </a:solidFill>
                <a:latin typeface="Arial"/>
                <a:ea typeface="Arial"/>
                <a:cs typeface="Arial"/>
              </a:defRPr>
            </a:lvl7pPr>
            <a:lvl8pPr>
              <a:defRPr sz="1650" b="1">
                <a:solidFill>
                  <a:srgbClr val="1F4D3B"/>
                </a:solidFill>
                <a:latin typeface="Arial"/>
                <a:ea typeface="Arial"/>
                <a:cs typeface="Arial"/>
              </a:defRPr>
            </a:lvl8pPr>
            <a:lvl9pPr>
              <a:defRPr sz="1650" b="1">
                <a:solidFill>
                  <a:srgbClr val="1F4D3B"/>
                </a:solidFill>
                <a:latin typeface="Arial"/>
                <a:ea typeface="Arial"/>
                <a:cs typeface="Arial"/>
              </a:defRPr>
            </a:lvl9pPr>
          </a:lstStyle>
          <a:p xmlns:a="http://schemas.openxmlformats.org/drawingml/2006/main">
            <a:pPr>
              <a:defRPr sz="1650" b="1">
                <a:solidFill>
                  <a:srgbClr val="1F4D3B"/>
                </a:solidFill>
                <a:latin typeface="Arial"/>
                <a:ea typeface="Arial"/>
                <a:cs typeface="Arial"/>
              </a:defRPr>
            </a:pPr>
            <a:r>
              <a:rPr sz="1650" b="1">
                <a:solidFill>
                  <a:srgbClr val="1F4D3B"/>
                </a:solidFill>
                <a:latin typeface="Arial"/>
                <a:ea typeface="Arial"/>
                <a:cs typeface="Arial"/>
              </a:rPr>
              <a:t>OPEN</a:t>
            </a:r>
          </a:p>
        </p:txBody>
      </p:sp>
      <p:sp>
        <p:nvSpPr>
          <p:cNvPr id="8" name="entity-fields-OPEN">
            <a:extLst xmlns:a="http://schemas.openxmlformats.org/drawingml/2006/main">
              <a:ext uri="{FF2B5EF4-FFF2-40B4-BE49-F238E27FC236}">
                <a16:creationId xmlns:a16="http://schemas.microsoft.com/office/drawing/2014/main" id="{362DE029-9305-4ABE-95FF-E595F78D219B}"/>
              </a:ext>
            </a:extLst>
          </p:cNvPr>
          <p:cNvSpPr>
            <a:spLocks xmlns:a="http://schemas.openxmlformats.org/drawingml/2006/main" noGrp="1"/>
          </p:cNvSpPr>
          <p:nvPr/>
        </p:nvSpPr>
        <p:spPr>
          <a:xfrm xmlns:a="http://schemas.openxmlformats.org/drawingml/2006/main">
            <a:off x="733425" y="2724150"/>
            <a:ext cx="18002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243B2D"/>
                </a:solidFill>
                <a:latin typeface="Arial"/>
                <a:ea typeface="Arial"/>
                <a:cs typeface="Arial"/>
              </a:defRPr>
            </a:defPPr>
            <a:lvl1pPr>
              <a:defRPr sz="1500" b="0">
                <a:solidFill>
                  <a:srgbClr val="243B2D"/>
                </a:solidFill>
                <a:latin typeface="Arial"/>
                <a:ea typeface="Arial"/>
                <a:cs typeface="Arial"/>
              </a:defRPr>
            </a:lvl1pPr>
            <a:lvl2pPr>
              <a:defRPr sz="1500" b="0">
                <a:solidFill>
                  <a:srgbClr val="243B2D"/>
                </a:solidFill>
                <a:latin typeface="Arial"/>
                <a:ea typeface="Arial"/>
                <a:cs typeface="Arial"/>
              </a:defRPr>
            </a:lvl2pPr>
            <a:lvl3pPr>
              <a:defRPr sz="1500" b="0">
                <a:solidFill>
                  <a:srgbClr val="243B2D"/>
                </a:solidFill>
                <a:latin typeface="Arial"/>
                <a:ea typeface="Arial"/>
                <a:cs typeface="Arial"/>
              </a:defRPr>
            </a:lvl3pPr>
            <a:lvl4pPr>
              <a:defRPr sz="1500" b="0">
                <a:solidFill>
                  <a:srgbClr val="243B2D"/>
                </a:solidFill>
                <a:latin typeface="Arial"/>
                <a:ea typeface="Arial"/>
                <a:cs typeface="Arial"/>
              </a:defRPr>
            </a:lvl4pPr>
            <a:lvl5pPr>
              <a:defRPr sz="1500" b="0">
                <a:solidFill>
                  <a:srgbClr val="243B2D"/>
                </a:solidFill>
                <a:latin typeface="Arial"/>
                <a:ea typeface="Arial"/>
                <a:cs typeface="Arial"/>
              </a:defRPr>
            </a:lvl5pPr>
            <a:lvl6pPr>
              <a:defRPr sz="1500" b="0">
                <a:solidFill>
                  <a:srgbClr val="243B2D"/>
                </a:solidFill>
                <a:latin typeface="Arial"/>
                <a:ea typeface="Arial"/>
                <a:cs typeface="Arial"/>
              </a:defRPr>
            </a:lvl6pPr>
            <a:lvl7pPr>
              <a:defRPr sz="1500" b="0">
                <a:solidFill>
                  <a:srgbClr val="243B2D"/>
                </a:solidFill>
                <a:latin typeface="Arial"/>
                <a:ea typeface="Arial"/>
                <a:cs typeface="Arial"/>
              </a:defRPr>
            </a:lvl7pPr>
            <a:lvl8pPr>
              <a:defRPr sz="1500" b="0">
                <a:solidFill>
                  <a:srgbClr val="243B2D"/>
                </a:solidFill>
                <a:latin typeface="Arial"/>
                <a:ea typeface="Arial"/>
                <a:cs typeface="Arial"/>
              </a:defRPr>
            </a:lvl8pPr>
            <a:lvl9pPr>
              <a:defRPr sz="1500" b="0">
                <a:solidFill>
                  <a:srgbClr val="243B2D"/>
                </a:solidFill>
                <a:latin typeface="Arial"/>
                <a:ea typeface="Arial"/>
                <a:cs typeface="Arial"/>
              </a:defRPr>
            </a:lvl9pPr>
          </a:lstStyle>
          <a:p xmlns:a="http://schemas.openxmlformats.org/drawingml/2006/main">
            <a:pPr>
              <a:defRPr sz="1500" b="0">
                <a:solidFill>
                  <a:srgbClr val="243B2D"/>
                </a:solidFill>
                <a:latin typeface="Arial"/>
                <a:ea typeface="Arial"/>
                <a:cs typeface="Arial"/>
              </a:defRPr>
            </a:pPr>
            <a:r>
              <a:rPr sz="1500" b="0">
                <a:solidFill>
                  <a:srgbClr val="243B2D"/>
                </a:solidFill>
                <a:latin typeface="Arial"/>
                <a:ea typeface="Arial"/>
                <a:cs typeface="Arial"/>
              </a:rPr>
              <a:t>Student submits</a:t>
            </a:r>
          </a:p>
        </p:txBody>
      </p:sp>
      <p:sp>
        <p:nvSpPr>
          <p:cNvPr id="9" name="entity-ASSIGNED">
            <a:extLst xmlns:a="http://schemas.openxmlformats.org/drawingml/2006/main">
              <a:ext uri="{FF2B5EF4-FFF2-40B4-BE49-F238E27FC236}">
                <a16:creationId xmlns:a16="http://schemas.microsoft.com/office/drawing/2014/main" id="{E4BF363D-B424-4C39-93CA-AB53DDA6ACD0}"/>
              </a:ext>
            </a:extLst>
          </p:cNvPr>
          <p:cNvSpPr>
            <a:spLocks xmlns:a="http://schemas.openxmlformats.org/drawingml/2006/main" noGrp="1"/>
          </p:cNvSpPr>
          <p:nvPr/>
        </p:nvSpPr>
        <p:spPr>
          <a:xfrm xmlns:a="http://schemas.openxmlformats.org/drawingml/2006/main">
            <a:off x="2943225" y="2266950"/>
            <a:ext cx="2047875" cy="1238250"/>
          </a:xfrm>
          <a:prstGeom xmlns:a="http://schemas.openxmlformats.org/drawingml/2006/main" prst="rect">
            <a:avLst/>
          </a:prstGeom>
          <a:solidFill xmlns:a="http://schemas.openxmlformats.org/drawingml/2006/main">
            <a:srgbClr val="FFFFFF"/>
          </a:solidFill>
          <a:ln xmlns:a="http://schemas.openxmlformats.org/drawingml/2006/main" w="14288">
            <a:solidFill>
              <a:srgbClr val="72916C"/>
            </a:solidFill>
          </a:ln>
        </p:spPr>
      </p:sp>
      <p:sp>
        <p:nvSpPr>
          <p:cNvPr id="10" name="entity-name-ASSIGNED">
            <a:extLst xmlns:a="http://schemas.openxmlformats.org/drawingml/2006/main">
              <a:ext uri="{FF2B5EF4-FFF2-40B4-BE49-F238E27FC236}">
                <a16:creationId xmlns:a16="http://schemas.microsoft.com/office/drawing/2014/main" id="{ABC26BB4-2F48-4B2B-9ABA-0B4D8A4D1A9C}"/>
              </a:ext>
            </a:extLst>
          </p:cNvPr>
          <p:cNvSpPr>
            <a:spLocks xmlns:a="http://schemas.openxmlformats.org/drawingml/2006/main" noGrp="1"/>
          </p:cNvSpPr>
          <p:nvPr/>
        </p:nvSpPr>
        <p:spPr>
          <a:xfrm xmlns:a="http://schemas.openxmlformats.org/drawingml/2006/main">
            <a:off x="3067050" y="2362200"/>
            <a:ext cx="18002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1">
                <a:solidFill>
                  <a:srgbClr val="1F4D3B"/>
                </a:solidFill>
                <a:latin typeface="Arial"/>
                <a:ea typeface="Arial"/>
                <a:cs typeface="Arial"/>
              </a:defRPr>
            </a:defPPr>
            <a:lvl1pPr>
              <a:defRPr sz="1650" b="1">
                <a:solidFill>
                  <a:srgbClr val="1F4D3B"/>
                </a:solidFill>
                <a:latin typeface="Arial"/>
                <a:ea typeface="Arial"/>
                <a:cs typeface="Arial"/>
              </a:defRPr>
            </a:lvl1pPr>
            <a:lvl2pPr>
              <a:defRPr sz="1650" b="1">
                <a:solidFill>
                  <a:srgbClr val="1F4D3B"/>
                </a:solidFill>
                <a:latin typeface="Arial"/>
                <a:ea typeface="Arial"/>
                <a:cs typeface="Arial"/>
              </a:defRPr>
            </a:lvl2pPr>
            <a:lvl3pPr>
              <a:defRPr sz="1650" b="1">
                <a:solidFill>
                  <a:srgbClr val="1F4D3B"/>
                </a:solidFill>
                <a:latin typeface="Arial"/>
                <a:ea typeface="Arial"/>
                <a:cs typeface="Arial"/>
              </a:defRPr>
            </a:lvl3pPr>
            <a:lvl4pPr>
              <a:defRPr sz="1650" b="1">
                <a:solidFill>
                  <a:srgbClr val="1F4D3B"/>
                </a:solidFill>
                <a:latin typeface="Arial"/>
                <a:ea typeface="Arial"/>
                <a:cs typeface="Arial"/>
              </a:defRPr>
            </a:lvl4pPr>
            <a:lvl5pPr>
              <a:defRPr sz="1650" b="1">
                <a:solidFill>
                  <a:srgbClr val="1F4D3B"/>
                </a:solidFill>
                <a:latin typeface="Arial"/>
                <a:ea typeface="Arial"/>
                <a:cs typeface="Arial"/>
              </a:defRPr>
            </a:lvl5pPr>
            <a:lvl6pPr>
              <a:defRPr sz="1650" b="1">
                <a:solidFill>
                  <a:srgbClr val="1F4D3B"/>
                </a:solidFill>
                <a:latin typeface="Arial"/>
                <a:ea typeface="Arial"/>
                <a:cs typeface="Arial"/>
              </a:defRPr>
            </a:lvl6pPr>
            <a:lvl7pPr>
              <a:defRPr sz="1650" b="1">
                <a:solidFill>
                  <a:srgbClr val="1F4D3B"/>
                </a:solidFill>
                <a:latin typeface="Arial"/>
                <a:ea typeface="Arial"/>
                <a:cs typeface="Arial"/>
              </a:defRPr>
            </a:lvl7pPr>
            <a:lvl8pPr>
              <a:defRPr sz="1650" b="1">
                <a:solidFill>
                  <a:srgbClr val="1F4D3B"/>
                </a:solidFill>
                <a:latin typeface="Arial"/>
                <a:ea typeface="Arial"/>
                <a:cs typeface="Arial"/>
              </a:defRPr>
            </a:lvl8pPr>
            <a:lvl9pPr>
              <a:defRPr sz="1650" b="1">
                <a:solidFill>
                  <a:srgbClr val="1F4D3B"/>
                </a:solidFill>
                <a:latin typeface="Arial"/>
                <a:ea typeface="Arial"/>
                <a:cs typeface="Arial"/>
              </a:defRPr>
            </a:lvl9pPr>
          </a:lstStyle>
          <a:p xmlns:a="http://schemas.openxmlformats.org/drawingml/2006/main">
            <a:pPr>
              <a:defRPr sz="1650" b="1">
                <a:solidFill>
                  <a:srgbClr val="1F4D3B"/>
                </a:solidFill>
                <a:latin typeface="Arial"/>
                <a:ea typeface="Arial"/>
                <a:cs typeface="Arial"/>
              </a:defRPr>
            </a:pPr>
            <a:r>
              <a:rPr sz="1650" b="1">
                <a:solidFill>
                  <a:srgbClr val="1F4D3B"/>
                </a:solidFill>
                <a:latin typeface="Arial"/>
                <a:ea typeface="Arial"/>
                <a:cs typeface="Arial"/>
              </a:rPr>
              <a:t>ASSIGNED</a:t>
            </a:r>
          </a:p>
        </p:txBody>
      </p:sp>
      <p:sp>
        <p:nvSpPr>
          <p:cNvPr id="11" name="entity-fields-ASSIGNED">
            <a:extLst xmlns:a="http://schemas.openxmlformats.org/drawingml/2006/main">
              <a:ext uri="{FF2B5EF4-FFF2-40B4-BE49-F238E27FC236}">
                <a16:creationId xmlns:a16="http://schemas.microsoft.com/office/drawing/2014/main" id="{0EB27B89-CBA7-42BD-8CEC-6BC27848F7C6}"/>
              </a:ext>
            </a:extLst>
          </p:cNvPr>
          <p:cNvSpPr>
            <a:spLocks xmlns:a="http://schemas.openxmlformats.org/drawingml/2006/main" noGrp="1"/>
          </p:cNvSpPr>
          <p:nvPr/>
        </p:nvSpPr>
        <p:spPr>
          <a:xfrm xmlns:a="http://schemas.openxmlformats.org/drawingml/2006/main">
            <a:off x="3067050" y="2724150"/>
            <a:ext cx="18002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243B2D"/>
                </a:solidFill>
                <a:latin typeface="Arial"/>
                <a:ea typeface="Arial"/>
                <a:cs typeface="Arial"/>
              </a:defRPr>
            </a:defPPr>
            <a:lvl1pPr>
              <a:defRPr sz="1500" b="0">
                <a:solidFill>
                  <a:srgbClr val="243B2D"/>
                </a:solidFill>
                <a:latin typeface="Arial"/>
                <a:ea typeface="Arial"/>
                <a:cs typeface="Arial"/>
              </a:defRPr>
            </a:lvl1pPr>
            <a:lvl2pPr>
              <a:defRPr sz="1500" b="0">
                <a:solidFill>
                  <a:srgbClr val="243B2D"/>
                </a:solidFill>
                <a:latin typeface="Arial"/>
                <a:ea typeface="Arial"/>
                <a:cs typeface="Arial"/>
              </a:defRPr>
            </a:lvl2pPr>
            <a:lvl3pPr>
              <a:defRPr sz="1500" b="0">
                <a:solidFill>
                  <a:srgbClr val="243B2D"/>
                </a:solidFill>
                <a:latin typeface="Arial"/>
                <a:ea typeface="Arial"/>
                <a:cs typeface="Arial"/>
              </a:defRPr>
            </a:lvl3pPr>
            <a:lvl4pPr>
              <a:defRPr sz="1500" b="0">
                <a:solidFill>
                  <a:srgbClr val="243B2D"/>
                </a:solidFill>
                <a:latin typeface="Arial"/>
                <a:ea typeface="Arial"/>
                <a:cs typeface="Arial"/>
              </a:defRPr>
            </a:lvl4pPr>
            <a:lvl5pPr>
              <a:defRPr sz="1500" b="0">
                <a:solidFill>
                  <a:srgbClr val="243B2D"/>
                </a:solidFill>
                <a:latin typeface="Arial"/>
                <a:ea typeface="Arial"/>
                <a:cs typeface="Arial"/>
              </a:defRPr>
            </a:lvl5pPr>
            <a:lvl6pPr>
              <a:defRPr sz="1500" b="0">
                <a:solidFill>
                  <a:srgbClr val="243B2D"/>
                </a:solidFill>
                <a:latin typeface="Arial"/>
                <a:ea typeface="Arial"/>
                <a:cs typeface="Arial"/>
              </a:defRPr>
            </a:lvl6pPr>
            <a:lvl7pPr>
              <a:defRPr sz="1500" b="0">
                <a:solidFill>
                  <a:srgbClr val="243B2D"/>
                </a:solidFill>
                <a:latin typeface="Arial"/>
                <a:ea typeface="Arial"/>
                <a:cs typeface="Arial"/>
              </a:defRPr>
            </a:lvl7pPr>
            <a:lvl8pPr>
              <a:defRPr sz="1500" b="0">
                <a:solidFill>
                  <a:srgbClr val="243B2D"/>
                </a:solidFill>
                <a:latin typeface="Arial"/>
                <a:ea typeface="Arial"/>
                <a:cs typeface="Arial"/>
              </a:defRPr>
            </a:lvl8pPr>
            <a:lvl9pPr>
              <a:defRPr sz="1500" b="0">
                <a:solidFill>
                  <a:srgbClr val="243B2D"/>
                </a:solidFill>
                <a:latin typeface="Arial"/>
                <a:ea typeface="Arial"/>
                <a:cs typeface="Arial"/>
              </a:defRPr>
            </a:lvl9pPr>
          </a:lstStyle>
          <a:p xmlns:a="http://schemas.openxmlformats.org/drawingml/2006/main">
            <a:pPr>
              <a:defRPr sz="1500" b="0">
                <a:solidFill>
                  <a:srgbClr val="243B2D"/>
                </a:solidFill>
                <a:latin typeface="Arial"/>
                <a:ea typeface="Arial"/>
                <a:cs typeface="Arial"/>
              </a:defRPr>
            </a:pPr>
            <a:r>
              <a:rPr sz="1500" b="0">
                <a:solidFill>
                  <a:srgbClr val="243B2D"/>
                </a:solidFill>
                <a:latin typeface="Arial"/>
                <a:ea typeface="Arial"/>
                <a:cs typeface="Arial"/>
              </a:rPr>
              <a:t>Warden assigns</a:t>
            </a:r>
          </a:p>
        </p:txBody>
      </p:sp>
      <p:sp>
        <p:nvSpPr>
          <p:cNvPr id="12" name="entity-IN_PROGRESS">
            <a:extLst xmlns:a="http://schemas.openxmlformats.org/drawingml/2006/main">
              <a:ext uri="{FF2B5EF4-FFF2-40B4-BE49-F238E27FC236}">
                <a16:creationId xmlns:a16="http://schemas.microsoft.com/office/drawing/2014/main" id="{6AF1C1BF-0821-4DC8-A9A7-FB1826E976B1}"/>
              </a:ext>
            </a:extLst>
          </p:cNvPr>
          <p:cNvSpPr>
            <a:spLocks xmlns:a="http://schemas.openxmlformats.org/drawingml/2006/main" noGrp="1"/>
          </p:cNvSpPr>
          <p:nvPr/>
        </p:nvSpPr>
        <p:spPr>
          <a:xfrm xmlns:a="http://schemas.openxmlformats.org/drawingml/2006/main">
            <a:off x="5276850" y="2266950"/>
            <a:ext cx="2047875" cy="1238250"/>
          </a:xfrm>
          <a:prstGeom xmlns:a="http://schemas.openxmlformats.org/drawingml/2006/main" prst="rect">
            <a:avLst/>
          </a:prstGeom>
          <a:solidFill xmlns:a="http://schemas.openxmlformats.org/drawingml/2006/main">
            <a:srgbClr val="FFFFFF"/>
          </a:solidFill>
          <a:ln xmlns:a="http://schemas.openxmlformats.org/drawingml/2006/main" w="14288">
            <a:solidFill>
              <a:srgbClr val="72916C"/>
            </a:solidFill>
          </a:ln>
        </p:spPr>
      </p:sp>
      <p:sp>
        <p:nvSpPr>
          <p:cNvPr id="13" name="entity-name-IN_PROGRESS">
            <a:extLst xmlns:a="http://schemas.openxmlformats.org/drawingml/2006/main">
              <a:ext uri="{FF2B5EF4-FFF2-40B4-BE49-F238E27FC236}">
                <a16:creationId xmlns:a16="http://schemas.microsoft.com/office/drawing/2014/main" id="{A6EC203B-299B-4A27-84F9-3A567F8FBC88}"/>
              </a:ext>
            </a:extLst>
          </p:cNvPr>
          <p:cNvSpPr>
            <a:spLocks xmlns:a="http://schemas.openxmlformats.org/drawingml/2006/main" noGrp="1"/>
          </p:cNvSpPr>
          <p:nvPr/>
        </p:nvSpPr>
        <p:spPr>
          <a:xfrm xmlns:a="http://schemas.openxmlformats.org/drawingml/2006/main">
            <a:off x="5400675" y="2362200"/>
            <a:ext cx="18002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1">
                <a:solidFill>
                  <a:srgbClr val="1F4D3B"/>
                </a:solidFill>
                <a:latin typeface="Arial"/>
                <a:ea typeface="Arial"/>
                <a:cs typeface="Arial"/>
              </a:defRPr>
            </a:defPPr>
            <a:lvl1pPr>
              <a:defRPr sz="1650" b="1">
                <a:solidFill>
                  <a:srgbClr val="1F4D3B"/>
                </a:solidFill>
                <a:latin typeface="Arial"/>
                <a:ea typeface="Arial"/>
                <a:cs typeface="Arial"/>
              </a:defRPr>
            </a:lvl1pPr>
            <a:lvl2pPr>
              <a:defRPr sz="1650" b="1">
                <a:solidFill>
                  <a:srgbClr val="1F4D3B"/>
                </a:solidFill>
                <a:latin typeface="Arial"/>
                <a:ea typeface="Arial"/>
                <a:cs typeface="Arial"/>
              </a:defRPr>
            </a:lvl2pPr>
            <a:lvl3pPr>
              <a:defRPr sz="1650" b="1">
                <a:solidFill>
                  <a:srgbClr val="1F4D3B"/>
                </a:solidFill>
                <a:latin typeface="Arial"/>
                <a:ea typeface="Arial"/>
                <a:cs typeface="Arial"/>
              </a:defRPr>
            </a:lvl3pPr>
            <a:lvl4pPr>
              <a:defRPr sz="1650" b="1">
                <a:solidFill>
                  <a:srgbClr val="1F4D3B"/>
                </a:solidFill>
                <a:latin typeface="Arial"/>
                <a:ea typeface="Arial"/>
                <a:cs typeface="Arial"/>
              </a:defRPr>
            </a:lvl4pPr>
            <a:lvl5pPr>
              <a:defRPr sz="1650" b="1">
                <a:solidFill>
                  <a:srgbClr val="1F4D3B"/>
                </a:solidFill>
                <a:latin typeface="Arial"/>
                <a:ea typeface="Arial"/>
                <a:cs typeface="Arial"/>
              </a:defRPr>
            </a:lvl5pPr>
            <a:lvl6pPr>
              <a:defRPr sz="1650" b="1">
                <a:solidFill>
                  <a:srgbClr val="1F4D3B"/>
                </a:solidFill>
                <a:latin typeface="Arial"/>
                <a:ea typeface="Arial"/>
                <a:cs typeface="Arial"/>
              </a:defRPr>
            </a:lvl6pPr>
            <a:lvl7pPr>
              <a:defRPr sz="1650" b="1">
                <a:solidFill>
                  <a:srgbClr val="1F4D3B"/>
                </a:solidFill>
                <a:latin typeface="Arial"/>
                <a:ea typeface="Arial"/>
                <a:cs typeface="Arial"/>
              </a:defRPr>
            </a:lvl7pPr>
            <a:lvl8pPr>
              <a:defRPr sz="1650" b="1">
                <a:solidFill>
                  <a:srgbClr val="1F4D3B"/>
                </a:solidFill>
                <a:latin typeface="Arial"/>
                <a:ea typeface="Arial"/>
                <a:cs typeface="Arial"/>
              </a:defRPr>
            </a:lvl8pPr>
            <a:lvl9pPr>
              <a:defRPr sz="1650" b="1">
                <a:solidFill>
                  <a:srgbClr val="1F4D3B"/>
                </a:solidFill>
                <a:latin typeface="Arial"/>
                <a:ea typeface="Arial"/>
                <a:cs typeface="Arial"/>
              </a:defRPr>
            </a:lvl9pPr>
          </a:lstStyle>
          <a:p xmlns:a="http://schemas.openxmlformats.org/drawingml/2006/main">
            <a:pPr>
              <a:defRPr sz="1650" b="1">
                <a:solidFill>
                  <a:srgbClr val="1F4D3B"/>
                </a:solidFill>
                <a:latin typeface="Arial"/>
                <a:ea typeface="Arial"/>
                <a:cs typeface="Arial"/>
              </a:defRPr>
            </a:pPr>
            <a:r>
              <a:rPr sz="1650" b="1">
                <a:solidFill>
                  <a:srgbClr val="1F4D3B"/>
                </a:solidFill>
                <a:latin typeface="Arial"/>
                <a:ea typeface="Arial"/>
                <a:cs typeface="Arial"/>
              </a:rPr>
              <a:t>IN_PROGRESS</a:t>
            </a:r>
          </a:p>
        </p:txBody>
      </p:sp>
      <p:sp>
        <p:nvSpPr>
          <p:cNvPr id="14" name="entity-fields-IN_PROGRESS">
            <a:extLst xmlns:a="http://schemas.openxmlformats.org/drawingml/2006/main">
              <a:ext uri="{FF2B5EF4-FFF2-40B4-BE49-F238E27FC236}">
                <a16:creationId xmlns:a16="http://schemas.microsoft.com/office/drawing/2014/main" id="{13A40FE2-6E52-492B-82D7-2C86D0FBBF34}"/>
              </a:ext>
            </a:extLst>
          </p:cNvPr>
          <p:cNvSpPr>
            <a:spLocks xmlns:a="http://schemas.openxmlformats.org/drawingml/2006/main" noGrp="1"/>
          </p:cNvSpPr>
          <p:nvPr/>
        </p:nvSpPr>
        <p:spPr>
          <a:xfrm xmlns:a="http://schemas.openxmlformats.org/drawingml/2006/main">
            <a:off x="5400675" y="2724150"/>
            <a:ext cx="18002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243B2D"/>
                </a:solidFill>
                <a:latin typeface="Arial"/>
                <a:ea typeface="Arial"/>
                <a:cs typeface="Arial"/>
              </a:defRPr>
            </a:defPPr>
            <a:lvl1pPr>
              <a:defRPr sz="1500" b="0">
                <a:solidFill>
                  <a:srgbClr val="243B2D"/>
                </a:solidFill>
                <a:latin typeface="Arial"/>
                <a:ea typeface="Arial"/>
                <a:cs typeface="Arial"/>
              </a:defRPr>
            </a:lvl1pPr>
            <a:lvl2pPr>
              <a:defRPr sz="1500" b="0">
                <a:solidFill>
                  <a:srgbClr val="243B2D"/>
                </a:solidFill>
                <a:latin typeface="Arial"/>
                <a:ea typeface="Arial"/>
                <a:cs typeface="Arial"/>
              </a:defRPr>
            </a:lvl2pPr>
            <a:lvl3pPr>
              <a:defRPr sz="1500" b="0">
                <a:solidFill>
                  <a:srgbClr val="243B2D"/>
                </a:solidFill>
                <a:latin typeface="Arial"/>
                <a:ea typeface="Arial"/>
                <a:cs typeface="Arial"/>
              </a:defRPr>
            </a:lvl3pPr>
            <a:lvl4pPr>
              <a:defRPr sz="1500" b="0">
                <a:solidFill>
                  <a:srgbClr val="243B2D"/>
                </a:solidFill>
                <a:latin typeface="Arial"/>
                <a:ea typeface="Arial"/>
                <a:cs typeface="Arial"/>
              </a:defRPr>
            </a:lvl4pPr>
            <a:lvl5pPr>
              <a:defRPr sz="1500" b="0">
                <a:solidFill>
                  <a:srgbClr val="243B2D"/>
                </a:solidFill>
                <a:latin typeface="Arial"/>
                <a:ea typeface="Arial"/>
                <a:cs typeface="Arial"/>
              </a:defRPr>
            </a:lvl5pPr>
            <a:lvl6pPr>
              <a:defRPr sz="1500" b="0">
                <a:solidFill>
                  <a:srgbClr val="243B2D"/>
                </a:solidFill>
                <a:latin typeface="Arial"/>
                <a:ea typeface="Arial"/>
                <a:cs typeface="Arial"/>
              </a:defRPr>
            </a:lvl6pPr>
            <a:lvl7pPr>
              <a:defRPr sz="1500" b="0">
                <a:solidFill>
                  <a:srgbClr val="243B2D"/>
                </a:solidFill>
                <a:latin typeface="Arial"/>
                <a:ea typeface="Arial"/>
                <a:cs typeface="Arial"/>
              </a:defRPr>
            </a:lvl7pPr>
            <a:lvl8pPr>
              <a:defRPr sz="1500" b="0">
                <a:solidFill>
                  <a:srgbClr val="243B2D"/>
                </a:solidFill>
                <a:latin typeface="Arial"/>
                <a:ea typeface="Arial"/>
                <a:cs typeface="Arial"/>
              </a:defRPr>
            </a:lvl8pPr>
            <a:lvl9pPr>
              <a:defRPr sz="1500" b="0">
                <a:solidFill>
                  <a:srgbClr val="243B2D"/>
                </a:solidFill>
                <a:latin typeface="Arial"/>
                <a:ea typeface="Arial"/>
                <a:cs typeface="Arial"/>
              </a:defRPr>
            </a:lvl9pPr>
          </a:lstStyle>
          <a:p xmlns:a="http://schemas.openxmlformats.org/drawingml/2006/main">
            <a:pPr>
              <a:defRPr sz="1500" b="0">
                <a:solidFill>
                  <a:srgbClr val="243B2D"/>
                </a:solidFill>
                <a:latin typeface="Arial"/>
                <a:ea typeface="Arial"/>
                <a:cs typeface="Arial"/>
              </a:defRPr>
            </a:pPr>
            <a:r>
              <a:rPr sz="1500" b="0">
                <a:solidFill>
                  <a:srgbClr val="243B2D"/>
                </a:solidFill>
                <a:latin typeface="Arial"/>
                <a:ea typeface="Arial"/>
                <a:cs typeface="Arial"/>
              </a:rPr>
              <a:t>Assigned staff starts</a:t>
            </a:r>
          </a:p>
        </p:txBody>
      </p:sp>
      <p:sp>
        <p:nvSpPr>
          <p:cNvPr id="15" name="entity-RESOLVED">
            <a:extLst xmlns:a="http://schemas.openxmlformats.org/drawingml/2006/main">
              <a:ext uri="{FF2B5EF4-FFF2-40B4-BE49-F238E27FC236}">
                <a16:creationId xmlns:a16="http://schemas.microsoft.com/office/drawing/2014/main" id="{851816B6-3A6E-4BFA-A003-5CA439B45221}"/>
              </a:ext>
            </a:extLst>
          </p:cNvPr>
          <p:cNvSpPr>
            <a:spLocks xmlns:a="http://schemas.openxmlformats.org/drawingml/2006/main" noGrp="1"/>
          </p:cNvSpPr>
          <p:nvPr/>
        </p:nvSpPr>
        <p:spPr>
          <a:xfrm xmlns:a="http://schemas.openxmlformats.org/drawingml/2006/main">
            <a:off x="7610475" y="2266950"/>
            <a:ext cx="2047875" cy="1238250"/>
          </a:xfrm>
          <a:prstGeom xmlns:a="http://schemas.openxmlformats.org/drawingml/2006/main" prst="rect">
            <a:avLst/>
          </a:prstGeom>
          <a:solidFill xmlns:a="http://schemas.openxmlformats.org/drawingml/2006/main">
            <a:srgbClr val="FFFFFF"/>
          </a:solidFill>
          <a:ln xmlns:a="http://schemas.openxmlformats.org/drawingml/2006/main" w="14288">
            <a:solidFill>
              <a:srgbClr val="72916C"/>
            </a:solidFill>
          </a:ln>
        </p:spPr>
      </p:sp>
      <p:sp>
        <p:nvSpPr>
          <p:cNvPr id="16" name="entity-name-RESOLVED">
            <a:extLst xmlns:a="http://schemas.openxmlformats.org/drawingml/2006/main">
              <a:ext uri="{FF2B5EF4-FFF2-40B4-BE49-F238E27FC236}">
                <a16:creationId xmlns:a16="http://schemas.microsoft.com/office/drawing/2014/main" id="{B1ADC5E5-53BB-4748-9CFD-D6C5B7EF35AE}"/>
              </a:ext>
            </a:extLst>
          </p:cNvPr>
          <p:cNvSpPr>
            <a:spLocks xmlns:a="http://schemas.openxmlformats.org/drawingml/2006/main" noGrp="1"/>
          </p:cNvSpPr>
          <p:nvPr/>
        </p:nvSpPr>
        <p:spPr>
          <a:xfrm xmlns:a="http://schemas.openxmlformats.org/drawingml/2006/main">
            <a:off x="7734300" y="2362200"/>
            <a:ext cx="18002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1">
                <a:solidFill>
                  <a:srgbClr val="1F4D3B"/>
                </a:solidFill>
                <a:latin typeface="Arial"/>
                <a:ea typeface="Arial"/>
                <a:cs typeface="Arial"/>
              </a:defRPr>
            </a:defPPr>
            <a:lvl1pPr>
              <a:defRPr sz="1650" b="1">
                <a:solidFill>
                  <a:srgbClr val="1F4D3B"/>
                </a:solidFill>
                <a:latin typeface="Arial"/>
                <a:ea typeface="Arial"/>
                <a:cs typeface="Arial"/>
              </a:defRPr>
            </a:lvl1pPr>
            <a:lvl2pPr>
              <a:defRPr sz="1650" b="1">
                <a:solidFill>
                  <a:srgbClr val="1F4D3B"/>
                </a:solidFill>
                <a:latin typeface="Arial"/>
                <a:ea typeface="Arial"/>
                <a:cs typeface="Arial"/>
              </a:defRPr>
            </a:lvl2pPr>
            <a:lvl3pPr>
              <a:defRPr sz="1650" b="1">
                <a:solidFill>
                  <a:srgbClr val="1F4D3B"/>
                </a:solidFill>
                <a:latin typeface="Arial"/>
                <a:ea typeface="Arial"/>
                <a:cs typeface="Arial"/>
              </a:defRPr>
            </a:lvl3pPr>
            <a:lvl4pPr>
              <a:defRPr sz="1650" b="1">
                <a:solidFill>
                  <a:srgbClr val="1F4D3B"/>
                </a:solidFill>
                <a:latin typeface="Arial"/>
                <a:ea typeface="Arial"/>
                <a:cs typeface="Arial"/>
              </a:defRPr>
            </a:lvl4pPr>
            <a:lvl5pPr>
              <a:defRPr sz="1650" b="1">
                <a:solidFill>
                  <a:srgbClr val="1F4D3B"/>
                </a:solidFill>
                <a:latin typeface="Arial"/>
                <a:ea typeface="Arial"/>
                <a:cs typeface="Arial"/>
              </a:defRPr>
            </a:lvl5pPr>
            <a:lvl6pPr>
              <a:defRPr sz="1650" b="1">
                <a:solidFill>
                  <a:srgbClr val="1F4D3B"/>
                </a:solidFill>
                <a:latin typeface="Arial"/>
                <a:ea typeface="Arial"/>
                <a:cs typeface="Arial"/>
              </a:defRPr>
            </a:lvl6pPr>
            <a:lvl7pPr>
              <a:defRPr sz="1650" b="1">
                <a:solidFill>
                  <a:srgbClr val="1F4D3B"/>
                </a:solidFill>
                <a:latin typeface="Arial"/>
                <a:ea typeface="Arial"/>
                <a:cs typeface="Arial"/>
              </a:defRPr>
            </a:lvl7pPr>
            <a:lvl8pPr>
              <a:defRPr sz="1650" b="1">
                <a:solidFill>
                  <a:srgbClr val="1F4D3B"/>
                </a:solidFill>
                <a:latin typeface="Arial"/>
                <a:ea typeface="Arial"/>
                <a:cs typeface="Arial"/>
              </a:defRPr>
            </a:lvl8pPr>
            <a:lvl9pPr>
              <a:defRPr sz="1650" b="1">
                <a:solidFill>
                  <a:srgbClr val="1F4D3B"/>
                </a:solidFill>
                <a:latin typeface="Arial"/>
                <a:ea typeface="Arial"/>
                <a:cs typeface="Arial"/>
              </a:defRPr>
            </a:lvl9pPr>
          </a:lstStyle>
          <a:p xmlns:a="http://schemas.openxmlformats.org/drawingml/2006/main">
            <a:pPr>
              <a:defRPr sz="1650" b="1">
                <a:solidFill>
                  <a:srgbClr val="1F4D3B"/>
                </a:solidFill>
                <a:latin typeface="Arial"/>
                <a:ea typeface="Arial"/>
                <a:cs typeface="Arial"/>
              </a:defRPr>
            </a:pPr>
            <a:r>
              <a:rPr sz="1650" b="1">
                <a:solidFill>
                  <a:srgbClr val="1F4D3B"/>
                </a:solidFill>
                <a:latin typeface="Arial"/>
                <a:ea typeface="Arial"/>
                <a:cs typeface="Arial"/>
              </a:rPr>
              <a:t>RESOLVED</a:t>
            </a:r>
          </a:p>
        </p:txBody>
      </p:sp>
      <p:sp>
        <p:nvSpPr>
          <p:cNvPr id="17" name="entity-fields-RESOLVED">
            <a:extLst xmlns:a="http://schemas.openxmlformats.org/drawingml/2006/main">
              <a:ext uri="{FF2B5EF4-FFF2-40B4-BE49-F238E27FC236}">
                <a16:creationId xmlns:a16="http://schemas.microsoft.com/office/drawing/2014/main" id="{D959E4FE-1A05-4EFE-84EC-B4E453272775}"/>
              </a:ext>
            </a:extLst>
          </p:cNvPr>
          <p:cNvSpPr>
            <a:spLocks xmlns:a="http://schemas.openxmlformats.org/drawingml/2006/main" noGrp="1"/>
          </p:cNvSpPr>
          <p:nvPr/>
        </p:nvSpPr>
        <p:spPr>
          <a:xfrm xmlns:a="http://schemas.openxmlformats.org/drawingml/2006/main">
            <a:off x="7734300" y="2724150"/>
            <a:ext cx="18002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243B2D"/>
                </a:solidFill>
                <a:latin typeface="Arial"/>
                <a:ea typeface="Arial"/>
                <a:cs typeface="Arial"/>
              </a:defRPr>
            </a:defPPr>
            <a:lvl1pPr>
              <a:defRPr sz="1500" b="0">
                <a:solidFill>
                  <a:srgbClr val="243B2D"/>
                </a:solidFill>
                <a:latin typeface="Arial"/>
                <a:ea typeface="Arial"/>
                <a:cs typeface="Arial"/>
              </a:defRPr>
            </a:lvl1pPr>
            <a:lvl2pPr>
              <a:defRPr sz="1500" b="0">
                <a:solidFill>
                  <a:srgbClr val="243B2D"/>
                </a:solidFill>
                <a:latin typeface="Arial"/>
                <a:ea typeface="Arial"/>
                <a:cs typeface="Arial"/>
              </a:defRPr>
            </a:lvl2pPr>
            <a:lvl3pPr>
              <a:defRPr sz="1500" b="0">
                <a:solidFill>
                  <a:srgbClr val="243B2D"/>
                </a:solidFill>
                <a:latin typeface="Arial"/>
                <a:ea typeface="Arial"/>
                <a:cs typeface="Arial"/>
              </a:defRPr>
            </a:lvl3pPr>
            <a:lvl4pPr>
              <a:defRPr sz="1500" b="0">
                <a:solidFill>
                  <a:srgbClr val="243B2D"/>
                </a:solidFill>
                <a:latin typeface="Arial"/>
                <a:ea typeface="Arial"/>
                <a:cs typeface="Arial"/>
              </a:defRPr>
            </a:lvl4pPr>
            <a:lvl5pPr>
              <a:defRPr sz="1500" b="0">
                <a:solidFill>
                  <a:srgbClr val="243B2D"/>
                </a:solidFill>
                <a:latin typeface="Arial"/>
                <a:ea typeface="Arial"/>
                <a:cs typeface="Arial"/>
              </a:defRPr>
            </a:lvl5pPr>
            <a:lvl6pPr>
              <a:defRPr sz="1500" b="0">
                <a:solidFill>
                  <a:srgbClr val="243B2D"/>
                </a:solidFill>
                <a:latin typeface="Arial"/>
                <a:ea typeface="Arial"/>
                <a:cs typeface="Arial"/>
              </a:defRPr>
            </a:lvl6pPr>
            <a:lvl7pPr>
              <a:defRPr sz="1500" b="0">
                <a:solidFill>
                  <a:srgbClr val="243B2D"/>
                </a:solidFill>
                <a:latin typeface="Arial"/>
                <a:ea typeface="Arial"/>
                <a:cs typeface="Arial"/>
              </a:defRPr>
            </a:lvl7pPr>
            <a:lvl8pPr>
              <a:defRPr sz="1500" b="0">
                <a:solidFill>
                  <a:srgbClr val="243B2D"/>
                </a:solidFill>
                <a:latin typeface="Arial"/>
                <a:ea typeface="Arial"/>
                <a:cs typeface="Arial"/>
              </a:defRPr>
            </a:lvl8pPr>
            <a:lvl9pPr>
              <a:defRPr sz="1500" b="0">
                <a:solidFill>
                  <a:srgbClr val="243B2D"/>
                </a:solidFill>
                <a:latin typeface="Arial"/>
                <a:ea typeface="Arial"/>
                <a:cs typeface="Arial"/>
              </a:defRPr>
            </a:lvl9pPr>
          </a:lstStyle>
          <a:p xmlns:a="http://schemas.openxmlformats.org/drawingml/2006/main">
            <a:pPr>
              <a:defRPr sz="1500" b="0">
                <a:solidFill>
                  <a:srgbClr val="243B2D"/>
                </a:solidFill>
                <a:latin typeface="Arial"/>
                <a:ea typeface="Arial"/>
                <a:cs typeface="Arial"/>
              </a:defRPr>
            </a:pPr>
            <a:r>
              <a:rPr sz="1500" b="0">
                <a:solidFill>
                  <a:srgbClr val="243B2D"/>
                </a:solidFill>
                <a:latin typeface="Arial"/>
                <a:ea typeface="Arial"/>
                <a:cs typeface="Arial"/>
              </a:rPr>
              <a:t>Staff completes</a:t>
            </a:r>
          </a:p>
        </p:txBody>
      </p:sp>
      <p:sp>
        <p:nvSpPr>
          <p:cNvPr id="18" name="entity-CLOSED">
            <a:extLst xmlns:a="http://schemas.openxmlformats.org/drawingml/2006/main">
              <a:ext uri="{FF2B5EF4-FFF2-40B4-BE49-F238E27FC236}">
                <a16:creationId xmlns:a16="http://schemas.microsoft.com/office/drawing/2014/main" id="{D15AF738-9896-4CB0-9983-00E58D2A2CF7}"/>
              </a:ext>
            </a:extLst>
          </p:cNvPr>
          <p:cNvSpPr>
            <a:spLocks xmlns:a="http://schemas.openxmlformats.org/drawingml/2006/main" noGrp="1"/>
          </p:cNvSpPr>
          <p:nvPr/>
        </p:nvSpPr>
        <p:spPr>
          <a:xfrm xmlns:a="http://schemas.openxmlformats.org/drawingml/2006/main">
            <a:off x="9944100" y="2266950"/>
            <a:ext cx="2047875" cy="1238250"/>
          </a:xfrm>
          <a:prstGeom xmlns:a="http://schemas.openxmlformats.org/drawingml/2006/main" prst="rect">
            <a:avLst/>
          </a:prstGeom>
          <a:solidFill xmlns:a="http://schemas.openxmlformats.org/drawingml/2006/main">
            <a:srgbClr val="FFFFFF"/>
          </a:solidFill>
          <a:ln xmlns:a="http://schemas.openxmlformats.org/drawingml/2006/main" w="14288">
            <a:solidFill>
              <a:srgbClr val="72916C"/>
            </a:solidFill>
          </a:ln>
        </p:spPr>
      </p:sp>
      <p:sp>
        <p:nvSpPr>
          <p:cNvPr id="19" name="entity-name-CLOSED">
            <a:extLst xmlns:a="http://schemas.openxmlformats.org/drawingml/2006/main">
              <a:ext uri="{FF2B5EF4-FFF2-40B4-BE49-F238E27FC236}">
                <a16:creationId xmlns:a16="http://schemas.microsoft.com/office/drawing/2014/main" id="{F658EFC0-4AFC-4C2C-BF64-8C21BB68CAD5}"/>
              </a:ext>
            </a:extLst>
          </p:cNvPr>
          <p:cNvSpPr>
            <a:spLocks xmlns:a="http://schemas.openxmlformats.org/drawingml/2006/main" noGrp="1"/>
          </p:cNvSpPr>
          <p:nvPr/>
        </p:nvSpPr>
        <p:spPr>
          <a:xfrm xmlns:a="http://schemas.openxmlformats.org/drawingml/2006/main">
            <a:off x="10067925" y="2362200"/>
            <a:ext cx="18002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1">
                <a:solidFill>
                  <a:srgbClr val="1F4D3B"/>
                </a:solidFill>
                <a:latin typeface="Arial"/>
                <a:ea typeface="Arial"/>
                <a:cs typeface="Arial"/>
              </a:defRPr>
            </a:defPPr>
            <a:lvl1pPr>
              <a:defRPr sz="1650" b="1">
                <a:solidFill>
                  <a:srgbClr val="1F4D3B"/>
                </a:solidFill>
                <a:latin typeface="Arial"/>
                <a:ea typeface="Arial"/>
                <a:cs typeface="Arial"/>
              </a:defRPr>
            </a:lvl1pPr>
            <a:lvl2pPr>
              <a:defRPr sz="1650" b="1">
                <a:solidFill>
                  <a:srgbClr val="1F4D3B"/>
                </a:solidFill>
                <a:latin typeface="Arial"/>
                <a:ea typeface="Arial"/>
                <a:cs typeface="Arial"/>
              </a:defRPr>
            </a:lvl2pPr>
            <a:lvl3pPr>
              <a:defRPr sz="1650" b="1">
                <a:solidFill>
                  <a:srgbClr val="1F4D3B"/>
                </a:solidFill>
                <a:latin typeface="Arial"/>
                <a:ea typeface="Arial"/>
                <a:cs typeface="Arial"/>
              </a:defRPr>
            </a:lvl3pPr>
            <a:lvl4pPr>
              <a:defRPr sz="1650" b="1">
                <a:solidFill>
                  <a:srgbClr val="1F4D3B"/>
                </a:solidFill>
                <a:latin typeface="Arial"/>
                <a:ea typeface="Arial"/>
                <a:cs typeface="Arial"/>
              </a:defRPr>
            </a:lvl4pPr>
            <a:lvl5pPr>
              <a:defRPr sz="1650" b="1">
                <a:solidFill>
                  <a:srgbClr val="1F4D3B"/>
                </a:solidFill>
                <a:latin typeface="Arial"/>
                <a:ea typeface="Arial"/>
                <a:cs typeface="Arial"/>
              </a:defRPr>
            </a:lvl5pPr>
            <a:lvl6pPr>
              <a:defRPr sz="1650" b="1">
                <a:solidFill>
                  <a:srgbClr val="1F4D3B"/>
                </a:solidFill>
                <a:latin typeface="Arial"/>
                <a:ea typeface="Arial"/>
                <a:cs typeface="Arial"/>
              </a:defRPr>
            </a:lvl6pPr>
            <a:lvl7pPr>
              <a:defRPr sz="1650" b="1">
                <a:solidFill>
                  <a:srgbClr val="1F4D3B"/>
                </a:solidFill>
                <a:latin typeface="Arial"/>
                <a:ea typeface="Arial"/>
                <a:cs typeface="Arial"/>
              </a:defRPr>
            </a:lvl7pPr>
            <a:lvl8pPr>
              <a:defRPr sz="1650" b="1">
                <a:solidFill>
                  <a:srgbClr val="1F4D3B"/>
                </a:solidFill>
                <a:latin typeface="Arial"/>
                <a:ea typeface="Arial"/>
                <a:cs typeface="Arial"/>
              </a:defRPr>
            </a:lvl8pPr>
            <a:lvl9pPr>
              <a:defRPr sz="1650" b="1">
                <a:solidFill>
                  <a:srgbClr val="1F4D3B"/>
                </a:solidFill>
                <a:latin typeface="Arial"/>
                <a:ea typeface="Arial"/>
                <a:cs typeface="Arial"/>
              </a:defRPr>
            </a:lvl9pPr>
          </a:lstStyle>
          <a:p xmlns:a="http://schemas.openxmlformats.org/drawingml/2006/main">
            <a:pPr>
              <a:defRPr sz="1650" b="1">
                <a:solidFill>
                  <a:srgbClr val="1F4D3B"/>
                </a:solidFill>
                <a:latin typeface="Arial"/>
                <a:ea typeface="Arial"/>
                <a:cs typeface="Arial"/>
              </a:defRPr>
            </a:pPr>
            <a:r>
              <a:rPr sz="1650" b="1">
                <a:solidFill>
                  <a:srgbClr val="1F4D3B"/>
                </a:solidFill>
                <a:latin typeface="Arial"/>
                <a:ea typeface="Arial"/>
                <a:cs typeface="Arial"/>
              </a:rPr>
              <a:t>CLOSED</a:t>
            </a:r>
          </a:p>
        </p:txBody>
      </p:sp>
      <p:sp>
        <p:nvSpPr>
          <p:cNvPr id="20" name="entity-fields-CLOSED">
            <a:extLst xmlns:a="http://schemas.openxmlformats.org/drawingml/2006/main">
              <a:ext uri="{FF2B5EF4-FFF2-40B4-BE49-F238E27FC236}">
                <a16:creationId xmlns:a16="http://schemas.microsoft.com/office/drawing/2014/main" id="{87541D54-81D0-4551-BE53-7B208388EB89}"/>
              </a:ext>
            </a:extLst>
          </p:cNvPr>
          <p:cNvSpPr>
            <a:spLocks xmlns:a="http://schemas.openxmlformats.org/drawingml/2006/main" noGrp="1"/>
          </p:cNvSpPr>
          <p:nvPr/>
        </p:nvSpPr>
        <p:spPr>
          <a:xfrm xmlns:a="http://schemas.openxmlformats.org/drawingml/2006/main">
            <a:off x="10067925" y="2724150"/>
            <a:ext cx="18002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243B2D"/>
                </a:solidFill>
                <a:latin typeface="Arial"/>
                <a:ea typeface="Arial"/>
                <a:cs typeface="Arial"/>
              </a:defRPr>
            </a:defPPr>
            <a:lvl1pPr>
              <a:defRPr sz="1500" b="0">
                <a:solidFill>
                  <a:srgbClr val="243B2D"/>
                </a:solidFill>
                <a:latin typeface="Arial"/>
                <a:ea typeface="Arial"/>
                <a:cs typeface="Arial"/>
              </a:defRPr>
            </a:lvl1pPr>
            <a:lvl2pPr>
              <a:defRPr sz="1500" b="0">
                <a:solidFill>
                  <a:srgbClr val="243B2D"/>
                </a:solidFill>
                <a:latin typeface="Arial"/>
                <a:ea typeface="Arial"/>
                <a:cs typeface="Arial"/>
              </a:defRPr>
            </a:lvl2pPr>
            <a:lvl3pPr>
              <a:defRPr sz="1500" b="0">
                <a:solidFill>
                  <a:srgbClr val="243B2D"/>
                </a:solidFill>
                <a:latin typeface="Arial"/>
                <a:ea typeface="Arial"/>
                <a:cs typeface="Arial"/>
              </a:defRPr>
            </a:lvl3pPr>
            <a:lvl4pPr>
              <a:defRPr sz="1500" b="0">
                <a:solidFill>
                  <a:srgbClr val="243B2D"/>
                </a:solidFill>
                <a:latin typeface="Arial"/>
                <a:ea typeface="Arial"/>
                <a:cs typeface="Arial"/>
              </a:defRPr>
            </a:lvl4pPr>
            <a:lvl5pPr>
              <a:defRPr sz="1500" b="0">
                <a:solidFill>
                  <a:srgbClr val="243B2D"/>
                </a:solidFill>
                <a:latin typeface="Arial"/>
                <a:ea typeface="Arial"/>
                <a:cs typeface="Arial"/>
              </a:defRPr>
            </a:lvl5pPr>
            <a:lvl6pPr>
              <a:defRPr sz="1500" b="0">
                <a:solidFill>
                  <a:srgbClr val="243B2D"/>
                </a:solidFill>
                <a:latin typeface="Arial"/>
                <a:ea typeface="Arial"/>
                <a:cs typeface="Arial"/>
              </a:defRPr>
            </a:lvl6pPr>
            <a:lvl7pPr>
              <a:defRPr sz="1500" b="0">
                <a:solidFill>
                  <a:srgbClr val="243B2D"/>
                </a:solidFill>
                <a:latin typeface="Arial"/>
                <a:ea typeface="Arial"/>
                <a:cs typeface="Arial"/>
              </a:defRPr>
            </a:lvl7pPr>
            <a:lvl8pPr>
              <a:defRPr sz="1500" b="0">
                <a:solidFill>
                  <a:srgbClr val="243B2D"/>
                </a:solidFill>
                <a:latin typeface="Arial"/>
                <a:ea typeface="Arial"/>
                <a:cs typeface="Arial"/>
              </a:defRPr>
            </a:lvl8pPr>
            <a:lvl9pPr>
              <a:defRPr sz="1500" b="0">
                <a:solidFill>
                  <a:srgbClr val="243B2D"/>
                </a:solidFill>
                <a:latin typeface="Arial"/>
                <a:ea typeface="Arial"/>
                <a:cs typeface="Arial"/>
              </a:defRPr>
            </a:lvl9pPr>
          </a:lstStyle>
          <a:p xmlns:a="http://schemas.openxmlformats.org/drawingml/2006/main">
            <a:pPr>
              <a:defRPr sz="1500" b="0">
                <a:solidFill>
                  <a:srgbClr val="243B2D"/>
                </a:solidFill>
                <a:latin typeface="Arial"/>
                <a:ea typeface="Arial"/>
                <a:cs typeface="Arial"/>
              </a:defRPr>
            </a:pPr>
            <a:r>
              <a:rPr sz="1500" b="0">
                <a:solidFill>
                  <a:srgbClr val="243B2D"/>
                </a:solidFill>
                <a:latin typeface="Arial"/>
                <a:ea typeface="Arial"/>
                <a:cs typeface="Arial"/>
              </a:rPr>
              <a:t>Student gives feedback</a:t>
            </a:r>
          </a:p>
        </p:txBody>
      </p:sp>
      <p:cxnSp>
        <p:nvCxnSpPr>
          <p:cNvPr id="21" name="">
            <a:extLst xmlns:a="http://schemas.openxmlformats.org/drawingml/2006/main">
              <a:ext uri="{FF2B5EF4-FFF2-40B4-BE49-F238E27FC236}">
                <a16:creationId xmlns:a16="http://schemas.microsoft.com/office/drawing/2014/main" id="{41A65A4F-CE07-4E14-B4BC-09D2263FBA17}"/>
              </a:ext>
            </a:extLst>
          </p:cNvPr>
          <p:cNvCxnSpPr/>
          <p:nvPr/>
        </p:nvCxnSpPr>
        <p:spPr>
          <a:xfrm xmlns:a="http://schemas.openxmlformats.org/drawingml/2006/main" flipH="0" flipV="0">
            <a:off x="2657475" y="2886075"/>
            <a:ext cx="285750" cy="0"/>
          </a:xfrm>
          <a:prstGeom xmlns:a="http://schemas.openxmlformats.org/drawingml/2006/main" prst="straightConnector1">
            <a:avLst/>
          </a:prstGeom>
          <a:ln xmlns:a="http://schemas.openxmlformats.org/drawingml/2006/main" w="19050">
            <a:solidFill>
              <a:srgbClr val="789272"/>
            </a:solidFill>
            <a:tailEnd type="arrow" w="med" len="med"/>
          </a:ln>
        </p:spPr>
      </p:cxnSp>
      <p:cxnSp>
        <p:nvCxnSpPr>
          <p:cNvPr id="22" name="">
            <a:extLst xmlns:a="http://schemas.openxmlformats.org/drawingml/2006/main">
              <a:ext uri="{FF2B5EF4-FFF2-40B4-BE49-F238E27FC236}">
                <a16:creationId xmlns:a16="http://schemas.microsoft.com/office/drawing/2014/main" id="{9B7F0D0C-6A06-40EA-BC96-605878D27D72}"/>
              </a:ext>
            </a:extLst>
          </p:cNvPr>
          <p:cNvCxnSpPr/>
          <p:nvPr/>
        </p:nvCxnSpPr>
        <p:spPr>
          <a:xfrm xmlns:a="http://schemas.openxmlformats.org/drawingml/2006/main" flipH="0" flipV="0">
            <a:off x="4991100" y="2886075"/>
            <a:ext cx="285750" cy="0"/>
          </a:xfrm>
          <a:prstGeom xmlns:a="http://schemas.openxmlformats.org/drawingml/2006/main" prst="straightConnector1">
            <a:avLst/>
          </a:prstGeom>
          <a:ln xmlns:a="http://schemas.openxmlformats.org/drawingml/2006/main" w="19050">
            <a:solidFill>
              <a:srgbClr val="789272"/>
            </a:solidFill>
            <a:tailEnd type="arrow" w="med" len="med"/>
          </a:ln>
        </p:spPr>
      </p:cxnSp>
      <p:cxnSp>
        <p:nvCxnSpPr>
          <p:cNvPr id="23" name="">
            <a:extLst xmlns:a="http://schemas.openxmlformats.org/drawingml/2006/main">
              <a:ext uri="{FF2B5EF4-FFF2-40B4-BE49-F238E27FC236}">
                <a16:creationId xmlns:a16="http://schemas.microsoft.com/office/drawing/2014/main" id="{3595EC7C-FBD6-4F31-AAB0-15B85D870655}"/>
              </a:ext>
            </a:extLst>
          </p:cNvPr>
          <p:cNvCxnSpPr/>
          <p:nvPr/>
        </p:nvCxnSpPr>
        <p:spPr>
          <a:xfrm xmlns:a="http://schemas.openxmlformats.org/drawingml/2006/main" flipH="0" flipV="0">
            <a:off x="7324725" y="2886075"/>
            <a:ext cx="285750" cy="0"/>
          </a:xfrm>
          <a:prstGeom xmlns:a="http://schemas.openxmlformats.org/drawingml/2006/main" prst="straightConnector1">
            <a:avLst/>
          </a:prstGeom>
          <a:ln xmlns:a="http://schemas.openxmlformats.org/drawingml/2006/main" w="19050">
            <a:solidFill>
              <a:srgbClr val="789272"/>
            </a:solidFill>
            <a:tailEnd type="arrow" w="med" len="med"/>
          </a:ln>
        </p:spPr>
      </p:cxnSp>
      <p:cxnSp>
        <p:nvCxnSpPr>
          <p:cNvPr id="24" name="">
            <a:extLst xmlns:a="http://schemas.openxmlformats.org/drawingml/2006/main">
              <a:ext uri="{FF2B5EF4-FFF2-40B4-BE49-F238E27FC236}">
                <a16:creationId xmlns:a16="http://schemas.microsoft.com/office/drawing/2014/main" id="{BBF8F6D7-21C5-45D9-951F-9C3C748D49B7}"/>
              </a:ext>
            </a:extLst>
          </p:cNvPr>
          <p:cNvCxnSpPr/>
          <p:nvPr/>
        </p:nvCxnSpPr>
        <p:spPr>
          <a:xfrm xmlns:a="http://schemas.openxmlformats.org/drawingml/2006/main" flipH="0" flipV="0">
            <a:off x="9658350" y="2886075"/>
            <a:ext cx="285750" cy="0"/>
          </a:xfrm>
          <a:prstGeom xmlns:a="http://schemas.openxmlformats.org/drawingml/2006/main" prst="straightConnector1">
            <a:avLst/>
          </a:prstGeom>
          <a:ln xmlns:a="http://schemas.openxmlformats.org/drawingml/2006/main" w="19050">
            <a:solidFill>
              <a:srgbClr val="789272"/>
            </a:solidFill>
            <a:tailEnd type="arrow" w="med" len="med"/>
          </a:ln>
        </p:spPr>
      </p:cxnSp>
      <p:sp>
        <p:nvSpPr>
          <p:cNvPr id="25" name="entity-REJECTED">
            <a:extLst xmlns:a="http://schemas.openxmlformats.org/drawingml/2006/main">
              <a:ext uri="{FF2B5EF4-FFF2-40B4-BE49-F238E27FC236}">
                <a16:creationId xmlns:a16="http://schemas.microsoft.com/office/drawing/2014/main" id="{A69F9CF9-8C7A-46F1-9F3A-FDFC3A99978A}"/>
              </a:ext>
            </a:extLst>
          </p:cNvPr>
          <p:cNvSpPr>
            <a:spLocks xmlns:a="http://schemas.openxmlformats.org/drawingml/2006/main" noGrp="1"/>
          </p:cNvSpPr>
          <p:nvPr/>
        </p:nvSpPr>
        <p:spPr>
          <a:xfrm xmlns:a="http://schemas.openxmlformats.org/drawingml/2006/main">
            <a:off x="2943225" y="4953000"/>
            <a:ext cx="2381250" cy="952500"/>
          </a:xfrm>
          <a:prstGeom xmlns:a="http://schemas.openxmlformats.org/drawingml/2006/main" prst="rect">
            <a:avLst/>
          </a:prstGeom>
          <a:solidFill xmlns:a="http://schemas.openxmlformats.org/drawingml/2006/main">
            <a:srgbClr val="FFFFFF"/>
          </a:solidFill>
          <a:ln xmlns:a="http://schemas.openxmlformats.org/drawingml/2006/main" w="14288">
            <a:solidFill>
              <a:srgbClr val="72916C"/>
            </a:solidFill>
          </a:ln>
        </p:spPr>
      </p:sp>
      <p:sp>
        <p:nvSpPr>
          <p:cNvPr id="26" name="entity-name-REJECTED">
            <a:extLst xmlns:a="http://schemas.openxmlformats.org/drawingml/2006/main">
              <a:ext uri="{FF2B5EF4-FFF2-40B4-BE49-F238E27FC236}">
                <a16:creationId xmlns:a16="http://schemas.microsoft.com/office/drawing/2014/main" id="{E12A59DA-C644-4DDB-BAE3-135AD200EB0D}"/>
              </a:ext>
            </a:extLst>
          </p:cNvPr>
          <p:cNvSpPr>
            <a:spLocks xmlns:a="http://schemas.openxmlformats.org/drawingml/2006/main" noGrp="1"/>
          </p:cNvSpPr>
          <p:nvPr/>
        </p:nvSpPr>
        <p:spPr>
          <a:xfrm xmlns:a="http://schemas.openxmlformats.org/drawingml/2006/main">
            <a:off x="3067050" y="5048250"/>
            <a:ext cx="2133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1">
                <a:solidFill>
                  <a:srgbClr val="1F4D3B"/>
                </a:solidFill>
                <a:latin typeface="Arial"/>
                <a:ea typeface="Arial"/>
                <a:cs typeface="Arial"/>
              </a:defRPr>
            </a:defPPr>
            <a:lvl1pPr>
              <a:defRPr sz="1650" b="1">
                <a:solidFill>
                  <a:srgbClr val="1F4D3B"/>
                </a:solidFill>
                <a:latin typeface="Arial"/>
                <a:ea typeface="Arial"/>
                <a:cs typeface="Arial"/>
              </a:defRPr>
            </a:lvl1pPr>
            <a:lvl2pPr>
              <a:defRPr sz="1650" b="1">
                <a:solidFill>
                  <a:srgbClr val="1F4D3B"/>
                </a:solidFill>
                <a:latin typeface="Arial"/>
                <a:ea typeface="Arial"/>
                <a:cs typeface="Arial"/>
              </a:defRPr>
            </a:lvl2pPr>
            <a:lvl3pPr>
              <a:defRPr sz="1650" b="1">
                <a:solidFill>
                  <a:srgbClr val="1F4D3B"/>
                </a:solidFill>
                <a:latin typeface="Arial"/>
                <a:ea typeface="Arial"/>
                <a:cs typeface="Arial"/>
              </a:defRPr>
            </a:lvl3pPr>
            <a:lvl4pPr>
              <a:defRPr sz="1650" b="1">
                <a:solidFill>
                  <a:srgbClr val="1F4D3B"/>
                </a:solidFill>
                <a:latin typeface="Arial"/>
                <a:ea typeface="Arial"/>
                <a:cs typeface="Arial"/>
              </a:defRPr>
            </a:lvl4pPr>
            <a:lvl5pPr>
              <a:defRPr sz="1650" b="1">
                <a:solidFill>
                  <a:srgbClr val="1F4D3B"/>
                </a:solidFill>
                <a:latin typeface="Arial"/>
                <a:ea typeface="Arial"/>
                <a:cs typeface="Arial"/>
              </a:defRPr>
            </a:lvl5pPr>
            <a:lvl6pPr>
              <a:defRPr sz="1650" b="1">
                <a:solidFill>
                  <a:srgbClr val="1F4D3B"/>
                </a:solidFill>
                <a:latin typeface="Arial"/>
                <a:ea typeface="Arial"/>
                <a:cs typeface="Arial"/>
              </a:defRPr>
            </a:lvl6pPr>
            <a:lvl7pPr>
              <a:defRPr sz="1650" b="1">
                <a:solidFill>
                  <a:srgbClr val="1F4D3B"/>
                </a:solidFill>
                <a:latin typeface="Arial"/>
                <a:ea typeface="Arial"/>
                <a:cs typeface="Arial"/>
              </a:defRPr>
            </a:lvl7pPr>
            <a:lvl8pPr>
              <a:defRPr sz="1650" b="1">
                <a:solidFill>
                  <a:srgbClr val="1F4D3B"/>
                </a:solidFill>
                <a:latin typeface="Arial"/>
                <a:ea typeface="Arial"/>
                <a:cs typeface="Arial"/>
              </a:defRPr>
            </a:lvl8pPr>
            <a:lvl9pPr>
              <a:defRPr sz="1650" b="1">
                <a:solidFill>
                  <a:srgbClr val="1F4D3B"/>
                </a:solidFill>
                <a:latin typeface="Arial"/>
                <a:ea typeface="Arial"/>
                <a:cs typeface="Arial"/>
              </a:defRPr>
            </a:lvl9pPr>
          </a:lstStyle>
          <a:p xmlns:a="http://schemas.openxmlformats.org/drawingml/2006/main">
            <a:pPr>
              <a:defRPr sz="1650" b="1">
                <a:solidFill>
                  <a:srgbClr val="1F4D3B"/>
                </a:solidFill>
                <a:latin typeface="Arial"/>
                <a:ea typeface="Arial"/>
                <a:cs typeface="Arial"/>
              </a:defRPr>
            </a:pPr>
            <a:r>
              <a:rPr sz="1650" b="1">
                <a:solidFill>
                  <a:srgbClr val="1F4D3B"/>
                </a:solidFill>
                <a:latin typeface="Arial"/>
                <a:ea typeface="Arial"/>
                <a:cs typeface="Arial"/>
              </a:rPr>
              <a:t>REJECTED</a:t>
            </a:r>
          </a:p>
        </p:txBody>
      </p:sp>
      <p:sp>
        <p:nvSpPr>
          <p:cNvPr id="27" name="entity-fields-REJECTED">
            <a:extLst xmlns:a="http://schemas.openxmlformats.org/drawingml/2006/main">
              <a:ext uri="{FF2B5EF4-FFF2-40B4-BE49-F238E27FC236}">
                <a16:creationId xmlns:a16="http://schemas.microsoft.com/office/drawing/2014/main" id="{61D2613F-85F2-41FE-AFC6-254C164DC9B6}"/>
              </a:ext>
            </a:extLst>
          </p:cNvPr>
          <p:cNvSpPr>
            <a:spLocks xmlns:a="http://schemas.openxmlformats.org/drawingml/2006/main" noGrp="1"/>
          </p:cNvSpPr>
          <p:nvPr/>
        </p:nvSpPr>
        <p:spPr>
          <a:xfrm xmlns:a="http://schemas.openxmlformats.org/drawingml/2006/main">
            <a:off x="3067050" y="5410200"/>
            <a:ext cx="2133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243B2D"/>
                </a:solidFill>
                <a:latin typeface="Arial"/>
                <a:ea typeface="Arial"/>
                <a:cs typeface="Arial"/>
              </a:defRPr>
            </a:defPPr>
            <a:lvl1pPr>
              <a:defRPr sz="1500" b="0">
                <a:solidFill>
                  <a:srgbClr val="243B2D"/>
                </a:solidFill>
                <a:latin typeface="Arial"/>
                <a:ea typeface="Arial"/>
                <a:cs typeface="Arial"/>
              </a:defRPr>
            </a:lvl1pPr>
            <a:lvl2pPr>
              <a:defRPr sz="1500" b="0">
                <a:solidFill>
                  <a:srgbClr val="243B2D"/>
                </a:solidFill>
                <a:latin typeface="Arial"/>
                <a:ea typeface="Arial"/>
                <a:cs typeface="Arial"/>
              </a:defRPr>
            </a:lvl2pPr>
            <a:lvl3pPr>
              <a:defRPr sz="1500" b="0">
                <a:solidFill>
                  <a:srgbClr val="243B2D"/>
                </a:solidFill>
                <a:latin typeface="Arial"/>
                <a:ea typeface="Arial"/>
                <a:cs typeface="Arial"/>
              </a:defRPr>
            </a:lvl3pPr>
            <a:lvl4pPr>
              <a:defRPr sz="1500" b="0">
                <a:solidFill>
                  <a:srgbClr val="243B2D"/>
                </a:solidFill>
                <a:latin typeface="Arial"/>
                <a:ea typeface="Arial"/>
                <a:cs typeface="Arial"/>
              </a:defRPr>
            </a:lvl4pPr>
            <a:lvl5pPr>
              <a:defRPr sz="1500" b="0">
                <a:solidFill>
                  <a:srgbClr val="243B2D"/>
                </a:solidFill>
                <a:latin typeface="Arial"/>
                <a:ea typeface="Arial"/>
                <a:cs typeface="Arial"/>
              </a:defRPr>
            </a:lvl5pPr>
            <a:lvl6pPr>
              <a:defRPr sz="1500" b="0">
                <a:solidFill>
                  <a:srgbClr val="243B2D"/>
                </a:solidFill>
                <a:latin typeface="Arial"/>
                <a:ea typeface="Arial"/>
                <a:cs typeface="Arial"/>
              </a:defRPr>
            </a:lvl6pPr>
            <a:lvl7pPr>
              <a:defRPr sz="1500" b="0">
                <a:solidFill>
                  <a:srgbClr val="243B2D"/>
                </a:solidFill>
                <a:latin typeface="Arial"/>
                <a:ea typeface="Arial"/>
                <a:cs typeface="Arial"/>
              </a:defRPr>
            </a:lvl7pPr>
            <a:lvl8pPr>
              <a:defRPr sz="1500" b="0">
                <a:solidFill>
                  <a:srgbClr val="243B2D"/>
                </a:solidFill>
                <a:latin typeface="Arial"/>
                <a:ea typeface="Arial"/>
                <a:cs typeface="Arial"/>
              </a:defRPr>
            </a:lvl8pPr>
            <a:lvl9pPr>
              <a:defRPr sz="1500" b="0">
                <a:solidFill>
                  <a:srgbClr val="243B2D"/>
                </a:solidFill>
                <a:latin typeface="Arial"/>
                <a:ea typeface="Arial"/>
                <a:cs typeface="Arial"/>
              </a:defRPr>
            </a:lvl9pPr>
          </a:lstStyle>
          <a:p xmlns:a="http://schemas.openxmlformats.org/drawingml/2006/main">
            <a:pPr>
              <a:defRPr sz="1500" b="0">
                <a:solidFill>
                  <a:srgbClr val="243B2D"/>
                </a:solidFill>
                <a:latin typeface="Arial"/>
                <a:ea typeface="Arial"/>
                <a:cs typeface="Arial"/>
              </a:defRPr>
            </a:pPr>
            <a:r>
              <a:rPr sz="1500" b="0">
                <a:solidFill>
                  <a:srgbClr val="243B2D"/>
                </a:solidFill>
                <a:latin typeface="Arial"/>
                <a:ea typeface="Arial"/>
                <a:cs typeface="Arial"/>
              </a:rPr>
              <a:t>Warden/admin reason</a:t>
            </a:r>
          </a:p>
        </p:txBody>
      </p:sp>
      <p:cxnSp>
        <p:nvCxnSpPr>
          <p:cNvPr id="28" name="">
            <a:extLst xmlns:a="http://schemas.openxmlformats.org/drawingml/2006/main">
              <a:ext uri="{FF2B5EF4-FFF2-40B4-BE49-F238E27FC236}">
                <a16:creationId xmlns:a16="http://schemas.microsoft.com/office/drawing/2014/main" id="{E4762BD3-45AB-4B4E-A93E-18A065305FF1}"/>
              </a:ext>
            </a:extLst>
          </p:cNvPr>
          <p:cNvCxnSpPr/>
          <p:nvPr/>
        </p:nvCxnSpPr>
        <p:spPr>
          <a:xfrm xmlns:a="http://schemas.openxmlformats.org/drawingml/2006/main" flipH="1" flipV="0">
            <a:off x="333375" y="2886075"/>
            <a:ext cx="276225" cy="0"/>
          </a:xfrm>
          <a:prstGeom xmlns:a="http://schemas.openxmlformats.org/drawingml/2006/main" prst="straightConnector1">
            <a:avLst/>
          </a:prstGeom>
          <a:ln xmlns:a="http://schemas.openxmlformats.org/drawingml/2006/main" w="19050">
            <a:solidFill>
              <a:srgbClr val="789272"/>
            </a:solidFill>
          </a:ln>
        </p:spPr>
      </p:cxnSp>
      <p:cxnSp>
        <p:nvCxnSpPr>
          <p:cNvPr id="29" name="">
            <a:extLst xmlns:a="http://schemas.openxmlformats.org/drawingml/2006/main">
              <a:ext uri="{FF2B5EF4-FFF2-40B4-BE49-F238E27FC236}">
                <a16:creationId xmlns:a16="http://schemas.microsoft.com/office/drawing/2014/main" id="{980E044B-8260-4A92-AFBF-5721C19F2C1A}"/>
              </a:ext>
            </a:extLst>
          </p:cNvPr>
          <p:cNvCxnSpPr/>
          <p:nvPr/>
        </p:nvCxnSpPr>
        <p:spPr>
          <a:xfrm xmlns:a="http://schemas.openxmlformats.org/drawingml/2006/main" flipH="0" flipV="0">
            <a:off x="333375" y="2886075"/>
            <a:ext cx="0" cy="2543175"/>
          </a:xfrm>
          <a:prstGeom xmlns:a="http://schemas.openxmlformats.org/drawingml/2006/main" prst="straightConnector1">
            <a:avLst/>
          </a:prstGeom>
          <a:ln xmlns:a="http://schemas.openxmlformats.org/drawingml/2006/main" w="19050">
            <a:solidFill>
              <a:srgbClr val="789272"/>
            </a:solidFill>
          </a:ln>
        </p:spPr>
      </p:cxnSp>
      <p:cxnSp>
        <p:nvCxnSpPr>
          <p:cNvPr id="30" name="">
            <a:extLst xmlns:a="http://schemas.openxmlformats.org/drawingml/2006/main">
              <a:ext uri="{FF2B5EF4-FFF2-40B4-BE49-F238E27FC236}">
                <a16:creationId xmlns:a16="http://schemas.microsoft.com/office/drawing/2014/main" id="{865EC616-D101-458A-A3EE-221E218ABBA2}"/>
              </a:ext>
            </a:extLst>
          </p:cNvPr>
          <p:cNvCxnSpPr/>
          <p:nvPr/>
        </p:nvCxnSpPr>
        <p:spPr>
          <a:xfrm xmlns:a="http://schemas.openxmlformats.org/drawingml/2006/main" flipH="0" flipV="0">
            <a:off x="333375" y="5429250"/>
            <a:ext cx="2609850" cy="0"/>
          </a:xfrm>
          <a:prstGeom xmlns:a="http://schemas.openxmlformats.org/drawingml/2006/main" prst="straightConnector1">
            <a:avLst/>
          </a:prstGeom>
          <a:ln xmlns:a="http://schemas.openxmlformats.org/drawingml/2006/main" w="19050">
            <a:solidFill>
              <a:srgbClr val="789272"/>
            </a:solidFill>
            <a:tailEnd type="arrow" w="med" len="med"/>
          </a:ln>
        </p:spPr>
      </p:cxnSp>
      <p:sp>
        <p:nvSpPr>
          <p:cNvPr id="31" name="text">
            <a:extLst xmlns:a="http://schemas.openxmlformats.org/drawingml/2006/main">
              <a:ext uri="{FF2B5EF4-FFF2-40B4-BE49-F238E27FC236}">
                <a16:creationId xmlns:a16="http://schemas.microsoft.com/office/drawing/2014/main" id="{040F73B3-83B8-434E-BB9E-D88ED9648545}"/>
              </a:ext>
            </a:extLst>
          </p:cNvPr>
          <p:cNvSpPr>
            <a:spLocks xmlns:a="http://schemas.openxmlformats.org/drawingml/2006/main" noGrp="1"/>
          </p:cNvSpPr>
          <p:nvPr/>
        </p:nvSpPr>
        <p:spPr>
          <a:xfrm xmlns:a="http://schemas.openxmlformats.org/drawingml/2006/main">
            <a:off x="733425" y="4257675"/>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1">
                <a:solidFill>
                  <a:srgbClr val="60735E"/>
                </a:solidFill>
                <a:latin typeface="Arial"/>
                <a:ea typeface="Arial"/>
                <a:cs typeface="Arial"/>
              </a:defRPr>
            </a:defPPr>
            <a:lvl1pPr>
              <a:defRPr sz="1350" b="1">
                <a:solidFill>
                  <a:srgbClr val="60735E"/>
                </a:solidFill>
                <a:latin typeface="Arial"/>
                <a:ea typeface="Arial"/>
                <a:cs typeface="Arial"/>
              </a:defRPr>
            </a:lvl1pPr>
            <a:lvl2pPr>
              <a:defRPr sz="1350" b="1">
                <a:solidFill>
                  <a:srgbClr val="60735E"/>
                </a:solidFill>
                <a:latin typeface="Arial"/>
                <a:ea typeface="Arial"/>
                <a:cs typeface="Arial"/>
              </a:defRPr>
            </a:lvl2pPr>
            <a:lvl3pPr>
              <a:defRPr sz="1350" b="1">
                <a:solidFill>
                  <a:srgbClr val="60735E"/>
                </a:solidFill>
                <a:latin typeface="Arial"/>
                <a:ea typeface="Arial"/>
                <a:cs typeface="Arial"/>
              </a:defRPr>
            </a:lvl3pPr>
            <a:lvl4pPr>
              <a:defRPr sz="1350" b="1">
                <a:solidFill>
                  <a:srgbClr val="60735E"/>
                </a:solidFill>
                <a:latin typeface="Arial"/>
                <a:ea typeface="Arial"/>
                <a:cs typeface="Arial"/>
              </a:defRPr>
            </a:lvl4pPr>
            <a:lvl5pPr>
              <a:defRPr sz="1350" b="1">
                <a:solidFill>
                  <a:srgbClr val="60735E"/>
                </a:solidFill>
                <a:latin typeface="Arial"/>
                <a:ea typeface="Arial"/>
                <a:cs typeface="Arial"/>
              </a:defRPr>
            </a:lvl5pPr>
            <a:lvl6pPr>
              <a:defRPr sz="1350" b="1">
                <a:solidFill>
                  <a:srgbClr val="60735E"/>
                </a:solidFill>
                <a:latin typeface="Arial"/>
                <a:ea typeface="Arial"/>
                <a:cs typeface="Arial"/>
              </a:defRPr>
            </a:lvl6pPr>
            <a:lvl7pPr>
              <a:defRPr sz="1350" b="1">
                <a:solidFill>
                  <a:srgbClr val="60735E"/>
                </a:solidFill>
                <a:latin typeface="Arial"/>
                <a:ea typeface="Arial"/>
                <a:cs typeface="Arial"/>
              </a:defRPr>
            </a:lvl7pPr>
            <a:lvl8pPr>
              <a:defRPr sz="1350" b="1">
                <a:solidFill>
                  <a:srgbClr val="60735E"/>
                </a:solidFill>
                <a:latin typeface="Arial"/>
                <a:ea typeface="Arial"/>
                <a:cs typeface="Arial"/>
              </a:defRPr>
            </a:lvl8pPr>
            <a:lvl9pPr>
              <a:defRPr sz="1350" b="1">
                <a:solidFill>
                  <a:srgbClr val="60735E"/>
                </a:solidFill>
                <a:latin typeface="Arial"/>
                <a:ea typeface="Arial"/>
                <a:cs typeface="Arial"/>
              </a:defRPr>
            </a:lvl9pPr>
          </a:lstStyle>
          <a:p xmlns:a="http://schemas.openxmlformats.org/drawingml/2006/main">
            <a:pPr>
              <a:defRPr sz="1350" b="1">
                <a:solidFill>
                  <a:srgbClr val="60735E"/>
                </a:solidFill>
                <a:latin typeface="Arial"/>
                <a:ea typeface="Arial"/>
                <a:cs typeface="Arial"/>
              </a:defRPr>
            </a:pPr>
            <a:r>
              <a:rPr sz="1350" b="1">
                <a:solidFill>
                  <a:srgbClr val="60735E"/>
                </a:solidFill>
                <a:latin typeface="Arial"/>
                <a:ea typeface="Arial"/>
                <a:cs typeface="Arial"/>
              </a:rPr>
              <a:t>Reject</a:t>
            </a:r>
          </a:p>
        </p:txBody>
      </p:sp>
      <p:cxnSp>
        <p:nvCxnSpPr>
          <p:cNvPr id="32" name="">
            <a:extLst xmlns:a="http://schemas.openxmlformats.org/drawingml/2006/main">
              <a:ext uri="{FF2B5EF4-FFF2-40B4-BE49-F238E27FC236}">
                <a16:creationId xmlns:a16="http://schemas.microsoft.com/office/drawing/2014/main" id="{1CDF9DAC-9A73-4559-90C7-CFCC1BE858EA}"/>
              </a:ext>
            </a:extLst>
          </p:cNvPr>
          <p:cNvCxnSpPr/>
          <p:nvPr/>
        </p:nvCxnSpPr>
        <p:spPr>
          <a:xfrm xmlns:a="http://schemas.openxmlformats.org/drawingml/2006/main" flipH="0" flipV="0">
            <a:off x="3962400" y="3505200"/>
            <a:ext cx="0" cy="1447800"/>
          </a:xfrm>
          <a:prstGeom xmlns:a="http://schemas.openxmlformats.org/drawingml/2006/main" prst="straightConnector1">
            <a:avLst/>
          </a:prstGeom>
          <a:ln xmlns:a="http://schemas.openxmlformats.org/drawingml/2006/main" w="19050">
            <a:solidFill>
              <a:srgbClr val="789272"/>
            </a:solidFill>
            <a:tailEnd type="arrow" w="med" len="med"/>
          </a:ln>
        </p:spPr>
      </p:cxnSp>
      <p:sp>
        <p:nvSpPr>
          <p:cNvPr id="33" name="text">
            <a:extLst xmlns:a="http://schemas.openxmlformats.org/drawingml/2006/main">
              <a:ext uri="{FF2B5EF4-FFF2-40B4-BE49-F238E27FC236}">
                <a16:creationId xmlns:a16="http://schemas.microsoft.com/office/drawing/2014/main" id="{3D0A0AE6-CEA2-4FED-A0BA-25F2ED9F5E21}"/>
              </a:ext>
            </a:extLst>
          </p:cNvPr>
          <p:cNvSpPr>
            <a:spLocks xmlns:a="http://schemas.openxmlformats.org/drawingml/2006/main" noGrp="1"/>
          </p:cNvSpPr>
          <p:nvPr/>
        </p:nvSpPr>
        <p:spPr>
          <a:xfrm xmlns:a="http://schemas.openxmlformats.org/drawingml/2006/main">
            <a:off x="4143375" y="44767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1">
                <a:solidFill>
                  <a:srgbClr val="60735E"/>
                </a:solidFill>
                <a:latin typeface="Arial"/>
                <a:ea typeface="Arial"/>
                <a:cs typeface="Arial"/>
              </a:defRPr>
            </a:defPPr>
            <a:lvl1pPr>
              <a:defRPr sz="1350" b="1">
                <a:solidFill>
                  <a:srgbClr val="60735E"/>
                </a:solidFill>
                <a:latin typeface="Arial"/>
                <a:ea typeface="Arial"/>
                <a:cs typeface="Arial"/>
              </a:defRPr>
            </a:lvl1pPr>
            <a:lvl2pPr>
              <a:defRPr sz="1350" b="1">
                <a:solidFill>
                  <a:srgbClr val="60735E"/>
                </a:solidFill>
                <a:latin typeface="Arial"/>
                <a:ea typeface="Arial"/>
                <a:cs typeface="Arial"/>
              </a:defRPr>
            </a:lvl2pPr>
            <a:lvl3pPr>
              <a:defRPr sz="1350" b="1">
                <a:solidFill>
                  <a:srgbClr val="60735E"/>
                </a:solidFill>
                <a:latin typeface="Arial"/>
                <a:ea typeface="Arial"/>
                <a:cs typeface="Arial"/>
              </a:defRPr>
            </a:lvl3pPr>
            <a:lvl4pPr>
              <a:defRPr sz="1350" b="1">
                <a:solidFill>
                  <a:srgbClr val="60735E"/>
                </a:solidFill>
                <a:latin typeface="Arial"/>
                <a:ea typeface="Arial"/>
                <a:cs typeface="Arial"/>
              </a:defRPr>
            </a:lvl4pPr>
            <a:lvl5pPr>
              <a:defRPr sz="1350" b="1">
                <a:solidFill>
                  <a:srgbClr val="60735E"/>
                </a:solidFill>
                <a:latin typeface="Arial"/>
                <a:ea typeface="Arial"/>
                <a:cs typeface="Arial"/>
              </a:defRPr>
            </a:lvl5pPr>
            <a:lvl6pPr>
              <a:defRPr sz="1350" b="1">
                <a:solidFill>
                  <a:srgbClr val="60735E"/>
                </a:solidFill>
                <a:latin typeface="Arial"/>
                <a:ea typeface="Arial"/>
                <a:cs typeface="Arial"/>
              </a:defRPr>
            </a:lvl6pPr>
            <a:lvl7pPr>
              <a:defRPr sz="1350" b="1">
                <a:solidFill>
                  <a:srgbClr val="60735E"/>
                </a:solidFill>
                <a:latin typeface="Arial"/>
                <a:ea typeface="Arial"/>
                <a:cs typeface="Arial"/>
              </a:defRPr>
            </a:lvl7pPr>
            <a:lvl8pPr>
              <a:defRPr sz="1350" b="1">
                <a:solidFill>
                  <a:srgbClr val="60735E"/>
                </a:solidFill>
                <a:latin typeface="Arial"/>
                <a:ea typeface="Arial"/>
                <a:cs typeface="Arial"/>
              </a:defRPr>
            </a:lvl8pPr>
            <a:lvl9pPr>
              <a:defRPr sz="1350" b="1">
                <a:solidFill>
                  <a:srgbClr val="60735E"/>
                </a:solidFill>
                <a:latin typeface="Arial"/>
                <a:ea typeface="Arial"/>
                <a:cs typeface="Arial"/>
              </a:defRPr>
            </a:lvl9pPr>
          </a:lstStyle>
          <a:p xmlns:a="http://schemas.openxmlformats.org/drawingml/2006/main">
            <a:pPr>
              <a:defRPr sz="1350" b="1">
                <a:solidFill>
                  <a:srgbClr val="60735E"/>
                </a:solidFill>
                <a:latin typeface="Arial"/>
                <a:ea typeface="Arial"/>
                <a:cs typeface="Arial"/>
              </a:defRPr>
            </a:pPr>
            <a:r>
              <a:rPr sz="1350" b="1">
                <a:solidFill>
                  <a:srgbClr val="60735E"/>
                </a:solidFill>
                <a:latin typeface="Arial"/>
                <a:ea typeface="Arial"/>
                <a:cs typeface="Arial"/>
              </a:rPr>
              <a:t>Reject</a:t>
            </a:r>
          </a:p>
        </p:txBody>
      </p:sp>
      <p:cxnSp>
        <p:nvCxnSpPr>
          <p:cNvPr id="34" name="">
            <a:extLst xmlns:a="http://schemas.openxmlformats.org/drawingml/2006/main">
              <a:ext uri="{FF2B5EF4-FFF2-40B4-BE49-F238E27FC236}">
                <a16:creationId xmlns:a16="http://schemas.microsoft.com/office/drawing/2014/main" id="{255D0C6E-B1B0-4AE5-9BBA-EFC7E12A63A9}"/>
              </a:ext>
            </a:extLst>
          </p:cNvPr>
          <p:cNvCxnSpPr/>
          <p:nvPr/>
        </p:nvCxnSpPr>
        <p:spPr>
          <a:xfrm xmlns:a="http://schemas.openxmlformats.org/drawingml/2006/main" flipH="0" flipV="0">
            <a:off x="8629650" y="3505200"/>
            <a:ext cx="0" cy="781050"/>
          </a:xfrm>
          <a:prstGeom xmlns:a="http://schemas.openxmlformats.org/drawingml/2006/main" prst="straightConnector1">
            <a:avLst/>
          </a:prstGeom>
          <a:ln xmlns:a="http://schemas.openxmlformats.org/drawingml/2006/main" w="19050">
            <a:solidFill>
              <a:srgbClr val="789272"/>
            </a:solidFill>
          </a:ln>
        </p:spPr>
      </p:cxnSp>
      <p:cxnSp>
        <p:nvCxnSpPr>
          <p:cNvPr id="35" name="">
            <a:extLst xmlns:a="http://schemas.openxmlformats.org/drawingml/2006/main">
              <a:ext uri="{FF2B5EF4-FFF2-40B4-BE49-F238E27FC236}">
                <a16:creationId xmlns:a16="http://schemas.microsoft.com/office/drawing/2014/main" id="{6D01F023-2FDA-462C-8620-0D8077F58B93}"/>
              </a:ext>
            </a:extLst>
          </p:cNvPr>
          <p:cNvCxnSpPr/>
          <p:nvPr/>
        </p:nvCxnSpPr>
        <p:spPr>
          <a:xfrm xmlns:a="http://schemas.openxmlformats.org/drawingml/2006/main" flipH="1" flipV="0">
            <a:off x="1628775" y="4286250"/>
            <a:ext cx="7000875" cy="0"/>
          </a:xfrm>
          <a:prstGeom xmlns:a="http://schemas.openxmlformats.org/drawingml/2006/main" prst="straightConnector1">
            <a:avLst/>
          </a:prstGeom>
          <a:ln xmlns:a="http://schemas.openxmlformats.org/drawingml/2006/main" w="19050">
            <a:solidFill>
              <a:srgbClr val="789272"/>
            </a:solidFill>
          </a:ln>
        </p:spPr>
      </p:cxnSp>
      <p:cxnSp>
        <p:nvCxnSpPr>
          <p:cNvPr id="36" name="">
            <a:extLst xmlns:a="http://schemas.openxmlformats.org/drawingml/2006/main">
              <a:ext uri="{FF2B5EF4-FFF2-40B4-BE49-F238E27FC236}">
                <a16:creationId xmlns:a16="http://schemas.microsoft.com/office/drawing/2014/main" id="{AC3349AC-9B47-4D2B-B074-7B2B1619AB36}"/>
              </a:ext>
            </a:extLst>
          </p:cNvPr>
          <p:cNvCxnSpPr/>
          <p:nvPr/>
        </p:nvCxnSpPr>
        <p:spPr>
          <a:xfrm xmlns:a="http://schemas.openxmlformats.org/drawingml/2006/main" flipH="0" flipV="1">
            <a:off x="1628775" y="3505200"/>
            <a:ext cx="0" cy="781050"/>
          </a:xfrm>
          <a:prstGeom xmlns:a="http://schemas.openxmlformats.org/drawingml/2006/main" prst="straightConnector1">
            <a:avLst/>
          </a:prstGeom>
          <a:ln xmlns:a="http://schemas.openxmlformats.org/drawingml/2006/main" w="19050">
            <a:solidFill>
              <a:srgbClr val="789272"/>
            </a:solidFill>
            <a:tailEnd type="arrow" w="med" len="med"/>
          </a:ln>
        </p:spPr>
      </p:cxnSp>
      <p:sp>
        <p:nvSpPr>
          <p:cNvPr id="37" name="text">
            <a:extLst xmlns:a="http://schemas.openxmlformats.org/drawingml/2006/main">
              <a:ext uri="{FF2B5EF4-FFF2-40B4-BE49-F238E27FC236}">
                <a16:creationId xmlns:a16="http://schemas.microsoft.com/office/drawing/2014/main" id="{AF7361C2-B315-491D-9522-96B140C7A0EE}"/>
              </a:ext>
            </a:extLst>
          </p:cNvPr>
          <p:cNvSpPr>
            <a:spLocks xmlns:a="http://schemas.openxmlformats.org/drawingml/2006/main" noGrp="1"/>
          </p:cNvSpPr>
          <p:nvPr/>
        </p:nvSpPr>
        <p:spPr>
          <a:xfrm xmlns:a="http://schemas.openxmlformats.org/drawingml/2006/main">
            <a:off x="5162550" y="3924300"/>
            <a:ext cx="409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1">
                <a:solidFill>
                  <a:srgbClr val="60735E"/>
                </a:solidFill>
                <a:latin typeface="Arial"/>
                <a:ea typeface="Arial"/>
                <a:cs typeface="Arial"/>
              </a:defRPr>
            </a:defPPr>
            <a:lvl1pPr>
              <a:defRPr sz="1350" b="1">
                <a:solidFill>
                  <a:srgbClr val="60735E"/>
                </a:solidFill>
                <a:latin typeface="Arial"/>
                <a:ea typeface="Arial"/>
                <a:cs typeface="Arial"/>
              </a:defRPr>
            </a:lvl1pPr>
            <a:lvl2pPr>
              <a:defRPr sz="1350" b="1">
                <a:solidFill>
                  <a:srgbClr val="60735E"/>
                </a:solidFill>
                <a:latin typeface="Arial"/>
                <a:ea typeface="Arial"/>
                <a:cs typeface="Arial"/>
              </a:defRPr>
            </a:lvl2pPr>
            <a:lvl3pPr>
              <a:defRPr sz="1350" b="1">
                <a:solidFill>
                  <a:srgbClr val="60735E"/>
                </a:solidFill>
                <a:latin typeface="Arial"/>
                <a:ea typeface="Arial"/>
                <a:cs typeface="Arial"/>
              </a:defRPr>
            </a:lvl3pPr>
            <a:lvl4pPr>
              <a:defRPr sz="1350" b="1">
                <a:solidFill>
                  <a:srgbClr val="60735E"/>
                </a:solidFill>
                <a:latin typeface="Arial"/>
                <a:ea typeface="Arial"/>
                <a:cs typeface="Arial"/>
              </a:defRPr>
            </a:lvl4pPr>
            <a:lvl5pPr>
              <a:defRPr sz="1350" b="1">
                <a:solidFill>
                  <a:srgbClr val="60735E"/>
                </a:solidFill>
                <a:latin typeface="Arial"/>
                <a:ea typeface="Arial"/>
                <a:cs typeface="Arial"/>
              </a:defRPr>
            </a:lvl5pPr>
            <a:lvl6pPr>
              <a:defRPr sz="1350" b="1">
                <a:solidFill>
                  <a:srgbClr val="60735E"/>
                </a:solidFill>
                <a:latin typeface="Arial"/>
                <a:ea typeface="Arial"/>
                <a:cs typeface="Arial"/>
              </a:defRPr>
            </a:lvl6pPr>
            <a:lvl7pPr>
              <a:defRPr sz="1350" b="1">
                <a:solidFill>
                  <a:srgbClr val="60735E"/>
                </a:solidFill>
                <a:latin typeface="Arial"/>
                <a:ea typeface="Arial"/>
                <a:cs typeface="Arial"/>
              </a:defRPr>
            </a:lvl7pPr>
            <a:lvl8pPr>
              <a:defRPr sz="1350" b="1">
                <a:solidFill>
                  <a:srgbClr val="60735E"/>
                </a:solidFill>
                <a:latin typeface="Arial"/>
                <a:ea typeface="Arial"/>
                <a:cs typeface="Arial"/>
              </a:defRPr>
            </a:lvl8pPr>
            <a:lvl9pPr>
              <a:defRPr sz="1350" b="1">
                <a:solidFill>
                  <a:srgbClr val="60735E"/>
                </a:solidFill>
                <a:latin typeface="Arial"/>
                <a:ea typeface="Arial"/>
                <a:cs typeface="Arial"/>
              </a:defRPr>
            </a:lvl9pPr>
          </a:lstStyle>
          <a:p xmlns:a="http://schemas.openxmlformats.org/drawingml/2006/main">
            <a:pPr>
              <a:defRPr sz="1350" b="1">
                <a:solidFill>
                  <a:srgbClr val="60735E"/>
                </a:solidFill>
                <a:latin typeface="Arial"/>
                <a:ea typeface="Arial"/>
                <a:cs typeface="Arial"/>
              </a:defRPr>
            </a:pPr>
            <a:r>
              <a:rPr sz="1350" b="1">
                <a:solidFill>
                  <a:srgbClr val="60735E"/>
                </a:solidFill>
                <a:latin typeface="Arial"/>
                <a:ea typeface="Arial"/>
                <a:cs typeface="Arial"/>
              </a:rPr>
              <a:t>Student reopens a resolved issue</a:t>
            </a:r>
          </a:p>
        </p:txBody>
      </p:sp>
      <p:sp>
        <p:nvSpPr>
          <p:cNvPr id="38" name="text">
            <a:extLst xmlns:a="http://schemas.openxmlformats.org/drawingml/2006/main">
              <a:ext uri="{FF2B5EF4-FFF2-40B4-BE49-F238E27FC236}">
                <a16:creationId xmlns:a16="http://schemas.microsoft.com/office/drawing/2014/main" id="{C5B4F345-2761-46DA-B014-2A7BFB556E60}"/>
              </a:ext>
            </a:extLst>
          </p:cNvPr>
          <p:cNvSpPr>
            <a:spLocks xmlns:a="http://schemas.openxmlformats.org/drawingml/2006/main" noGrp="1"/>
          </p:cNvSpPr>
          <p:nvPr/>
        </p:nvSpPr>
        <p:spPr>
          <a:xfrm xmlns:a="http://schemas.openxmlformats.org/drawingml/2006/main">
            <a:off x="628650" y="606742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60735E"/>
                </a:solidFill>
                <a:latin typeface="Arial"/>
                <a:ea typeface="Arial"/>
                <a:cs typeface="Arial"/>
              </a:defRPr>
            </a:defPPr>
            <a:lvl1pPr>
              <a:defRPr sz="1650" b="0">
                <a:solidFill>
                  <a:srgbClr val="60735E"/>
                </a:solidFill>
                <a:latin typeface="Arial"/>
                <a:ea typeface="Arial"/>
                <a:cs typeface="Arial"/>
              </a:defRPr>
            </a:lvl1pPr>
            <a:lvl2pPr>
              <a:defRPr sz="1650" b="0">
                <a:solidFill>
                  <a:srgbClr val="60735E"/>
                </a:solidFill>
                <a:latin typeface="Arial"/>
                <a:ea typeface="Arial"/>
                <a:cs typeface="Arial"/>
              </a:defRPr>
            </a:lvl2pPr>
            <a:lvl3pPr>
              <a:defRPr sz="1650" b="0">
                <a:solidFill>
                  <a:srgbClr val="60735E"/>
                </a:solidFill>
                <a:latin typeface="Arial"/>
                <a:ea typeface="Arial"/>
                <a:cs typeface="Arial"/>
              </a:defRPr>
            </a:lvl3pPr>
            <a:lvl4pPr>
              <a:defRPr sz="1650" b="0">
                <a:solidFill>
                  <a:srgbClr val="60735E"/>
                </a:solidFill>
                <a:latin typeface="Arial"/>
                <a:ea typeface="Arial"/>
                <a:cs typeface="Arial"/>
              </a:defRPr>
            </a:lvl4pPr>
            <a:lvl5pPr>
              <a:defRPr sz="1650" b="0">
                <a:solidFill>
                  <a:srgbClr val="60735E"/>
                </a:solidFill>
                <a:latin typeface="Arial"/>
                <a:ea typeface="Arial"/>
                <a:cs typeface="Arial"/>
              </a:defRPr>
            </a:lvl5pPr>
            <a:lvl6pPr>
              <a:defRPr sz="1650" b="0">
                <a:solidFill>
                  <a:srgbClr val="60735E"/>
                </a:solidFill>
                <a:latin typeface="Arial"/>
                <a:ea typeface="Arial"/>
                <a:cs typeface="Arial"/>
              </a:defRPr>
            </a:lvl6pPr>
            <a:lvl7pPr>
              <a:defRPr sz="1650" b="0">
                <a:solidFill>
                  <a:srgbClr val="60735E"/>
                </a:solidFill>
                <a:latin typeface="Arial"/>
                <a:ea typeface="Arial"/>
                <a:cs typeface="Arial"/>
              </a:defRPr>
            </a:lvl7pPr>
            <a:lvl8pPr>
              <a:defRPr sz="1650" b="0">
                <a:solidFill>
                  <a:srgbClr val="60735E"/>
                </a:solidFill>
                <a:latin typeface="Arial"/>
                <a:ea typeface="Arial"/>
                <a:cs typeface="Arial"/>
              </a:defRPr>
            </a:lvl8pPr>
            <a:lvl9pPr>
              <a:defRPr sz="1650" b="0">
                <a:solidFill>
                  <a:srgbClr val="60735E"/>
                </a:solidFill>
                <a:latin typeface="Arial"/>
                <a:ea typeface="Arial"/>
                <a:cs typeface="Arial"/>
              </a:defRPr>
            </a:lvl9pPr>
          </a:lstStyle>
          <a:p xmlns:a="http://schemas.openxmlformats.org/drawingml/2006/main">
            <a:pPr>
              <a:defRPr sz="1650" b="0">
                <a:solidFill>
                  <a:srgbClr val="60735E"/>
                </a:solidFill>
                <a:latin typeface="Arial"/>
                <a:ea typeface="Arial"/>
                <a:cs typeface="Arial"/>
              </a:defRPr>
            </a:pPr>
            <a:r>
              <a:rPr sz="1650" b="0">
                <a:solidFill>
                  <a:srgbClr val="60735E"/>
                </a:solidFill>
                <a:latin typeface="Arial"/>
                <a:ea typeface="Arial"/>
                <a:cs typeface="Arial"/>
              </a:rPr>
              <a:t>Reopening clears the staff assignment and resolved timestamp. Feedback closes the complaint automatically.</a:t>
            </a:r>
          </a:p>
        </p:txBody>
      </p:sp>
    </p:spTree>
    <p:extLst>
      <p:ext uri="{BB962C8B-B14F-4D97-AF65-F5344CB8AC3E}">
        <p14:creationId xmlns:p14="http://schemas.microsoft.com/office/powerpoint/2010/main" val="868731009"/>
      </p:ext>
    </p:extLst>
  </p:cSld>
</p:sld>
</file>

<file path=ppt/slides/slide13.xml><?xml version="1.0" encoding="utf-8"?>
<p:sld xmlns:p="http://schemas.openxmlformats.org/presentationml/2006/main">
  <p:cSld>
    <p:bg>
      <p:bgPr>
        <a:solidFill xmlns:a="http://schemas.openxmlformats.org/drawingml/2006/main">
          <a:srgbClr val="FAFBF7"/>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0C1310F7-801E-45DC-B9D9-19CFC722067E}"/>
              </a:ext>
            </a:extLst>
          </p:cNvPr>
          <p:cNvSpPr>
            <a:spLocks xmlns:a="http://schemas.openxmlformats.org/drawingml/2006/main" noGrp="1"/>
          </p:cNvSpPr>
          <p:nvPr/>
        </p:nvSpPr>
        <p:spPr>
          <a:xfrm xmlns:a="http://schemas.openxmlformats.org/drawingml/2006/main">
            <a:off x="609600" y="4572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F4D3B"/>
                </a:solidFill>
                <a:latin typeface="Arial"/>
                <a:ea typeface="Arial"/>
                <a:cs typeface="Arial"/>
              </a:defRPr>
            </a:defPPr>
            <a:lvl1pPr>
              <a:defRPr sz="3300" b="1">
                <a:solidFill>
                  <a:srgbClr val="1F4D3B"/>
                </a:solidFill>
                <a:latin typeface="Arial"/>
                <a:ea typeface="Arial"/>
                <a:cs typeface="Arial"/>
              </a:defRPr>
            </a:lvl1pPr>
            <a:lvl2pPr>
              <a:defRPr sz="3300" b="1">
                <a:solidFill>
                  <a:srgbClr val="1F4D3B"/>
                </a:solidFill>
                <a:latin typeface="Arial"/>
                <a:ea typeface="Arial"/>
                <a:cs typeface="Arial"/>
              </a:defRPr>
            </a:lvl2pPr>
            <a:lvl3pPr>
              <a:defRPr sz="3300" b="1">
                <a:solidFill>
                  <a:srgbClr val="1F4D3B"/>
                </a:solidFill>
                <a:latin typeface="Arial"/>
                <a:ea typeface="Arial"/>
                <a:cs typeface="Arial"/>
              </a:defRPr>
            </a:lvl3pPr>
            <a:lvl4pPr>
              <a:defRPr sz="3300" b="1">
                <a:solidFill>
                  <a:srgbClr val="1F4D3B"/>
                </a:solidFill>
                <a:latin typeface="Arial"/>
                <a:ea typeface="Arial"/>
                <a:cs typeface="Arial"/>
              </a:defRPr>
            </a:lvl4pPr>
            <a:lvl5pPr>
              <a:defRPr sz="3300" b="1">
                <a:solidFill>
                  <a:srgbClr val="1F4D3B"/>
                </a:solidFill>
                <a:latin typeface="Arial"/>
                <a:ea typeface="Arial"/>
                <a:cs typeface="Arial"/>
              </a:defRPr>
            </a:lvl5pPr>
            <a:lvl6pPr>
              <a:defRPr sz="3300" b="1">
                <a:solidFill>
                  <a:srgbClr val="1F4D3B"/>
                </a:solidFill>
                <a:latin typeface="Arial"/>
                <a:ea typeface="Arial"/>
                <a:cs typeface="Arial"/>
              </a:defRPr>
            </a:lvl6pPr>
            <a:lvl7pPr>
              <a:defRPr sz="3300" b="1">
                <a:solidFill>
                  <a:srgbClr val="1F4D3B"/>
                </a:solidFill>
                <a:latin typeface="Arial"/>
                <a:ea typeface="Arial"/>
                <a:cs typeface="Arial"/>
              </a:defRPr>
            </a:lvl7pPr>
            <a:lvl8pPr>
              <a:defRPr sz="3300" b="1">
                <a:solidFill>
                  <a:srgbClr val="1F4D3B"/>
                </a:solidFill>
                <a:latin typeface="Arial"/>
                <a:ea typeface="Arial"/>
                <a:cs typeface="Arial"/>
              </a:defRPr>
            </a:lvl8pPr>
            <a:lvl9pPr>
              <a:defRPr sz="3300" b="1">
                <a:solidFill>
                  <a:srgbClr val="1F4D3B"/>
                </a:solidFill>
                <a:latin typeface="Arial"/>
                <a:ea typeface="Arial"/>
                <a:cs typeface="Arial"/>
              </a:defRPr>
            </a:lvl9pPr>
          </a:lstStyle>
          <a:p xmlns:a="http://schemas.openxmlformats.org/drawingml/2006/main">
            <a:pPr>
              <a:defRPr sz="3300" b="1">
                <a:solidFill>
                  <a:srgbClr val="1F4D3B"/>
                </a:solidFill>
                <a:latin typeface="Arial"/>
                <a:ea typeface="Arial"/>
                <a:cs typeface="Arial"/>
              </a:defRPr>
            </a:pPr>
            <a:r>
              <a:rPr sz="3300" b="1">
                <a:solidFill>
                  <a:srgbClr val="1F4D3B"/>
                </a:solidFill>
                <a:latin typeface="Arial"/>
                <a:ea typeface="Arial"/>
                <a:cs typeface="Arial"/>
              </a:rPr>
              <a:t>Business Logic Implementation</a:t>
            </a:r>
          </a:p>
        </p:txBody>
      </p:sp>
      <p:sp>
        <p:nvSpPr>
          <p:cNvPr id="3" name="footer">
            <a:extLst xmlns:a="http://schemas.openxmlformats.org/drawingml/2006/main">
              <a:ext uri="{FF2B5EF4-FFF2-40B4-BE49-F238E27FC236}">
                <a16:creationId xmlns:a16="http://schemas.microsoft.com/office/drawing/2014/main" id="{E00B011D-99E3-4A4B-9F7B-D14D120C19D8}"/>
              </a:ext>
            </a:extLst>
          </p:cNvPr>
          <p:cNvSpPr>
            <a:spLocks xmlns:a="http://schemas.openxmlformats.org/drawingml/2006/main" noGrp="1"/>
          </p:cNvSpPr>
          <p:nvPr/>
        </p:nvSpPr>
        <p:spPr>
          <a:xfrm xmlns:a="http://schemas.openxmlformats.org/drawingml/2006/main">
            <a:off x="609600" y="6477000"/>
            <a:ext cx="428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60735E"/>
                </a:solidFill>
                <a:latin typeface="Arial"/>
                <a:ea typeface="Arial"/>
                <a:cs typeface="Arial"/>
              </a:defRPr>
            </a:defPPr>
            <a:lvl1pPr>
              <a:defRPr sz="1050" b="0">
                <a:solidFill>
                  <a:srgbClr val="60735E"/>
                </a:solidFill>
                <a:latin typeface="Arial"/>
                <a:ea typeface="Arial"/>
                <a:cs typeface="Arial"/>
              </a:defRPr>
            </a:lvl1pPr>
            <a:lvl2pPr>
              <a:defRPr sz="1050" b="0">
                <a:solidFill>
                  <a:srgbClr val="60735E"/>
                </a:solidFill>
                <a:latin typeface="Arial"/>
                <a:ea typeface="Arial"/>
                <a:cs typeface="Arial"/>
              </a:defRPr>
            </a:lvl2pPr>
            <a:lvl3pPr>
              <a:defRPr sz="1050" b="0">
                <a:solidFill>
                  <a:srgbClr val="60735E"/>
                </a:solidFill>
                <a:latin typeface="Arial"/>
                <a:ea typeface="Arial"/>
                <a:cs typeface="Arial"/>
              </a:defRPr>
            </a:lvl3pPr>
            <a:lvl4pPr>
              <a:defRPr sz="1050" b="0">
                <a:solidFill>
                  <a:srgbClr val="60735E"/>
                </a:solidFill>
                <a:latin typeface="Arial"/>
                <a:ea typeface="Arial"/>
                <a:cs typeface="Arial"/>
              </a:defRPr>
            </a:lvl4pPr>
            <a:lvl5pPr>
              <a:defRPr sz="1050" b="0">
                <a:solidFill>
                  <a:srgbClr val="60735E"/>
                </a:solidFill>
                <a:latin typeface="Arial"/>
                <a:ea typeface="Arial"/>
                <a:cs typeface="Arial"/>
              </a:defRPr>
            </a:lvl5pPr>
            <a:lvl6pPr>
              <a:defRPr sz="1050" b="0">
                <a:solidFill>
                  <a:srgbClr val="60735E"/>
                </a:solidFill>
                <a:latin typeface="Arial"/>
                <a:ea typeface="Arial"/>
                <a:cs typeface="Arial"/>
              </a:defRPr>
            </a:lvl6pPr>
            <a:lvl7pPr>
              <a:defRPr sz="1050" b="0">
                <a:solidFill>
                  <a:srgbClr val="60735E"/>
                </a:solidFill>
                <a:latin typeface="Arial"/>
                <a:ea typeface="Arial"/>
                <a:cs typeface="Arial"/>
              </a:defRPr>
            </a:lvl7pPr>
            <a:lvl8pPr>
              <a:defRPr sz="1050" b="0">
                <a:solidFill>
                  <a:srgbClr val="60735E"/>
                </a:solidFill>
                <a:latin typeface="Arial"/>
                <a:ea typeface="Arial"/>
                <a:cs typeface="Arial"/>
              </a:defRPr>
            </a:lvl8pPr>
            <a:lvl9pPr>
              <a:defRPr sz="1050" b="0">
                <a:solidFill>
                  <a:srgbClr val="60735E"/>
                </a:solidFill>
                <a:latin typeface="Arial"/>
                <a:ea typeface="Arial"/>
                <a:cs typeface="Arial"/>
              </a:defRPr>
            </a:lvl9pPr>
          </a:lstStyle>
          <a:p xmlns:a="http://schemas.openxmlformats.org/drawingml/2006/main">
            <a:pPr>
              <a:defRPr sz="1050" b="0">
                <a:solidFill>
                  <a:srgbClr val="60735E"/>
                </a:solidFill>
                <a:latin typeface="Arial"/>
                <a:ea typeface="Arial"/>
                <a:cs typeface="Arial"/>
              </a:defRPr>
            </a:pPr>
            <a:r>
              <a:rPr sz="1050" b="0">
                <a:solidFill>
                  <a:srgbClr val="60735E"/>
                </a:solidFill>
                <a:latin typeface="Arial"/>
                <a:ea typeface="Arial"/>
                <a:cs typeface="Arial"/>
              </a:rPr>
              <a:t>HRCMS / HAVEN</a:t>
            </a:r>
          </a:p>
        </p:txBody>
      </p:sp>
      <p:sp>
        <p:nvSpPr>
          <p:cNvPr id="4" name="page-number">
            <a:extLst xmlns:a="http://schemas.openxmlformats.org/drawingml/2006/main">
              <a:ext uri="{FF2B5EF4-FFF2-40B4-BE49-F238E27FC236}">
                <a16:creationId xmlns:a16="http://schemas.microsoft.com/office/drawing/2014/main" id="{A1560740-5F3F-40D3-915D-412151D7C19D}"/>
              </a:ext>
            </a:extLst>
          </p:cNvPr>
          <p:cNvSpPr>
            <a:spLocks xmlns:a="http://schemas.openxmlformats.org/drawingml/2006/main" noGrp="1"/>
          </p:cNvSpPr>
          <p:nvPr/>
        </p:nvSpPr>
        <p:spPr>
          <a:xfrm xmlns:a="http://schemas.openxmlformats.org/drawingml/2006/main">
            <a:off x="10763250" y="6477000"/>
            <a:ext cx="819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60735E"/>
                </a:solidFill>
                <a:latin typeface="Arial"/>
                <a:ea typeface="Arial"/>
                <a:cs typeface="Arial"/>
              </a:defRPr>
            </a:defPPr>
            <a:lvl1pPr>
              <a:defRPr sz="1050" b="0">
                <a:solidFill>
                  <a:srgbClr val="60735E"/>
                </a:solidFill>
                <a:latin typeface="Arial"/>
                <a:ea typeface="Arial"/>
                <a:cs typeface="Arial"/>
              </a:defRPr>
            </a:lvl1pPr>
            <a:lvl2pPr>
              <a:defRPr sz="1050" b="0">
                <a:solidFill>
                  <a:srgbClr val="60735E"/>
                </a:solidFill>
                <a:latin typeface="Arial"/>
                <a:ea typeface="Arial"/>
                <a:cs typeface="Arial"/>
              </a:defRPr>
            </a:lvl2pPr>
            <a:lvl3pPr>
              <a:defRPr sz="1050" b="0">
                <a:solidFill>
                  <a:srgbClr val="60735E"/>
                </a:solidFill>
                <a:latin typeface="Arial"/>
                <a:ea typeface="Arial"/>
                <a:cs typeface="Arial"/>
              </a:defRPr>
            </a:lvl3pPr>
            <a:lvl4pPr>
              <a:defRPr sz="1050" b="0">
                <a:solidFill>
                  <a:srgbClr val="60735E"/>
                </a:solidFill>
                <a:latin typeface="Arial"/>
                <a:ea typeface="Arial"/>
                <a:cs typeface="Arial"/>
              </a:defRPr>
            </a:lvl4pPr>
            <a:lvl5pPr>
              <a:defRPr sz="1050" b="0">
                <a:solidFill>
                  <a:srgbClr val="60735E"/>
                </a:solidFill>
                <a:latin typeface="Arial"/>
                <a:ea typeface="Arial"/>
                <a:cs typeface="Arial"/>
              </a:defRPr>
            </a:lvl5pPr>
            <a:lvl6pPr>
              <a:defRPr sz="1050" b="0">
                <a:solidFill>
                  <a:srgbClr val="60735E"/>
                </a:solidFill>
                <a:latin typeface="Arial"/>
                <a:ea typeface="Arial"/>
                <a:cs typeface="Arial"/>
              </a:defRPr>
            </a:lvl6pPr>
            <a:lvl7pPr>
              <a:defRPr sz="1050" b="0">
                <a:solidFill>
                  <a:srgbClr val="60735E"/>
                </a:solidFill>
                <a:latin typeface="Arial"/>
                <a:ea typeface="Arial"/>
                <a:cs typeface="Arial"/>
              </a:defRPr>
            </a:lvl7pPr>
            <a:lvl8pPr>
              <a:defRPr sz="1050" b="0">
                <a:solidFill>
                  <a:srgbClr val="60735E"/>
                </a:solidFill>
                <a:latin typeface="Arial"/>
                <a:ea typeface="Arial"/>
                <a:cs typeface="Arial"/>
              </a:defRPr>
            </a:lvl8pPr>
            <a:lvl9pPr>
              <a:defRPr sz="1050" b="0">
                <a:solidFill>
                  <a:srgbClr val="60735E"/>
                </a:solidFill>
                <a:latin typeface="Arial"/>
                <a:ea typeface="Arial"/>
                <a:cs typeface="Arial"/>
              </a:defRPr>
            </a:lvl9pPr>
          </a:lstStyle>
          <a:p xmlns:a="http://schemas.openxmlformats.org/drawingml/2006/main">
            <a:pPr>
              <a:defRPr sz="1050" b="0">
                <a:solidFill>
                  <a:srgbClr val="60735E"/>
                </a:solidFill>
                <a:latin typeface="Arial"/>
                <a:ea typeface="Arial"/>
                <a:cs typeface="Arial"/>
              </a:defRPr>
            </a:pPr>
            <a:r>
              <a:rPr sz="1050" b="0">
                <a:solidFill>
                  <a:srgbClr val="60735E"/>
                </a:solidFill>
                <a:latin typeface="Arial"/>
                <a:ea typeface="Arial"/>
                <a:cs typeface="Arial"/>
              </a:rPr>
              <a:t>13 / 18</a:t>
            </a:r>
          </a:p>
        </p:txBody>
      </p:sp>
      <p:graphicFrame>
        <p:nvGraphicFramePr>
          <p:cNvPr id="5" name="">
            <a:extLst xmlns:a="http://schemas.openxmlformats.org/drawingml/2006/main">
              <a:ext uri="{FF2B5EF4-FFF2-40B4-BE49-F238E27FC236}">
                <a16:creationId xmlns:a16="http://schemas.microsoft.com/office/drawing/2014/main" id="{AB13162B-37E8-4E3B-9E10-DD66627FC880}"/>
              </a:ext>
            </a:extLst>
          </p:cNvPr>
          <p:cNvGraphicFramePr/>
          <p:nvPr/>
        </p:nvGraphicFramePr>
        <p:xfrm>
          <a:off xmlns:a="http://schemas.openxmlformats.org/drawingml/2006/main" x="609600" y="1790700"/>
          <a:ext xmlns:a="http://schemas.openxmlformats.org/drawingml/2006/main" cx="10972800" cy="4229100"/>
        </p:xfrm>
        <a:graphic xmlns:a="http://schemas.openxmlformats.org/drawingml/2006/main">
          <a:graphicData uri="http://schemas.openxmlformats.org/drawingml/2006/table">
            <a:tbl>
              <a:tblPr/>
              <a:tblGrid>
                <a:gridCol w="4381500"/>
                <a:gridCol w="2095500"/>
                <a:gridCol w="4495800"/>
              </a:tblGrid>
              <a:tr h="457200">
                <a:tc>
                  <a:txBody>
                    <a:bodyPr lIns="114300" tIns="114300" rIns="114300" bIns="114300"/>
                    <a:lstStyle/>
                    <a:p>
                      <a:r>
                        <a:rPr sz="1500" b="1">
                          <a:solidFill>
                            <a:srgbClr val="FFFFFF"/>
                          </a:solidFill>
                          <a:latin typeface="Arial"/>
                          <a:ea typeface="Arial"/>
                          <a:cs typeface="Arial"/>
                        </a:rPr>
                        <a:t>Trigger</a:t>
                      </a:r>
                    </a:p>
                  </a:txBody>
                  <a:tcPr marL="91440" marR="91440" marT="45720" marB="45720" anchor="ctr">
                    <a:lnL w="9525">
                      <a:solidFill>
                        <a:srgbClr val="DDE5D7"/>
                      </a:solidFill>
                      <a:prstDash val="solid"/>
                    </a:lnL>
                    <a:lnR w="9525">
                      <a:solidFill>
                        <a:srgbClr val="DDE5D7"/>
                      </a:solidFill>
                      <a:prstDash val="solid"/>
                    </a:lnR>
                    <a:lnT w="9525">
                      <a:solidFill>
                        <a:srgbClr val="DDE5D7"/>
                      </a:solidFill>
                      <a:prstDash val="solid"/>
                    </a:lnT>
                    <a:lnB w="9525">
                      <a:solidFill>
                        <a:srgbClr val="DDE5D7"/>
                      </a:solidFill>
                      <a:prstDash val="solid"/>
                    </a:lnB>
                    <a:solidFill>
                      <a:srgbClr val="1F4D3B"/>
                    </a:solidFill>
                  </a:tcPr>
                </a:tc>
                <a:tc>
                  <a:txBody>
                    <a:bodyPr lIns="114300" tIns="114300" rIns="114300" bIns="114300"/>
                    <a:lstStyle/>
                    <a:p>
                      <a:r>
                        <a:rPr sz="1500" b="1">
                          <a:solidFill>
                            <a:srgbClr val="FFFFFF"/>
                          </a:solidFill>
                          <a:latin typeface="Arial"/>
                          <a:ea typeface="Arial"/>
                          <a:cs typeface="Arial"/>
                        </a:rPr>
                        <a:t>Timing</a:t>
                      </a:r>
                    </a:p>
                  </a:txBody>
                  <a:tcPr marL="91440" marR="91440" marT="45720" marB="45720" anchor="ctr">
                    <a:lnR w="9525">
                      <a:solidFill>
                        <a:srgbClr val="DDE5D7"/>
                      </a:solidFill>
                      <a:prstDash val="solid"/>
                    </a:lnR>
                    <a:lnT w="9525">
                      <a:solidFill>
                        <a:srgbClr val="DDE5D7"/>
                      </a:solidFill>
                      <a:prstDash val="solid"/>
                    </a:lnT>
                    <a:lnB w="9525">
                      <a:solidFill>
                        <a:srgbClr val="DDE5D7"/>
                      </a:solidFill>
                      <a:prstDash val="solid"/>
                    </a:lnB>
                    <a:solidFill>
                      <a:srgbClr val="1F4D3B"/>
                    </a:solidFill>
                  </a:tcPr>
                </a:tc>
                <a:tc>
                  <a:txBody>
                    <a:bodyPr lIns="114300" tIns="114300" rIns="114300" bIns="114300"/>
                    <a:lstStyle/>
                    <a:p>
                      <a:r>
                        <a:rPr sz="1500" b="1">
                          <a:solidFill>
                            <a:srgbClr val="FFFFFF"/>
                          </a:solidFill>
                          <a:latin typeface="Arial"/>
                          <a:ea typeface="Arial"/>
                          <a:cs typeface="Arial"/>
                        </a:rPr>
                        <a:t>Responsibility</a:t>
                      </a:r>
                    </a:p>
                  </a:txBody>
                  <a:tcPr marL="91440" marR="91440" marT="45720" marB="45720" anchor="ctr">
                    <a:lnR w="9525">
                      <a:solidFill>
                        <a:srgbClr val="DDE5D7"/>
                      </a:solidFill>
                      <a:prstDash val="solid"/>
                    </a:lnR>
                    <a:lnT w="9525">
                      <a:solidFill>
                        <a:srgbClr val="DDE5D7"/>
                      </a:solidFill>
                      <a:prstDash val="solid"/>
                    </a:lnT>
                    <a:lnB w="9525">
                      <a:solidFill>
                        <a:srgbClr val="DDE5D7"/>
                      </a:solidFill>
                      <a:prstDash val="solid"/>
                    </a:lnB>
                    <a:solidFill>
                      <a:srgbClr val="1F4D3B"/>
                    </a:solidFill>
                  </a:tcPr>
                </a:tc>
              </a:tr>
              <a:tr h="628650">
                <a:tc>
                  <a:txBody>
                    <a:bodyPr lIns="114300" tIns="114300" rIns="114300" bIns="114300"/>
                    <a:lstStyle/>
                    <a:p>
                      <a:r>
                        <a:rPr sz="1575" b="0">
                          <a:solidFill>
                            <a:srgbClr val="243B2D"/>
                          </a:solidFill>
                          <a:latin typeface="Arial"/>
                          <a:ea typeface="Arial"/>
                          <a:cs typeface="Arial"/>
                        </a:rPr>
                        <a:t>trg_allocation_before_insert</a:t>
                      </a:r>
                    </a:p>
                  </a:txBody>
                  <a:tcPr marL="91440" marR="91440" marT="45720" marB="45720" anchor="ctr">
                    <a:lnL w="9525">
                      <a:solidFill>
                        <a:srgbClr val="DDE5D7"/>
                      </a:solidFill>
                      <a:prstDash val="solid"/>
                    </a:lnL>
                    <a:lnR w="9525">
                      <a:solidFill>
                        <a:srgbClr val="DDE5D7"/>
                      </a:solidFill>
                      <a:prstDash val="solid"/>
                    </a:lnR>
                    <a:lnB w="9525">
                      <a:solidFill>
                        <a:srgbClr val="DDE5D7"/>
                      </a:solidFill>
                      <a:prstDash val="solid"/>
                    </a:lnB>
                    <a:solidFill>
                      <a:srgbClr val="FFFFFF"/>
                    </a:solidFill>
                  </a:tcPr>
                </a:tc>
                <a:tc>
                  <a:txBody>
                    <a:bodyPr lIns="114300" tIns="114300" rIns="114300" bIns="114300"/>
                    <a:lstStyle/>
                    <a:p>
                      <a:r>
                        <a:rPr sz="1575" b="0">
                          <a:solidFill>
                            <a:srgbClr val="243B2D"/>
                          </a:solidFill>
                          <a:latin typeface="Arial"/>
                          <a:ea typeface="Arial"/>
                          <a:cs typeface="Arial"/>
                        </a:rPr>
                        <a:t>BEFORE INSERT</a:t>
                      </a:r>
                    </a:p>
                  </a:txBody>
                  <a:tcPr marL="91440" marR="91440" marT="45720" marB="45720" anchor="ctr">
                    <a:lnR w="9525">
                      <a:solidFill>
                        <a:srgbClr val="DDE5D7"/>
                      </a:solidFill>
                      <a:prstDash val="solid"/>
                    </a:lnR>
                    <a:lnB w="9525">
                      <a:solidFill>
                        <a:srgbClr val="DDE5D7"/>
                      </a:solidFill>
                      <a:prstDash val="solid"/>
                    </a:lnB>
                    <a:solidFill>
                      <a:srgbClr val="FFFFFF"/>
                    </a:solidFill>
                  </a:tcPr>
                </a:tc>
                <a:tc>
                  <a:txBody>
                    <a:bodyPr lIns="114300" tIns="114300" rIns="114300" bIns="114300"/>
                    <a:lstStyle/>
                    <a:p>
                      <a:r>
                        <a:rPr sz="1575" b="0">
                          <a:solidFill>
                            <a:srgbClr val="243B2D"/>
                          </a:solidFill>
                          <a:latin typeface="Arial"/>
                          <a:ea typeface="Arial"/>
                          <a:cs typeface="Arial"/>
                        </a:rPr>
                        <a:t>Room availability, capacity and gender</a:t>
                      </a:r>
                    </a:p>
                  </a:txBody>
                  <a:tcPr marL="91440" marR="91440" marT="45720" marB="45720" anchor="ctr">
                    <a:lnR w="9525">
                      <a:solidFill>
                        <a:srgbClr val="DDE5D7"/>
                      </a:solidFill>
                      <a:prstDash val="solid"/>
                    </a:lnR>
                    <a:lnB w="9525">
                      <a:solidFill>
                        <a:srgbClr val="DDE5D7"/>
                      </a:solidFill>
                      <a:prstDash val="solid"/>
                    </a:lnB>
                    <a:solidFill>
                      <a:srgbClr val="FFFFFF"/>
                    </a:solidFill>
                  </a:tcPr>
                </a:tc>
              </a:tr>
              <a:tr h="628650">
                <a:tc>
                  <a:txBody>
                    <a:bodyPr lIns="114300" tIns="114300" rIns="114300" bIns="114300"/>
                    <a:lstStyle/>
                    <a:p>
                      <a:r>
                        <a:rPr sz="1575" b="0">
                          <a:solidFill>
                            <a:srgbClr val="243B2D"/>
                          </a:solidFill>
                          <a:latin typeface="Arial"/>
                          <a:ea typeface="Arial"/>
                          <a:cs typeface="Arial"/>
                        </a:rPr>
                        <a:t>trg_complaint_before_update</a:t>
                      </a:r>
                    </a:p>
                  </a:txBody>
                  <a:tcPr marL="91440" marR="91440" marT="45720" marB="45720" anchor="ctr">
                    <a:lnL w="9525">
                      <a:solidFill>
                        <a:srgbClr val="DDE5D7"/>
                      </a:solidFill>
                      <a:prstDash val="solid"/>
                    </a:lnL>
                    <a:lnR w="9525">
                      <a:solidFill>
                        <a:srgbClr val="DDE5D7"/>
                      </a:solidFill>
                      <a:prstDash val="solid"/>
                    </a:lnR>
                    <a:lnB w="9525">
                      <a:solidFill>
                        <a:srgbClr val="DDE5D7"/>
                      </a:solidFill>
                      <a:prstDash val="solid"/>
                    </a:lnB>
                    <a:solidFill>
                      <a:srgbClr val="F0F4E9"/>
                    </a:solidFill>
                  </a:tcPr>
                </a:tc>
                <a:tc>
                  <a:txBody>
                    <a:bodyPr lIns="114300" tIns="114300" rIns="114300" bIns="114300"/>
                    <a:lstStyle/>
                    <a:p>
                      <a:r>
                        <a:rPr sz="1575" b="0">
                          <a:solidFill>
                            <a:srgbClr val="243B2D"/>
                          </a:solidFill>
                          <a:latin typeface="Arial"/>
                          <a:ea typeface="Arial"/>
                          <a:cs typeface="Arial"/>
                        </a:rPr>
                        <a:t>BEFORE UPDATE</a:t>
                      </a:r>
                    </a:p>
                  </a:txBody>
                  <a:tcPr marL="91440" marR="91440" marT="45720" marB="45720" anchor="ctr">
                    <a:lnR w="9525">
                      <a:solidFill>
                        <a:srgbClr val="DDE5D7"/>
                      </a:solidFill>
                      <a:prstDash val="solid"/>
                    </a:lnR>
                    <a:lnB w="9525">
                      <a:solidFill>
                        <a:srgbClr val="DDE5D7"/>
                      </a:solidFill>
                      <a:prstDash val="solid"/>
                    </a:lnB>
                    <a:solidFill>
                      <a:srgbClr val="F0F4E9"/>
                    </a:solidFill>
                  </a:tcPr>
                </a:tc>
                <a:tc>
                  <a:txBody>
                    <a:bodyPr lIns="114300" tIns="114300" rIns="114300" bIns="114300"/>
                    <a:lstStyle/>
                    <a:p>
                      <a:r>
                        <a:rPr sz="1575" b="0">
                          <a:solidFill>
                            <a:srgbClr val="243B2D"/>
                          </a:solidFill>
                          <a:latin typeface="Arial"/>
                          <a:ea typeface="Arial"/>
                          <a:cs typeface="Arial"/>
                        </a:rPr>
                        <a:t>Allowed state transitions and resolution timestamps</a:t>
                      </a:r>
                    </a:p>
                  </a:txBody>
                  <a:tcPr marL="91440" marR="91440" marT="45720" marB="45720" anchor="ctr">
                    <a:lnR w="9525">
                      <a:solidFill>
                        <a:srgbClr val="DDE5D7"/>
                      </a:solidFill>
                      <a:prstDash val="solid"/>
                    </a:lnR>
                    <a:lnB w="9525">
                      <a:solidFill>
                        <a:srgbClr val="DDE5D7"/>
                      </a:solidFill>
                      <a:prstDash val="solid"/>
                    </a:lnB>
                    <a:solidFill>
                      <a:srgbClr val="F0F4E9"/>
                    </a:solidFill>
                  </a:tcPr>
                </a:tc>
              </a:tr>
              <a:tr h="628650">
                <a:tc>
                  <a:txBody>
                    <a:bodyPr lIns="114300" tIns="114300" rIns="114300" bIns="114300"/>
                    <a:lstStyle/>
                    <a:p>
                      <a:r>
                        <a:rPr sz="1575" b="0">
                          <a:solidFill>
                            <a:srgbClr val="243B2D"/>
                          </a:solidFill>
                          <a:latin typeface="Arial"/>
                          <a:ea typeface="Arial"/>
                          <a:cs typeface="Arial"/>
                        </a:rPr>
                        <a:t>trg_complaint_after_insert</a:t>
                      </a:r>
                    </a:p>
                  </a:txBody>
                  <a:tcPr marL="91440" marR="91440" marT="45720" marB="45720" anchor="ctr">
                    <a:lnL w="9525">
                      <a:solidFill>
                        <a:srgbClr val="DDE5D7"/>
                      </a:solidFill>
                      <a:prstDash val="solid"/>
                    </a:lnL>
                    <a:lnR w="9525">
                      <a:solidFill>
                        <a:srgbClr val="DDE5D7"/>
                      </a:solidFill>
                      <a:prstDash val="solid"/>
                    </a:lnR>
                    <a:lnB w="9525">
                      <a:solidFill>
                        <a:srgbClr val="DDE5D7"/>
                      </a:solidFill>
                      <a:prstDash val="solid"/>
                    </a:lnB>
                    <a:solidFill>
                      <a:srgbClr val="FFFFFF"/>
                    </a:solidFill>
                  </a:tcPr>
                </a:tc>
                <a:tc>
                  <a:txBody>
                    <a:bodyPr lIns="114300" tIns="114300" rIns="114300" bIns="114300"/>
                    <a:lstStyle/>
                    <a:p>
                      <a:r>
                        <a:rPr sz="1575" b="0">
                          <a:solidFill>
                            <a:srgbClr val="243B2D"/>
                          </a:solidFill>
                          <a:latin typeface="Arial"/>
                          <a:ea typeface="Arial"/>
                          <a:cs typeface="Arial"/>
                        </a:rPr>
                        <a:t>AFTER INSERT</a:t>
                      </a:r>
                    </a:p>
                  </a:txBody>
                  <a:tcPr marL="91440" marR="91440" marT="45720" marB="45720" anchor="ctr">
                    <a:lnR w="9525">
                      <a:solidFill>
                        <a:srgbClr val="DDE5D7"/>
                      </a:solidFill>
                      <a:prstDash val="solid"/>
                    </a:lnR>
                    <a:lnB w="9525">
                      <a:solidFill>
                        <a:srgbClr val="DDE5D7"/>
                      </a:solidFill>
                      <a:prstDash val="solid"/>
                    </a:lnB>
                    <a:solidFill>
                      <a:srgbClr val="FFFFFF"/>
                    </a:solidFill>
                  </a:tcPr>
                </a:tc>
                <a:tc>
                  <a:txBody>
                    <a:bodyPr lIns="114300" tIns="114300" rIns="114300" bIns="114300"/>
                    <a:lstStyle/>
                    <a:p>
                      <a:r>
                        <a:rPr sz="1575" b="0">
                          <a:solidFill>
                            <a:srgbClr val="243B2D"/>
                          </a:solidFill>
                          <a:latin typeface="Arial"/>
                          <a:ea typeface="Arial"/>
                          <a:cs typeface="Arial"/>
                        </a:rPr>
                        <a:t>Create the initial history row</a:t>
                      </a:r>
                    </a:p>
                  </a:txBody>
                  <a:tcPr marL="91440" marR="91440" marT="45720" marB="45720" anchor="ctr">
                    <a:lnR w="9525">
                      <a:solidFill>
                        <a:srgbClr val="DDE5D7"/>
                      </a:solidFill>
                      <a:prstDash val="solid"/>
                    </a:lnR>
                    <a:lnB w="9525">
                      <a:solidFill>
                        <a:srgbClr val="DDE5D7"/>
                      </a:solidFill>
                      <a:prstDash val="solid"/>
                    </a:lnB>
                    <a:solidFill>
                      <a:srgbClr val="FFFFFF"/>
                    </a:solidFill>
                  </a:tcPr>
                </a:tc>
              </a:tr>
              <a:tr h="628650">
                <a:tc>
                  <a:txBody>
                    <a:bodyPr lIns="114300" tIns="114300" rIns="114300" bIns="114300"/>
                    <a:lstStyle/>
                    <a:p>
                      <a:r>
                        <a:rPr sz="1575" b="0">
                          <a:solidFill>
                            <a:srgbClr val="243B2D"/>
                          </a:solidFill>
                          <a:latin typeface="Arial"/>
                          <a:ea typeface="Arial"/>
                          <a:cs typeface="Arial"/>
                        </a:rPr>
                        <a:t>trg_complaint_after_update</a:t>
                      </a:r>
                    </a:p>
                  </a:txBody>
                  <a:tcPr marL="91440" marR="91440" marT="45720" marB="45720" anchor="ctr">
                    <a:lnL w="9525">
                      <a:solidFill>
                        <a:srgbClr val="DDE5D7"/>
                      </a:solidFill>
                      <a:prstDash val="solid"/>
                    </a:lnL>
                    <a:lnR w="9525">
                      <a:solidFill>
                        <a:srgbClr val="DDE5D7"/>
                      </a:solidFill>
                      <a:prstDash val="solid"/>
                    </a:lnR>
                    <a:lnB w="9525">
                      <a:solidFill>
                        <a:srgbClr val="DDE5D7"/>
                      </a:solidFill>
                      <a:prstDash val="solid"/>
                    </a:lnB>
                    <a:solidFill>
                      <a:srgbClr val="F0F4E9"/>
                    </a:solidFill>
                  </a:tcPr>
                </a:tc>
                <a:tc>
                  <a:txBody>
                    <a:bodyPr lIns="114300" tIns="114300" rIns="114300" bIns="114300"/>
                    <a:lstStyle/>
                    <a:p>
                      <a:r>
                        <a:rPr sz="1575" b="0">
                          <a:solidFill>
                            <a:srgbClr val="243B2D"/>
                          </a:solidFill>
                          <a:latin typeface="Arial"/>
                          <a:ea typeface="Arial"/>
                          <a:cs typeface="Arial"/>
                        </a:rPr>
                        <a:t>AFTER UPDATE</a:t>
                      </a:r>
                    </a:p>
                  </a:txBody>
                  <a:tcPr marL="91440" marR="91440" marT="45720" marB="45720" anchor="ctr">
                    <a:lnR w="9525">
                      <a:solidFill>
                        <a:srgbClr val="DDE5D7"/>
                      </a:solidFill>
                      <a:prstDash val="solid"/>
                    </a:lnR>
                    <a:lnB w="9525">
                      <a:solidFill>
                        <a:srgbClr val="DDE5D7"/>
                      </a:solidFill>
                      <a:prstDash val="solid"/>
                    </a:lnB>
                    <a:solidFill>
                      <a:srgbClr val="F0F4E9"/>
                    </a:solidFill>
                  </a:tcPr>
                </a:tc>
                <a:tc>
                  <a:txBody>
                    <a:bodyPr lIns="114300" tIns="114300" rIns="114300" bIns="114300"/>
                    <a:lstStyle/>
                    <a:p>
                      <a:r>
                        <a:rPr sz="1575" b="0">
                          <a:solidFill>
                            <a:srgbClr val="243B2D"/>
                          </a:solidFill>
                          <a:latin typeface="Arial"/>
                          <a:ea typeface="Arial"/>
                          <a:cs typeface="Arial"/>
                        </a:rPr>
                        <a:t>Log status and assignment changes</a:t>
                      </a:r>
                    </a:p>
                  </a:txBody>
                  <a:tcPr marL="91440" marR="91440" marT="45720" marB="45720" anchor="ctr">
                    <a:lnR w="9525">
                      <a:solidFill>
                        <a:srgbClr val="DDE5D7"/>
                      </a:solidFill>
                      <a:prstDash val="solid"/>
                    </a:lnR>
                    <a:lnB w="9525">
                      <a:solidFill>
                        <a:srgbClr val="DDE5D7"/>
                      </a:solidFill>
                      <a:prstDash val="solid"/>
                    </a:lnB>
                    <a:solidFill>
                      <a:srgbClr val="F0F4E9"/>
                    </a:solidFill>
                  </a:tcPr>
                </a:tc>
              </a:tr>
              <a:tr h="628650">
                <a:tc>
                  <a:txBody>
                    <a:bodyPr lIns="114300" tIns="114300" rIns="114300" bIns="114300"/>
                    <a:lstStyle/>
                    <a:p>
                      <a:r>
                        <a:rPr sz="1575" b="0">
                          <a:solidFill>
                            <a:srgbClr val="243B2D"/>
                          </a:solidFill>
                          <a:latin typeface="Arial"/>
                          <a:ea typeface="Arial"/>
                          <a:cs typeface="Arial"/>
                        </a:rPr>
                        <a:t>trg_feedback_before_insert</a:t>
                      </a:r>
                    </a:p>
                  </a:txBody>
                  <a:tcPr marL="91440" marR="91440" marT="45720" marB="45720" anchor="ctr">
                    <a:lnL w="9525">
                      <a:solidFill>
                        <a:srgbClr val="DDE5D7"/>
                      </a:solidFill>
                      <a:prstDash val="solid"/>
                    </a:lnL>
                    <a:lnR w="9525">
                      <a:solidFill>
                        <a:srgbClr val="DDE5D7"/>
                      </a:solidFill>
                      <a:prstDash val="solid"/>
                    </a:lnR>
                    <a:lnB w="9525">
                      <a:solidFill>
                        <a:srgbClr val="DDE5D7"/>
                      </a:solidFill>
                      <a:prstDash val="solid"/>
                    </a:lnB>
                    <a:solidFill>
                      <a:srgbClr val="FFFFFF"/>
                    </a:solidFill>
                  </a:tcPr>
                </a:tc>
                <a:tc>
                  <a:txBody>
                    <a:bodyPr lIns="114300" tIns="114300" rIns="114300" bIns="114300"/>
                    <a:lstStyle/>
                    <a:p>
                      <a:r>
                        <a:rPr sz="1575" b="0">
                          <a:solidFill>
                            <a:srgbClr val="243B2D"/>
                          </a:solidFill>
                          <a:latin typeface="Arial"/>
                          <a:ea typeface="Arial"/>
                          <a:cs typeface="Arial"/>
                        </a:rPr>
                        <a:t>BEFORE INSERT</a:t>
                      </a:r>
                    </a:p>
                  </a:txBody>
                  <a:tcPr marL="91440" marR="91440" marT="45720" marB="45720" anchor="ctr">
                    <a:lnR w="9525">
                      <a:solidFill>
                        <a:srgbClr val="DDE5D7"/>
                      </a:solidFill>
                      <a:prstDash val="solid"/>
                    </a:lnR>
                    <a:lnB w="9525">
                      <a:solidFill>
                        <a:srgbClr val="DDE5D7"/>
                      </a:solidFill>
                      <a:prstDash val="solid"/>
                    </a:lnB>
                    <a:solidFill>
                      <a:srgbClr val="FFFFFF"/>
                    </a:solidFill>
                  </a:tcPr>
                </a:tc>
                <a:tc>
                  <a:txBody>
                    <a:bodyPr lIns="114300" tIns="114300" rIns="114300" bIns="114300"/>
                    <a:lstStyle/>
                    <a:p>
                      <a:r>
                        <a:rPr sz="1575" b="0">
                          <a:solidFill>
                            <a:srgbClr val="243B2D"/>
                          </a:solidFill>
                          <a:latin typeface="Arial"/>
                          <a:ea typeface="Arial"/>
                          <a:cs typeface="Arial"/>
                        </a:rPr>
                        <a:t>Require resolved status and complaint owner</a:t>
                      </a:r>
                    </a:p>
                  </a:txBody>
                  <a:tcPr marL="91440" marR="91440" marT="45720" marB="45720" anchor="ctr">
                    <a:lnR w="9525">
                      <a:solidFill>
                        <a:srgbClr val="DDE5D7"/>
                      </a:solidFill>
                      <a:prstDash val="solid"/>
                    </a:lnR>
                    <a:lnB w="9525">
                      <a:solidFill>
                        <a:srgbClr val="DDE5D7"/>
                      </a:solidFill>
                      <a:prstDash val="solid"/>
                    </a:lnB>
                    <a:solidFill>
                      <a:srgbClr val="FFFFFF"/>
                    </a:solidFill>
                  </a:tcPr>
                </a:tc>
              </a:tr>
              <a:tr h="628650">
                <a:tc>
                  <a:txBody>
                    <a:bodyPr lIns="114300" tIns="114300" rIns="114300" bIns="114300"/>
                    <a:lstStyle/>
                    <a:p>
                      <a:r>
                        <a:rPr sz="1575" b="0">
                          <a:solidFill>
                            <a:srgbClr val="243B2D"/>
                          </a:solidFill>
                          <a:latin typeface="Arial"/>
                          <a:ea typeface="Arial"/>
                          <a:cs typeface="Arial"/>
                        </a:rPr>
                        <a:t>trg_feedback_after_insert</a:t>
                      </a:r>
                    </a:p>
                  </a:txBody>
                  <a:tcPr marL="91440" marR="91440" marT="45720" marB="45720" anchor="ctr">
                    <a:lnL w="9525">
                      <a:solidFill>
                        <a:srgbClr val="DDE5D7"/>
                      </a:solidFill>
                      <a:prstDash val="solid"/>
                    </a:lnL>
                    <a:lnR w="9525">
                      <a:solidFill>
                        <a:srgbClr val="DDE5D7"/>
                      </a:solidFill>
                      <a:prstDash val="solid"/>
                    </a:lnR>
                    <a:lnB w="9525">
                      <a:solidFill>
                        <a:srgbClr val="DDE5D7"/>
                      </a:solidFill>
                      <a:prstDash val="solid"/>
                    </a:lnB>
                    <a:solidFill>
                      <a:srgbClr val="F0F4E9"/>
                    </a:solidFill>
                  </a:tcPr>
                </a:tc>
                <a:tc>
                  <a:txBody>
                    <a:bodyPr lIns="114300" tIns="114300" rIns="114300" bIns="114300"/>
                    <a:lstStyle/>
                    <a:p>
                      <a:r>
                        <a:rPr sz="1575" b="0">
                          <a:solidFill>
                            <a:srgbClr val="243B2D"/>
                          </a:solidFill>
                          <a:latin typeface="Arial"/>
                          <a:ea typeface="Arial"/>
                          <a:cs typeface="Arial"/>
                        </a:rPr>
                        <a:t>AFTER INSERT</a:t>
                      </a:r>
                    </a:p>
                  </a:txBody>
                  <a:tcPr marL="91440" marR="91440" marT="45720" marB="45720" anchor="ctr">
                    <a:lnR w="9525">
                      <a:solidFill>
                        <a:srgbClr val="DDE5D7"/>
                      </a:solidFill>
                      <a:prstDash val="solid"/>
                    </a:lnR>
                    <a:lnB w="9525">
                      <a:solidFill>
                        <a:srgbClr val="DDE5D7"/>
                      </a:solidFill>
                      <a:prstDash val="solid"/>
                    </a:lnB>
                    <a:solidFill>
                      <a:srgbClr val="F0F4E9"/>
                    </a:solidFill>
                  </a:tcPr>
                </a:tc>
                <a:tc>
                  <a:txBody>
                    <a:bodyPr lIns="114300" tIns="114300" rIns="114300" bIns="114300"/>
                    <a:lstStyle/>
                    <a:p>
                      <a:r>
                        <a:rPr sz="1575" b="0">
                          <a:solidFill>
                            <a:srgbClr val="243B2D"/>
                          </a:solidFill>
                          <a:latin typeface="Arial"/>
                          <a:ea typeface="Arial"/>
                          <a:cs typeface="Arial"/>
                        </a:rPr>
                        <a:t>Close the complaint after feedback</a:t>
                      </a:r>
                    </a:p>
                  </a:txBody>
                  <a:tcPr marL="91440" marR="91440" marT="45720" marB="45720" anchor="ctr">
                    <a:lnR w="9525">
                      <a:solidFill>
                        <a:srgbClr val="DDE5D7"/>
                      </a:solidFill>
                      <a:prstDash val="solid"/>
                    </a:lnR>
                    <a:lnB w="9525">
                      <a:solidFill>
                        <a:srgbClr val="DDE5D7"/>
                      </a:solidFill>
                      <a:prstDash val="solid"/>
                    </a:lnB>
                    <a:solidFill>
                      <a:srgbClr val="F0F4E9"/>
                    </a:solidFill>
                  </a:tcPr>
                </a:tc>
              </a:tr>
            </a:tbl>
          </a:graphicData>
        </a:graphic>
      </p:graphicFrame>
      <p:sp>
        <p:nvSpPr>
          <p:cNvPr id="6" name="slide-subtitle">
            <a:extLst xmlns:a="http://schemas.openxmlformats.org/drawingml/2006/main">
              <a:ext uri="{FF2B5EF4-FFF2-40B4-BE49-F238E27FC236}">
                <a16:creationId xmlns:a16="http://schemas.microsoft.com/office/drawing/2014/main" id="{6B4905B9-5958-44AD-955E-49C92B369613}"/>
              </a:ext>
            </a:extLst>
          </p:cNvPr>
          <p:cNvSpPr>
            <a:spLocks xmlns:a="http://schemas.openxmlformats.org/drawingml/2006/main" noGrp="1"/>
          </p:cNvSpPr>
          <p:nvPr/>
        </p:nvSpPr>
        <p:spPr>
          <a:xfrm xmlns:a="http://schemas.openxmlformats.org/drawingml/2006/main">
            <a:off x="628650" y="1190625"/>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60735E"/>
                </a:solidFill>
                <a:latin typeface="Arial"/>
                <a:ea typeface="Arial"/>
                <a:cs typeface="Arial"/>
              </a:defRPr>
            </a:defPPr>
            <a:lvl1pPr>
              <a:defRPr sz="1650" b="0">
                <a:solidFill>
                  <a:srgbClr val="60735E"/>
                </a:solidFill>
                <a:latin typeface="Arial"/>
                <a:ea typeface="Arial"/>
                <a:cs typeface="Arial"/>
              </a:defRPr>
            </a:lvl1pPr>
            <a:lvl2pPr>
              <a:defRPr sz="1650" b="0">
                <a:solidFill>
                  <a:srgbClr val="60735E"/>
                </a:solidFill>
                <a:latin typeface="Arial"/>
                <a:ea typeface="Arial"/>
                <a:cs typeface="Arial"/>
              </a:defRPr>
            </a:lvl2pPr>
            <a:lvl3pPr>
              <a:defRPr sz="1650" b="0">
                <a:solidFill>
                  <a:srgbClr val="60735E"/>
                </a:solidFill>
                <a:latin typeface="Arial"/>
                <a:ea typeface="Arial"/>
                <a:cs typeface="Arial"/>
              </a:defRPr>
            </a:lvl3pPr>
            <a:lvl4pPr>
              <a:defRPr sz="1650" b="0">
                <a:solidFill>
                  <a:srgbClr val="60735E"/>
                </a:solidFill>
                <a:latin typeface="Arial"/>
                <a:ea typeface="Arial"/>
                <a:cs typeface="Arial"/>
              </a:defRPr>
            </a:lvl4pPr>
            <a:lvl5pPr>
              <a:defRPr sz="1650" b="0">
                <a:solidFill>
                  <a:srgbClr val="60735E"/>
                </a:solidFill>
                <a:latin typeface="Arial"/>
                <a:ea typeface="Arial"/>
                <a:cs typeface="Arial"/>
              </a:defRPr>
            </a:lvl5pPr>
            <a:lvl6pPr>
              <a:defRPr sz="1650" b="0">
                <a:solidFill>
                  <a:srgbClr val="60735E"/>
                </a:solidFill>
                <a:latin typeface="Arial"/>
                <a:ea typeface="Arial"/>
                <a:cs typeface="Arial"/>
              </a:defRPr>
            </a:lvl6pPr>
            <a:lvl7pPr>
              <a:defRPr sz="1650" b="0">
                <a:solidFill>
                  <a:srgbClr val="60735E"/>
                </a:solidFill>
                <a:latin typeface="Arial"/>
                <a:ea typeface="Arial"/>
                <a:cs typeface="Arial"/>
              </a:defRPr>
            </a:lvl7pPr>
            <a:lvl8pPr>
              <a:defRPr sz="1650" b="0">
                <a:solidFill>
                  <a:srgbClr val="60735E"/>
                </a:solidFill>
                <a:latin typeface="Arial"/>
                <a:ea typeface="Arial"/>
                <a:cs typeface="Arial"/>
              </a:defRPr>
            </a:lvl8pPr>
            <a:lvl9pPr>
              <a:defRPr sz="1650" b="0">
                <a:solidFill>
                  <a:srgbClr val="60735E"/>
                </a:solidFill>
                <a:latin typeface="Arial"/>
                <a:ea typeface="Arial"/>
                <a:cs typeface="Arial"/>
              </a:defRPr>
            </a:lvl9pPr>
          </a:lstStyle>
          <a:p xmlns:a="http://schemas.openxmlformats.org/drawingml/2006/main">
            <a:pPr>
              <a:defRPr sz="1650" b="0">
                <a:solidFill>
                  <a:srgbClr val="60735E"/>
                </a:solidFill>
                <a:latin typeface="Arial"/>
                <a:ea typeface="Arial"/>
                <a:cs typeface="Arial"/>
              </a:defRPr>
            </a:pPr>
            <a:r>
              <a:rPr sz="1650" b="0">
                <a:solidFill>
                  <a:srgbClr val="60735E"/>
                </a:solidFill>
                <a:latin typeface="Arial"/>
                <a:ea typeface="Arial"/>
                <a:cs typeface="Arial"/>
              </a:rPr>
              <a:t>Six triggers validate and automatically record changes</a:t>
            </a:r>
          </a:p>
        </p:txBody>
      </p:sp>
    </p:spTree>
    <p:extLst>
      <p:ext uri="{BB962C8B-B14F-4D97-AF65-F5344CB8AC3E}">
        <p14:creationId xmlns:p14="http://schemas.microsoft.com/office/powerpoint/2010/main" val="863269652"/>
      </p:ext>
    </p:extLst>
  </p:cSld>
</p:sld>
</file>

<file path=ppt/slides/slide14.xml><?xml version="1.0" encoding="utf-8"?>
<p:sld xmlns:p="http://schemas.openxmlformats.org/presentationml/2006/main">
  <p:cSld>
    <p:bg>
      <p:bgPr>
        <a:solidFill xmlns:a="http://schemas.openxmlformats.org/drawingml/2006/main">
          <a:srgbClr val="FAFBF7"/>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B459A91B-0E9C-481A-80B7-649F41F53239}"/>
              </a:ext>
            </a:extLst>
          </p:cNvPr>
          <p:cNvSpPr>
            <a:spLocks xmlns:a="http://schemas.openxmlformats.org/drawingml/2006/main" noGrp="1"/>
          </p:cNvSpPr>
          <p:nvPr/>
        </p:nvSpPr>
        <p:spPr>
          <a:xfrm xmlns:a="http://schemas.openxmlformats.org/drawingml/2006/main">
            <a:off x="609600" y="4572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F4D3B"/>
                </a:solidFill>
                <a:latin typeface="Arial"/>
                <a:ea typeface="Arial"/>
                <a:cs typeface="Arial"/>
              </a:defRPr>
            </a:defPPr>
            <a:lvl1pPr>
              <a:defRPr sz="3300" b="1">
                <a:solidFill>
                  <a:srgbClr val="1F4D3B"/>
                </a:solidFill>
                <a:latin typeface="Arial"/>
                <a:ea typeface="Arial"/>
                <a:cs typeface="Arial"/>
              </a:defRPr>
            </a:lvl1pPr>
            <a:lvl2pPr>
              <a:defRPr sz="3300" b="1">
                <a:solidFill>
                  <a:srgbClr val="1F4D3B"/>
                </a:solidFill>
                <a:latin typeface="Arial"/>
                <a:ea typeface="Arial"/>
                <a:cs typeface="Arial"/>
              </a:defRPr>
            </a:lvl2pPr>
            <a:lvl3pPr>
              <a:defRPr sz="3300" b="1">
                <a:solidFill>
                  <a:srgbClr val="1F4D3B"/>
                </a:solidFill>
                <a:latin typeface="Arial"/>
                <a:ea typeface="Arial"/>
                <a:cs typeface="Arial"/>
              </a:defRPr>
            </a:lvl3pPr>
            <a:lvl4pPr>
              <a:defRPr sz="3300" b="1">
                <a:solidFill>
                  <a:srgbClr val="1F4D3B"/>
                </a:solidFill>
                <a:latin typeface="Arial"/>
                <a:ea typeface="Arial"/>
                <a:cs typeface="Arial"/>
              </a:defRPr>
            </a:lvl4pPr>
            <a:lvl5pPr>
              <a:defRPr sz="3300" b="1">
                <a:solidFill>
                  <a:srgbClr val="1F4D3B"/>
                </a:solidFill>
                <a:latin typeface="Arial"/>
                <a:ea typeface="Arial"/>
                <a:cs typeface="Arial"/>
              </a:defRPr>
            </a:lvl5pPr>
            <a:lvl6pPr>
              <a:defRPr sz="3300" b="1">
                <a:solidFill>
                  <a:srgbClr val="1F4D3B"/>
                </a:solidFill>
                <a:latin typeface="Arial"/>
                <a:ea typeface="Arial"/>
                <a:cs typeface="Arial"/>
              </a:defRPr>
            </a:lvl6pPr>
            <a:lvl7pPr>
              <a:defRPr sz="3300" b="1">
                <a:solidFill>
                  <a:srgbClr val="1F4D3B"/>
                </a:solidFill>
                <a:latin typeface="Arial"/>
                <a:ea typeface="Arial"/>
                <a:cs typeface="Arial"/>
              </a:defRPr>
            </a:lvl7pPr>
            <a:lvl8pPr>
              <a:defRPr sz="3300" b="1">
                <a:solidFill>
                  <a:srgbClr val="1F4D3B"/>
                </a:solidFill>
                <a:latin typeface="Arial"/>
                <a:ea typeface="Arial"/>
                <a:cs typeface="Arial"/>
              </a:defRPr>
            </a:lvl8pPr>
            <a:lvl9pPr>
              <a:defRPr sz="3300" b="1">
                <a:solidFill>
                  <a:srgbClr val="1F4D3B"/>
                </a:solidFill>
                <a:latin typeface="Arial"/>
                <a:ea typeface="Arial"/>
                <a:cs typeface="Arial"/>
              </a:defRPr>
            </a:lvl9pPr>
          </a:lstStyle>
          <a:p xmlns:a="http://schemas.openxmlformats.org/drawingml/2006/main">
            <a:pPr>
              <a:defRPr sz="3300" b="1">
                <a:solidFill>
                  <a:srgbClr val="1F4D3B"/>
                </a:solidFill>
                <a:latin typeface="Arial"/>
                <a:ea typeface="Arial"/>
                <a:cs typeface="Arial"/>
              </a:defRPr>
            </a:pPr>
            <a:r>
              <a:rPr sz="3300" b="1">
                <a:solidFill>
                  <a:srgbClr val="1F4D3B"/>
                </a:solidFill>
                <a:latin typeface="Arial"/>
                <a:ea typeface="Arial"/>
                <a:cs typeface="Arial"/>
              </a:rPr>
              <a:t>Business Logic Implementation</a:t>
            </a:r>
          </a:p>
        </p:txBody>
      </p:sp>
      <p:sp>
        <p:nvSpPr>
          <p:cNvPr id="3" name="footer">
            <a:extLst xmlns:a="http://schemas.openxmlformats.org/drawingml/2006/main">
              <a:ext uri="{FF2B5EF4-FFF2-40B4-BE49-F238E27FC236}">
                <a16:creationId xmlns:a16="http://schemas.microsoft.com/office/drawing/2014/main" id="{97165C4F-C56C-434F-B990-F2115B464016}"/>
              </a:ext>
            </a:extLst>
          </p:cNvPr>
          <p:cNvSpPr>
            <a:spLocks xmlns:a="http://schemas.openxmlformats.org/drawingml/2006/main" noGrp="1"/>
          </p:cNvSpPr>
          <p:nvPr/>
        </p:nvSpPr>
        <p:spPr>
          <a:xfrm xmlns:a="http://schemas.openxmlformats.org/drawingml/2006/main">
            <a:off x="609600" y="6477000"/>
            <a:ext cx="428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60735E"/>
                </a:solidFill>
                <a:latin typeface="Arial"/>
                <a:ea typeface="Arial"/>
                <a:cs typeface="Arial"/>
              </a:defRPr>
            </a:defPPr>
            <a:lvl1pPr>
              <a:defRPr sz="1050" b="0">
                <a:solidFill>
                  <a:srgbClr val="60735E"/>
                </a:solidFill>
                <a:latin typeface="Arial"/>
                <a:ea typeface="Arial"/>
                <a:cs typeface="Arial"/>
              </a:defRPr>
            </a:lvl1pPr>
            <a:lvl2pPr>
              <a:defRPr sz="1050" b="0">
                <a:solidFill>
                  <a:srgbClr val="60735E"/>
                </a:solidFill>
                <a:latin typeface="Arial"/>
                <a:ea typeface="Arial"/>
                <a:cs typeface="Arial"/>
              </a:defRPr>
            </a:lvl2pPr>
            <a:lvl3pPr>
              <a:defRPr sz="1050" b="0">
                <a:solidFill>
                  <a:srgbClr val="60735E"/>
                </a:solidFill>
                <a:latin typeface="Arial"/>
                <a:ea typeface="Arial"/>
                <a:cs typeface="Arial"/>
              </a:defRPr>
            </a:lvl3pPr>
            <a:lvl4pPr>
              <a:defRPr sz="1050" b="0">
                <a:solidFill>
                  <a:srgbClr val="60735E"/>
                </a:solidFill>
                <a:latin typeface="Arial"/>
                <a:ea typeface="Arial"/>
                <a:cs typeface="Arial"/>
              </a:defRPr>
            </a:lvl4pPr>
            <a:lvl5pPr>
              <a:defRPr sz="1050" b="0">
                <a:solidFill>
                  <a:srgbClr val="60735E"/>
                </a:solidFill>
                <a:latin typeface="Arial"/>
                <a:ea typeface="Arial"/>
                <a:cs typeface="Arial"/>
              </a:defRPr>
            </a:lvl5pPr>
            <a:lvl6pPr>
              <a:defRPr sz="1050" b="0">
                <a:solidFill>
                  <a:srgbClr val="60735E"/>
                </a:solidFill>
                <a:latin typeface="Arial"/>
                <a:ea typeface="Arial"/>
                <a:cs typeface="Arial"/>
              </a:defRPr>
            </a:lvl6pPr>
            <a:lvl7pPr>
              <a:defRPr sz="1050" b="0">
                <a:solidFill>
                  <a:srgbClr val="60735E"/>
                </a:solidFill>
                <a:latin typeface="Arial"/>
                <a:ea typeface="Arial"/>
                <a:cs typeface="Arial"/>
              </a:defRPr>
            </a:lvl7pPr>
            <a:lvl8pPr>
              <a:defRPr sz="1050" b="0">
                <a:solidFill>
                  <a:srgbClr val="60735E"/>
                </a:solidFill>
                <a:latin typeface="Arial"/>
                <a:ea typeface="Arial"/>
                <a:cs typeface="Arial"/>
              </a:defRPr>
            </a:lvl8pPr>
            <a:lvl9pPr>
              <a:defRPr sz="1050" b="0">
                <a:solidFill>
                  <a:srgbClr val="60735E"/>
                </a:solidFill>
                <a:latin typeface="Arial"/>
                <a:ea typeface="Arial"/>
                <a:cs typeface="Arial"/>
              </a:defRPr>
            </a:lvl9pPr>
          </a:lstStyle>
          <a:p xmlns:a="http://schemas.openxmlformats.org/drawingml/2006/main">
            <a:pPr>
              <a:defRPr sz="1050" b="0">
                <a:solidFill>
                  <a:srgbClr val="60735E"/>
                </a:solidFill>
                <a:latin typeface="Arial"/>
                <a:ea typeface="Arial"/>
                <a:cs typeface="Arial"/>
              </a:defRPr>
            </a:pPr>
            <a:r>
              <a:rPr sz="1050" b="0">
                <a:solidFill>
                  <a:srgbClr val="60735E"/>
                </a:solidFill>
                <a:latin typeface="Arial"/>
                <a:ea typeface="Arial"/>
                <a:cs typeface="Arial"/>
              </a:rPr>
              <a:t>HRCMS / HAVEN</a:t>
            </a:r>
          </a:p>
        </p:txBody>
      </p:sp>
      <p:sp>
        <p:nvSpPr>
          <p:cNvPr id="4" name="page-number">
            <a:extLst xmlns:a="http://schemas.openxmlformats.org/drawingml/2006/main">
              <a:ext uri="{FF2B5EF4-FFF2-40B4-BE49-F238E27FC236}">
                <a16:creationId xmlns:a16="http://schemas.microsoft.com/office/drawing/2014/main" id="{BC13129B-9E80-45DB-BEF0-809157794206}"/>
              </a:ext>
            </a:extLst>
          </p:cNvPr>
          <p:cNvSpPr>
            <a:spLocks xmlns:a="http://schemas.openxmlformats.org/drawingml/2006/main" noGrp="1"/>
          </p:cNvSpPr>
          <p:nvPr/>
        </p:nvSpPr>
        <p:spPr>
          <a:xfrm xmlns:a="http://schemas.openxmlformats.org/drawingml/2006/main">
            <a:off x="10763250" y="6477000"/>
            <a:ext cx="819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60735E"/>
                </a:solidFill>
                <a:latin typeface="Arial"/>
                <a:ea typeface="Arial"/>
                <a:cs typeface="Arial"/>
              </a:defRPr>
            </a:defPPr>
            <a:lvl1pPr>
              <a:defRPr sz="1050" b="0">
                <a:solidFill>
                  <a:srgbClr val="60735E"/>
                </a:solidFill>
                <a:latin typeface="Arial"/>
                <a:ea typeface="Arial"/>
                <a:cs typeface="Arial"/>
              </a:defRPr>
            </a:lvl1pPr>
            <a:lvl2pPr>
              <a:defRPr sz="1050" b="0">
                <a:solidFill>
                  <a:srgbClr val="60735E"/>
                </a:solidFill>
                <a:latin typeface="Arial"/>
                <a:ea typeface="Arial"/>
                <a:cs typeface="Arial"/>
              </a:defRPr>
            </a:lvl2pPr>
            <a:lvl3pPr>
              <a:defRPr sz="1050" b="0">
                <a:solidFill>
                  <a:srgbClr val="60735E"/>
                </a:solidFill>
                <a:latin typeface="Arial"/>
                <a:ea typeface="Arial"/>
                <a:cs typeface="Arial"/>
              </a:defRPr>
            </a:lvl3pPr>
            <a:lvl4pPr>
              <a:defRPr sz="1050" b="0">
                <a:solidFill>
                  <a:srgbClr val="60735E"/>
                </a:solidFill>
                <a:latin typeface="Arial"/>
                <a:ea typeface="Arial"/>
                <a:cs typeface="Arial"/>
              </a:defRPr>
            </a:lvl4pPr>
            <a:lvl5pPr>
              <a:defRPr sz="1050" b="0">
                <a:solidFill>
                  <a:srgbClr val="60735E"/>
                </a:solidFill>
                <a:latin typeface="Arial"/>
                <a:ea typeface="Arial"/>
                <a:cs typeface="Arial"/>
              </a:defRPr>
            </a:lvl5pPr>
            <a:lvl6pPr>
              <a:defRPr sz="1050" b="0">
                <a:solidFill>
                  <a:srgbClr val="60735E"/>
                </a:solidFill>
                <a:latin typeface="Arial"/>
                <a:ea typeface="Arial"/>
                <a:cs typeface="Arial"/>
              </a:defRPr>
            </a:lvl6pPr>
            <a:lvl7pPr>
              <a:defRPr sz="1050" b="0">
                <a:solidFill>
                  <a:srgbClr val="60735E"/>
                </a:solidFill>
                <a:latin typeface="Arial"/>
                <a:ea typeface="Arial"/>
                <a:cs typeface="Arial"/>
              </a:defRPr>
            </a:lvl7pPr>
            <a:lvl8pPr>
              <a:defRPr sz="1050" b="0">
                <a:solidFill>
                  <a:srgbClr val="60735E"/>
                </a:solidFill>
                <a:latin typeface="Arial"/>
                <a:ea typeface="Arial"/>
                <a:cs typeface="Arial"/>
              </a:defRPr>
            </a:lvl8pPr>
            <a:lvl9pPr>
              <a:defRPr sz="1050" b="0">
                <a:solidFill>
                  <a:srgbClr val="60735E"/>
                </a:solidFill>
                <a:latin typeface="Arial"/>
                <a:ea typeface="Arial"/>
                <a:cs typeface="Arial"/>
              </a:defRPr>
            </a:lvl9pPr>
          </a:lstStyle>
          <a:p xmlns:a="http://schemas.openxmlformats.org/drawingml/2006/main">
            <a:pPr>
              <a:defRPr sz="1050" b="0">
                <a:solidFill>
                  <a:srgbClr val="60735E"/>
                </a:solidFill>
                <a:latin typeface="Arial"/>
                <a:ea typeface="Arial"/>
                <a:cs typeface="Arial"/>
              </a:defRPr>
            </a:pPr>
            <a:r>
              <a:rPr sz="1050" b="0">
                <a:solidFill>
                  <a:srgbClr val="60735E"/>
                </a:solidFill>
                <a:latin typeface="Arial"/>
                <a:ea typeface="Arial"/>
                <a:cs typeface="Arial"/>
              </a:rPr>
              <a:t>14 / 18</a:t>
            </a:r>
          </a:p>
        </p:txBody>
      </p:sp>
      <p:graphicFrame>
        <p:nvGraphicFramePr>
          <p:cNvPr id="5" name="">
            <a:extLst xmlns:a="http://schemas.openxmlformats.org/drawingml/2006/main">
              <a:ext uri="{FF2B5EF4-FFF2-40B4-BE49-F238E27FC236}">
                <a16:creationId xmlns:a16="http://schemas.microsoft.com/office/drawing/2014/main" id="{C9A75BE8-9869-4F63-88C9-8F301C8BCD05}"/>
              </a:ext>
            </a:extLst>
          </p:cNvPr>
          <p:cNvGraphicFramePr/>
          <p:nvPr/>
        </p:nvGraphicFramePr>
        <p:xfrm>
          <a:off xmlns:a="http://schemas.openxmlformats.org/drawingml/2006/main" x="609600" y="1790700"/>
          <a:ext xmlns:a="http://schemas.openxmlformats.org/drawingml/2006/main" cx="10972800" cy="4048125"/>
        </p:xfrm>
        <a:graphic xmlns:a="http://schemas.openxmlformats.org/drawingml/2006/main">
          <a:graphicData uri="http://schemas.openxmlformats.org/drawingml/2006/table">
            <a:tbl>
              <a:tblPr/>
              <a:tblGrid>
                <a:gridCol w="3810000"/>
                <a:gridCol w="7162800"/>
              </a:tblGrid>
              <a:tr h="457200">
                <a:tc>
                  <a:txBody>
                    <a:bodyPr lIns="114300" tIns="114300" rIns="114300" bIns="114300"/>
                    <a:lstStyle/>
                    <a:p>
                      <a:r>
                        <a:rPr sz="1725" b="1">
                          <a:solidFill>
                            <a:srgbClr val="FFFFFF"/>
                          </a:solidFill>
                          <a:latin typeface="Arial"/>
                          <a:ea typeface="Arial"/>
                          <a:cs typeface="Arial"/>
                        </a:rPr>
                        <a:t>Procedure</a:t>
                      </a:r>
                    </a:p>
                  </a:txBody>
                  <a:tcPr marL="91440" marR="91440" marT="45720" marB="45720" anchor="ctr">
                    <a:lnL w="9525">
                      <a:solidFill>
                        <a:srgbClr val="DDE5D7"/>
                      </a:solidFill>
                      <a:prstDash val="solid"/>
                    </a:lnL>
                    <a:lnR w="9525">
                      <a:solidFill>
                        <a:srgbClr val="DDE5D7"/>
                      </a:solidFill>
                      <a:prstDash val="solid"/>
                    </a:lnR>
                    <a:lnT w="9525">
                      <a:solidFill>
                        <a:srgbClr val="DDE5D7"/>
                      </a:solidFill>
                      <a:prstDash val="solid"/>
                    </a:lnT>
                    <a:lnB w="9525">
                      <a:solidFill>
                        <a:srgbClr val="DDE5D7"/>
                      </a:solidFill>
                      <a:prstDash val="solid"/>
                    </a:lnB>
                    <a:solidFill>
                      <a:srgbClr val="1F4D3B"/>
                    </a:solidFill>
                  </a:tcPr>
                </a:tc>
                <a:tc>
                  <a:txBody>
                    <a:bodyPr lIns="114300" tIns="114300" rIns="114300" bIns="114300"/>
                    <a:lstStyle/>
                    <a:p>
                      <a:r>
                        <a:rPr sz="1725" b="1">
                          <a:solidFill>
                            <a:srgbClr val="FFFFFF"/>
                          </a:solidFill>
                          <a:latin typeface="Arial"/>
                          <a:ea typeface="Arial"/>
                          <a:cs typeface="Arial"/>
                        </a:rPr>
                        <a:t>Inputs / responsibility</a:t>
                      </a:r>
                    </a:p>
                  </a:txBody>
                  <a:tcPr marL="91440" marR="91440" marT="45720" marB="45720" anchor="ctr">
                    <a:lnR w="9525">
                      <a:solidFill>
                        <a:srgbClr val="DDE5D7"/>
                      </a:solidFill>
                      <a:prstDash val="solid"/>
                    </a:lnR>
                    <a:lnT w="9525">
                      <a:solidFill>
                        <a:srgbClr val="DDE5D7"/>
                      </a:solidFill>
                      <a:prstDash val="solid"/>
                    </a:lnT>
                    <a:lnB w="9525">
                      <a:solidFill>
                        <a:srgbClr val="DDE5D7"/>
                      </a:solidFill>
                      <a:prstDash val="solid"/>
                    </a:lnB>
                    <a:solidFill>
                      <a:srgbClr val="1F4D3B"/>
                    </a:solidFill>
                  </a:tcPr>
                </a:tc>
              </a:tr>
              <a:tr h="718185">
                <a:tc>
                  <a:txBody>
                    <a:bodyPr lIns="114300" tIns="114300" rIns="114300" bIns="114300"/>
                    <a:lstStyle/>
                    <a:p>
                      <a:r>
                        <a:rPr sz="1800" b="0">
                          <a:solidFill>
                            <a:srgbClr val="243B2D"/>
                          </a:solidFill>
                          <a:latin typeface="Arial"/>
                          <a:ea typeface="Arial"/>
                          <a:cs typeface="Arial"/>
                        </a:rPr>
                        <a:t>sp_allocate_room</a:t>
                      </a:r>
                    </a:p>
                  </a:txBody>
                  <a:tcPr marL="91440" marR="91440" marT="45720" marB="45720" anchor="ctr">
                    <a:lnL w="9525">
                      <a:solidFill>
                        <a:srgbClr val="DDE5D7"/>
                      </a:solidFill>
                      <a:prstDash val="solid"/>
                    </a:lnL>
                    <a:lnR w="9525">
                      <a:solidFill>
                        <a:srgbClr val="DDE5D7"/>
                      </a:solidFill>
                      <a:prstDash val="solid"/>
                    </a:lnR>
                    <a:lnB w="9525">
                      <a:solidFill>
                        <a:srgbClr val="DDE5D7"/>
                      </a:solidFill>
                      <a:prstDash val="solid"/>
                    </a:lnB>
                    <a:solidFill>
                      <a:srgbClr val="FFFFFF"/>
                    </a:solidFill>
                  </a:tcPr>
                </a:tc>
                <a:tc>
                  <a:txBody>
                    <a:bodyPr lIns="114300" tIns="114300" rIns="114300" bIns="114300"/>
                    <a:lstStyle/>
                    <a:p>
                      <a:r>
                        <a:rPr sz="1800" b="0">
                          <a:solidFill>
                            <a:srgbClr val="243B2D"/>
                          </a:solidFill>
                          <a:latin typeface="Arial"/>
                          <a:ea typeface="Arial"/>
                          <a:cs typeface="Arial"/>
                        </a:rPr>
                        <a:t>Student, room, academic year, actor. Lock and create a valid allotment.</a:t>
                      </a:r>
                    </a:p>
                  </a:txBody>
                  <a:tcPr marL="91440" marR="91440" marT="45720" marB="45720" anchor="ctr">
                    <a:lnR w="9525">
                      <a:solidFill>
                        <a:srgbClr val="DDE5D7"/>
                      </a:solidFill>
                      <a:prstDash val="solid"/>
                    </a:lnR>
                    <a:lnB w="9525">
                      <a:solidFill>
                        <a:srgbClr val="DDE5D7"/>
                      </a:solidFill>
                      <a:prstDash val="solid"/>
                    </a:lnB>
                    <a:solidFill>
                      <a:srgbClr val="FFFFFF"/>
                    </a:solidFill>
                  </a:tcPr>
                </a:tc>
              </a:tr>
              <a:tr h="718185">
                <a:tc>
                  <a:txBody>
                    <a:bodyPr lIns="114300" tIns="114300" rIns="114300" bIns="114300"/>
                    <a:lstStyle/>
                    <a:p>
                      <a:r>
                        <a:rPr sz="1800" b="0">
                          <a:solidFill>
                            <a:srgbClr val="243B2D"/>
                          </a:solidFill>
                          <a:latin typeface="Arial"/>
                          <a:ea typeface="Arial"/>
                          <a:cs typeface="Arial"/>
                        </a:rPr>
                        <a:t>sp_vacate_room</a:t>
                      </a:r>
                    </a:p>
                  </a:txBody>
                  <a:tcPr marL="91440" marR="91440" marT="45720" marB="45720" anchor="ctr">
                    <a:lnL w="9525">
                      <a:solidFill>
                        <a:srgbClr val="DDE5D7"/>
                      </a:solidFill>
                      <a:prstDash val="solid"/>
                    </a:lnL>
                    <a:lnR w="9525">
                      <a:solidFill>
                        <a:srgbClr val="DDE5D7"/>
                      </a:solidFill>
                      <a:prstDash val="solid"/>
                    </a:lnR>
                    <a:lnB w="9525">
                      <a:solidFill>
                        <a:srgbClr val="DDE5D7"/>
                      </a:solidFill>
                      <a:prstDash val="solid"/>
                    </a:lnB>
                    <a:solidFill>
                      <a:srgbClr val="F0F4E9"/>
                    </a:solidFill>
                  </a:tcPr>
                </a:tc>
                <a:tc>
                  <a:txBody>
                    <a:bodyPr lIns="114300" tIns="114300" rIns="114300" bIns="114300"/>
                    <a:lstStyle/>
                    <a:p>
                      <a:r>
                        <a:rPr sz="1800" b="0">
                          <a:solidFill>
                            <a:srgbClr val="243B2D"/>
                          </a:solidFill>
                          <a:latin typeface="Arial"/>
                          <a:ea typeface="Arial"/>
                          <a:cs typeface="Arial"/>
                        </a:rPr>
                        <a:t>Allocation and actor. Mark VACATED and keep the old record.</a:t>
                      </a:r>
                    </a:p>
                  </a:txBody>
                  <a:tcPr marL="91440" marR="91440" marT="45720" marB="45720" anchor="ctr">
                    <a:lnR w="9525">
                      <a:solidFill>
                        <a:srgbClr val="DDE5D7"/>
                      </a:solidFill>
                      <a:prstDash val="solid"/>
                    </a:lnR>
                    <a:lnB w="9525">
                      <a:solidFill>
                        <a:srgbClr val="DDE5D7"/>
                      </a:solidFill>
                      <a:prstDash val="solid"/>
                    </a:lnB>
                    <a:solidFill>
                      <a:srgbClr val="F0F4E9"/>
                    </a:solidFill>
                  </a:tcPr>
                </a:tc>
              </a:tr>
              <a:tr h="718185">
                <a:tc>
                  <a:txBody>
                    <a:bodyPr lIns="114300" tIns="114300" rIns="114300" bIns="114300"/>
                    <a:lstStyle/>
                    <a:p>
                      <a:r>
                        <a:rPr sz="1800" b="0">
                          <a:solidFill>
                            <a:srgbClr val="243B2D"/>
                          </a:solidFill>
                          <a:latin typeface="Arial"/>
                          <a:ea typeface="Arial"/>
                          <a:cs typeface="Arial"/>
                        </a:rPr>
                        <a:t>sp_raise_complaint</a:t>
                      </a:r>
                    </a:p>
                  </a:txBody>
                  <a:tcPr marL="91440" marR="91440" marT="45720" marB="45720" anchor="ctr">
                    <a:lnL w="9525">
                      <a:solidFill>
                        <a:srgbClr val="DDE5D7"/>
                      </a:solidFill>
                      <a:prstDash val="solid"/>
                    </a:lnL>
                    <a:lnR w="9525">
                      <a:solidFill>
                        <a:srgbClr val="DDE5D7"/>
                      </a:solidFill>
                      <a:prstDash val="solid"/>
                    </a:lnR>
                    <a:lnB w="9525">
                      <a:solidFill>
                        <a:srgbClr val="DDE5D7"/>
                      </a:solidFill>
                      <a:prstDash val="solid"/>
                    </a:lnB>
                    <a:solidFill>
                      <a:srgbClr val="FFFFFF"/>
                    </a:solidFill>
                  </a:tcPr>
                </a:tc>
                <a:tc>
                  <a:txBody>
                    <a:bodyPr lIns="114300" tIns="114300" rIns="114300" bIns="114300"/>
                    <a:lstStyle/>
                    <a:p>
                      <a:r>
                        <a:rPr sz="1800" b="0">
                          <a:solidFill>
                            <a:srgbClr val="243B2D"/>
                          </a:solidFill>
                          <a:latin typeface="Arial"/>
                          <a:ea typeface="Arial"/>
                          <a:cs typeface="Arial"/>
                        </a:rPr>
                        <a:t>Student, category and content. Infer current room and reject duplicates.</a:t>
                      </a:r>
                    </a:p>
                  </a:txBody>
                  <a:tcPr marL="91440" marR="91440" marT="45720" marB="45720" anchor="ctr">
                    <a:lnR w="9525">
                      <a:solidFill>
                        <a:srgbClr val="DDE5D7"/>
                      </a:solidFill>
                      <a:prstDash val="solid"/>
                    </a:lnR>
                    <a:lnB w="9525">
                      <a:solidFill>
                        <a:srgbClr val="DDE5D7"/>
                      </a:solidFill>
                      <a:prstDash val="solid"/>
                    </a:lnB>
                    <a:solidFill>
                      <a:srgbClr val="FFFFFF"/>
                    </a:solidFill>
                  </a:tcPr>
                </a:tc>
              </a:tr>
              <a:tr h="718185">
                <a:tc>
                  <a:txBody>
                    <a:bodyPr lIns="114300" tIns="114300" rIns="114300" bIns="114300"/>
                    <a:lstStyle/>
                    <a:p>
                      <a:r>
                        <a:rPr sz="1800" b="0">
                          <a:solidFill>
                            <a:srgbClr val="243B2D"/>
                          </a:solidFill>
                          <a:latin typeface="Arial"/>
                          <a:ea typeface="Arial"/>
                          <a:cs typeface="Arial"/>
                        </a:rPr>
                        <a:t>sp_assign_complaint</a:t>
                      </a:r>
                    </a:p>
                  </a:txBody>
                  <a:tcPr marL="91440" marR="91440" marT="45720" marB="45720" anchor="ctr">
                    <a:lnL w="9525">
                      <a:solidFill>
                        <a:srgbClr val="DDE5D7"/>
                      </a:solidFill>
                      <a:prstDash val="solid"/>
                    </a:lnL>
                    <a:lnR w="9525">
                      <a:solidFill>
                        <a:srgbClr val="DDE5D7"/>
                      </a:solidFill>
                      <a:prstDash val="solid"/>
                    </a:lnR>
                    <a:lnB w="9525">
                      <a:solidFill>
                        <a:srgbClr val="DDE5D7"/>
                      </a:solidFill>
                      <a:prstDash val="solid"/>
                    </a:lnB>
                    <a:solidFill>
                      <a:srgbClr val="F0F4E9"/>
                    </a:solidFill>
                  </a:tcPr>
                </a:tc>
                <a:tc>
                  <a:txBody>
                    <a:bodyPr lIns="114300" tIns="114300" rIns="114300" bIns="114300"/>
                    <a:lstStyle/>
                    <a:p>
                      <a:r>
                        <a:rPr sz="1800" b="0">
                          <a:solidFill>
                            <a:srgbClr val="243B2D"/>
                          </a:solidFill>
                          <a:latin typeface="Arial"/>
                          <a:ea typeface="Arial"/>
                          <a:cs typeface="Arial"/>
                        </a:rPr>
                        <a:t>Complaint, staff and actor. Match block and specialization.</a:t>
                      </a:r>
                    </a:p>
                  </a:txBody>
                  <a:tcPr marL="91440" marR="91440" marT="45720" marB="45720" anchor="ctr">
                    <a:lnR w="9525">
                      <a:solidFill>
                        <a:srgbClr val="DDE5D7"/>
                      </a:solidFill>
                      <a:prstDash val="solid"/>
                    </a:lnR>
                    <a:lnB w="9525">
                      <a:solidFill>
                        <a:srgbClr val="DDE5D7"/>
                      </a:solidFill>
                      <a:prstDash val="solid"/>
                    </a:lnB>
                    <a:solidFill>
                      <a:srgbClr val="F0F4E9"/>
                    </a:solidFill>
                  </a:tcPr>
                </a:tc>
              </a:tr>
              <a:tr h="718185">
                <a:tc>
                  <a:txBody>
                    <a:bodyPr lIns="114300" tIns="114300" rIns="114300" bIns="114300"/>
                    <a:lstStyle/>
                    <a:p>
                      <a:r>
                        <a:rPr sz="1800" b="0">
                          <a:solidFill>
                            <a:srgbClr val="243B2D"/>
                          </a:solidFill>
                          <a:latin typeface="Arial"/>
                          <a:ea typeface="Arial"/>
                          <a:cs typeface="Arial"/>
                        </a:rPr>
                        <a:t>sp_update_status</a:t>
                      </a:r>
                    </a:p>
                  </a:txBody>
                  <a:tcPr marL="91440" marR="91440" marT="45720" marB="45720" anchor="ctr">
                    <a:lnL w="9525">
                      <a:solidFill>
                        <a:srgbClr val="DDE5D7"/>
                      </a:solidFill>
                      <a:prstDash val="solid"/>
                    </a:lnL>
                    <a:lnR w="9525">
                      <a:solidFill>
                        <a:srgbClr val="DDE5D7"/>
                      </a:solidFill>
                      <a:prstDash val="solid"/>
                    </a:lnR>
                    <a:lnB w="9525">
                      <a:solidFill>
                        <a:srgbClr val="DDE5D7"/>
                      </a:solidFill>
                      <a:prstDash val="solid"/>
                    </a:lnB>
                    <a:solidFill>
                      <a:srgbClr val="FFFFFF"/>
                    </a:solidFill>
                  </a:tcPr>
                </a:tc>
                <a:tc>
                  <a:txBody>
                    <a:bodyPr lIns="114300" tIns="114300" rIns="114300" bIns="114300"/>
                    <a:lstStyle/>
                    <a:p>
                      <a:r>
                        <a:rPr sz="1800" b="0">
                          <a:solidFill>
                            <a:srgbClr val="243B2D"/>
                          </a:solidFill>
                          <a:latin typeface="Arial"/>
                          <a:ea typeface="Arial"/>
                          <a:cs typeface="Arial"/>
                        </a:rPr>
                        <a:t>Complaint, next status, actor and remark. Enforce role ownership.</a:t>
                      </a:r>
                    </a:p>
                  </a:txBody>
                  <a:tcPr marL="91440" marR="91440" marT="45720" marB="45720" anchor="ctr">
                    <a:lnR w="9525">
                      <a:solidFill>
                        <a:srgbClr val="DDE5D7"/>
                      </a:solidFill>
                      <a:prstDash val="solid"/>
                    </a:lnR>
                    <a:lnB w="9525">
                      <a:solidFill>
                        <a:srgbClr val="DDE5D7"/>
                      </a:solidFill>
                      <a:prstDash val="solid"/>
                    </a:lnB>
                    <a:solidFill>
                      <a:srgbClr val="FFFFFF"/>
                    </a:solidFill>
                  </a:tcPr>
                </a:tc>
              </a:tr>
            </a:tbl>
          </a:graphicData>
        </a:graphic>
      </p:graphicFrame>
      <p:sp>
        <p:nvSpPr>
          <p:cNvPr id="6" name="text">
            <a:extLst xmlns:a="http://schemas.openxmlformats.org/drawingml/2006/main">
              <a:ext uri="{FF2B5EF4-FFF2-40B4-BE49-F238E27FC236}">
                <a16:creationId xmlns:a16="http://schemas.microsoft.com/office/drawing/2014/main" id="{AA356112-0DA6-43B3-B78F-4998F04D6986}"/>
              </a:ext>
            </a:extLst>
          </p:cNvPr>
          <p:cNvSpPr>
            <a:spLocks xmlns:a="http://schemas.openxmlformats.org/drawingml/2006/main" noGrp="1"/>
          </p:cNvSpPr>
          <p:nvPr/>
        </p:nvSpPr>
        <p:spPr>
          <a:xfrm xmlns:a="http://schemas.openxmlformats.org/drawingml/2006/main">
            <a:off x="628650" y="6096000"/>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1F4D3B"/>
                </a:solidFill>
                <a:latin typeface="Arial"/>
                <a:ea typeface="Arial"/>
                <a:cs typeface="Arial"/>
              </a:defRPr>
            </a:defPPr>
            <a:lvl1pPr>
              <a:defRPr sz="1725" b="1">
                <a:solidFill>
                  <a:srgbClr val="1F4D3B"/>
                </a:solidFill>
                <a:latin typeface="Arial"/>
                <a:ea typeface="Arial"/>
                <a:cs typeface="Arial"/>
              </a:defRPr>
            </a:lvl1pPr>
            <a:lvl2pPr>
              <a:defRPr sz="1725" b="1">
                <a:solidFill>
                  <a:srgbClr val="1F4D3B"/>
                </a:solidFill>
                <a:latin typeface="Arial"/>
                <a:ea typeface="Arial"/>
                <a:cs typeface="Arial"/>
              </a:defRPr>
            </a:lvl2pPr>
            <a:lvl3pPr>
              <a:defRPr sz="1725" b="1">
                <a:solidFill>
                  <a:srgbClr val="1F4D3B"/>
                </a:solidFill>
                <a:latin typeface="Arial"/>
                <a:ea typeface="Arial"/>
                <a:cs typeface="Arial"/>
              </a:defRPr>
            </a:lvl3pPr>
            <a:lvl4pPr>
              <a:defRPr sz="1725" b="1">
                <a:solidFill>
                  <a:srgbClr val="1F4D3B"/>
                </a:solidFill>
                <a:latin typeface="Arial"/>
                <a:ea typeface="Arial"/>
                <a:cs typeface="Arial"/>
              </a:defRPr>
            </a:lvl4pPr>
            <a:lvl5pPr>
              <a:defRPr sz="1725" b="1">
                <a:solidFill>
                  <a:srgbClr val="1F4D3B"/>
                </a:solidFill>
                <a:latin typeface="Arial"/>
                <a:ea typeface="Arial"/>
                <a:cs typeface="Arial"/>
              </a:defRPr>
            </a:lvl5pPr>
            <a:lvl6pPr>
              <a:defRPr sz="1725" b="1">
                <a:solidFill>
                  <a:srgbClr val="1F4D3B"/>
                </a:solidFill>
                <a:latin typeface="Arial"/>
                <a:ea typeface="Arial"/>
                <a:cs typeface="Arial"/>
              </a:defRPr>
            </a:lvl6pPr>
            <a:lvl7pPr>
              <a:defRPr sz="1725" b="1">
                <a:solidFill>
                  <a:srgbClr val="1F4D3B"/>
                </a:solidFill>
                <a:latin typeface="Arial"/>
                <a:ea typeface="Arial"/>
                <a:cs typeface="Arial"/>
              </a:defRPr>
            </a:lvl7pPr>
            <a:lvl8pPr>
              <a:defRPr sz="1725" b="1">
                <a:solidFill>
                  <a:srgbClr val="1F4D3B"/>
                </a:solidFill>
                <a:latin typeface="Arial"/>
                <a:ea typeface="Arial"/>
                <a:cs typeface="Arial"/>
              </a:defRPr>
            </a:lvl8pPr>
            <a:lvl9pPr>
              <a:defRPr sz="1725" b="1">
                <a:solidFill>
                  <a:srgbClr val="1F4D3B"/>
                </a:solidFill>
                <a:latin typeface="Arial"/>
                <a:ea typeface="Arial"/>
                <a:cs typeface="Arial"/>
              </a:defRPr>
            </a:lvl9pPr>
          </a:lstStyle>
          <a:p xmlns:a="http://schemas.openxmlformats.org/drawingml/2006/main">
            <a:pPr>
              <a:defRPr sz="1725" b="1">
                <a:solidFill>
                  <a:srgbClr val="1F4D3B"/>
                </a:solidFill>
                <a:latin typeface="Arial"/>
                <a:ea typeface="Arial"/>
                <a:cs typeface="Arial"/>
              </a:defRPr>
            </a:pPr>
            <a:r>
              <a:rPr sz="1725" b="1">
                <a:solidFill>
                  <a:srgbClr val="1F4D3B"/>
                </a:solidFill>
                <a:latin typeface="Arial"/>
                <a:ea typeface="Arial"/>
                <a:cs typeface="Arial"/>
              </a:rPr>
              <a:t>The Express API owns BEGIN, COMMIT and ROLLBACK around procedure calls.</a:t>
            </a:r>
          </a:p>
        </p:txBody>
      </p:sp>
      <p:sp>
        <p:nvSpPr>
          <p:cNvPr id="7" name="slide-subtitle">
            <a:extLst xmlns:a="http://schemas.openxmlformats.org/drawingml/2006/main">
              <a:ext uri="{FF2B5EF4-FFF2-40B4-BE49-F238E27FC236}">
                <a16:creationId xmlns:a16="http://schemas.microsoft.com/office/drawing/2014/main" id="{D7AFF9D1-903F-4C4A-BCDA-DC9CA2C78C46}"/>
              </a:ext>
            </a:extLst>
          </p:cNvPr>
          <p:cNvSpPr>
            <a:spLocks xmlns:a="http://schemas.openxmlformats.org/drawingml/2006/main" noGrp="1"/>
          </p:cNvSpPr>
          <p:nvPr/>
        </p:nvSpPr>
        <p:spPr>
          <a:xfrm xmlns:a="http://schemas.openxmlformats.org/drawingml/2006/main">
            <a:off x="628650" y="1190625"/>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60735E"/>
                </a:solidFill>
                <a:latin typeface="Arial"/>
                <a:ea typeface="Arial"/>
                <a:cs typeface="Arial"/>
              </a:defRPr>
            </a:defPPr>
            <a:lvl1pPr>
              <a:defRPr sz="1650" b="0">
                <a:solidFill>
                  <a:srgbClr val="60735E"/>
                </a:solidFill>
                <a:latin typeface="Arial"/>
                <a:ea typeface="Arial"/>
                <a:cs typeface="Arial"/>
              </a:defRPr>
            </a:lvl1pPr>
            <a:lvl2pPr>
              <a:defRPr sz="1650" b="0">
                <a:solidFill>
                  <a:srgbClr val="60735E"/>
                </a:solidFill>
                <a:latin typeface="Arial"/>
                <a:ea typeface="Arial"/>
                <a:cs typeface="Arial"/>
              </a:defRPr>
            </a:lvl2pPr>
            <a:lvl3pPr>
              <a:defRPr sz="1650" b="0">
                <a:solidFill>
                  <a:srgbClr val="60735E"/>
                </a:solidFill>
                <a:latin typeface="Arial"/>
                <a:ea typeface="Arial"/>
                <a:cs typeface="Arial"/>
              </a:defRPr>
            </a:lvl3pPr>
            <a:lvl4pPr>
              <a:defRPr sz="1650" b="0">
                <a:solidFill>
                  <a:srgbClr val="60735E"/>
                </a:solidFill>
                <a:latin typeface="Arial"/>
                <a:ea typeface="Arial"/>
                <a:cs typeface="Arial"/>
              </a:defRPr>
            </a:lvl4pPr>
            <a:lvl5pPr>
              <a:defRPr sz="1650" b="0">
                <a:solidFill>
                  <a:srgbClr val="60735E"/>
                </a:solidFill>
                <a:latin typeface="Arial"/>
                <a:ea typeface="Arial"/>
                <a:cs typeface="Arial"/>
              </a:defRPr>
            </a:lvl5pPr>
            <a:lvl6pPr>
              <a:defRPr sz="1650" b="0">
                <a:solidFill>
                  <a:srgbClr val="60735E"/>
                </a:solidFill>
                <a:latin typeface="Arial"/>
                <a:ea typeface="Arial"/>
                <a:cs typeface="Arial"/>
              </a:defRPr>
            </a:lvl6pPr>
            <a:lvl7pPr>
              <a:defRPr sz="1650" b="0">
                <a:solidFill>
                  <a:srgbClr val="60735E"/>
                </a:solidFill>
                <a:latin typeface="Arial"/>
                <a:ea typeface="Arial"/>
                <a:cs typeface="Arial"/>
              </a:defRPr>
            </a:lvl7pPr>
            <a:lvl8pPr>
              <a:defRPr sz="1650" b="0">
                <a:solidFill>
                  <a:srgbClr val="60735E"/>
                </a:solidFill>
                <a:latin typeface="Arial"/>
                <a:ea typeface="Arial"/>
                <a:cs typeface="Arial"/>
              </a:defRPr>
            </a:lvl8pPr>
            <a:lvl9pPr>
              <a:defRPr sz="1650" b="0">
                <a:solidFill>
                  <a:srgbClr val="60735E"/>
                </a:solidFill>
                <a:latin typeface="Arial"/>
                <a:ea typeface="Arial"/>
                <a:cs typeface="Arial"/>
              </a:defRPr>
            </a:lvl9pPr>
          </a:lstStyle>
          <a:p xmlns:a="http://schemas.openxmlformats.org/drawingml/2006/main">
            <a:pPr>
              <a:defRPr sz="1650" b="0">
                <a:solidFill>
                  <a:srgbClr val="60735E"/>
                </a:solidFill>
                <a:latin typeface="Arial"/>
                <a:ea typeface="Arial"/>
                <a:cs typeface="Arial"/>
              </a:defRPr>
            </a:pPr>
            <a:r>
              <a:rPr sz="1650" b="0">
                <a:solidFill>
                  <a:srgbClr val="60735E"/>
                </a:solidFill>
                <a:latin typeface="Arial"/>
                <a:ea typeface="Arial"/>
                <a:cs typeface="Arial"/>
              </a:rPr>
              <a:t>Five stored procedures handle the main data mutations</a:t>
            </a:r>
          </a:p>
        </p:txBody>
      </p:sp>
    </p:spTree>
    <p:extLst>
      <p:ext uri="{BB962C8B-B14F-4D97-AF65-F5344CB8AC3E}">
        <p14:creationId xmlns:p14="http://schemas.microsoft.com/office/powerpoint/2010/main" val="1201621901"/>
      </p:ext>
    </p:extLst>
  </p:cSld>
</p:sld>
</file>

<file path=ppt/slides/slide15.xml><?xml version="1.0" encoding="utf-8"?>
<p:sld xmlns:p="http://schemas.openxmlformats.org/presentationml/2006/main">
  <p:cSld>
    <p:bg>
      <p:bgPr>
        <a:solidFill xmlns:a="http://schemas.openxmlformats.org/drawingml/2006/main">
          <a:srgbClr val="FAFBF7"/>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1ACCE435-DBD7-48F8-8778-759407C6B98D}"/>
              </a:ext>
            </a:extLst>
          </p:cNvPr>
          <p:cNvSpPr>
            <a:spLocks xmlns:a="http://schemas.openxmlformats.org/drawingml/2006/main" noGrp="1"/>
          </p:cNvSpPr>
          <p:nvPr/>
        </p:nvSpPr>
        <p:spPr>
          <a:xfrm xmlns:a="http://schemas.openxmlformats.org/drawingml/2006/main">
            <a:off x="609600" y="4572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F4D3B"/>
                </a:solidFill>
                <a:latin typeface="Arial"/>
                <a:ea typeface="Arial"/>
                <a:cs typeface="Arial"/>
              </a:defRPr>
            </a:defPPr>
            <a:lvl1pPr>
              <a:defRPr sz="3300" b="1">
                <a:solidFill>
                  <a:srgbClr val="1F4D3B"/>
                </a:solidFill>
                <a:latin typeface="Arial"/>
                <a:ea typeface="Arial"/>
                <a:cs typeface="Arial"/>
              </a:defRPr>
            </a:lvl1pPr>
            <a:lvl2pPr>
              <a:defRPr sz="3300" b="1">
                <a:solidFill>
                  <a:srgbClr val="1F4D3B"/>
                </a:solidFill>
                <a:latin typeface="Arial"/>
                <a:ea typeface="Arial"/>
                <a:cs typeface="Arial"/>
              </a:defRPr>
            </a:lvl2pPr>
            <a:lvl3pPr>
              <a:defRPr sz="3300" b="1">
                <a:solidFill>
                  <a:srgbClr val="1F4D3B"/>
                </a:solidFill>
                <a:latin typeface="Arial"/>
                <a:ea typeface="Arial"/>
                <a:cs typeface="Arial"/>
              </a:defRPr>
            </a:lvl3pPr>
            <a:lvl4pPr>
              <a:defRPr sz="3300" b="1">
                <a:solidFill>
                  <a:srgbClr val="1F4D3B"/>
                </a:solidFill>
                <a:latin typeface="Arial"/>
                <a:ea typeface="Arial"/>
                <a:cs typeface="Arial"/>
              </a:defRPr>
            </a:lvl4pPr>
            <a:lvl5pPr>
              <a:defRPr sz="3300" b="1">
                <a:solidFill>
                  <a:srgbClr val="1F4D3B"/>
                </a:solidFill>
                <a:latin typeface="Arial"/>
                <a:ea typeface="Arial"/>
                <a:cs typeface="Arial"/>
              </a:defRPr>
            </a:lvl5pPr>
            <a:lvl6pPr>
              <a:defRPr sz="3300" b="1">
                <a:solidFill>
                  <a:srgbClr val="1F4D3B"/>
                </a:solidFill>
                <a:latin typeface="Arial"/>
                <a:ea typeface="Arial"/>
                <a:cs typeface="Arial"/>
              </a:defRPr>
            </a:lvl6pPr>
            <a:lvl7pPr>
              <a:defRPr sz="3300" b="1">
                <a:solidFill>
                  <a:srgbClr val="1F4D3B"/>
                </a:solidFill>
                <a:latin typeface="Arial"/>
                <a:ea typeface="Arial"/>
                <a:cs typeface="Arial"/>
              </a:defRPr>
            </a:lvl7pPr>
            <a:lvl8pPr>
              <a:defRPr sz="3300" b="1">
                <a:solidFill>
                  <a:srgbClr val="1F4D3B"/>
                </a:solidFill>
                <a:latin typeface="Arial"/>
                <a:ea typeface="Arial"/>
                <a:cs typeface="Arial"/>
              </a:defRPr>
            </a:lvl8pPr>
            <a:lvl9pPr>
              <a:defRPr sz="3300" b="1">
                <a:solidFill>
                  <a:srgbClr val="1F4D3B"/>
                </a:solidFill>
                <a:latin typeface="Arial"/>
                <a:ea typeface="Arial"/>
                <a:cs typeface="Arial"/>
              </a:defRPr>
            </a:lvl9pPr>
          </a:lstStyle>
          <a:p xmlns:a="http://schemas.openxmlformats.org/drawingml/2006/main">
            <a:pPr>
              <a:defRPr sz="3300" b="1">
                <a:solidFill>
                  <a:srgbClr val="1F4D3B"/>
                </a:solidFill>
                <a:latin typeface="Arial"/>
                <a:ea typeface="Arial"/>
                <a:cs typeface="Arial"/>
              </a:defRPr>
            </a:pPr>
            <a:r>
              <a:rPr sz="3300" b="1">
                <a:solidFill>
                  <a:srgbClr val="1F4D3B"/>
                </a:solidFill>
                <a:latin typeface="Arial"/>
                <a:ea typeface="Arial"/>
                <a:cs typeface="Arial"/>
              </a:rPr>
              <a:t>Business Logic Implementation</a:t>
            </a:r>
          </a:p>
        </p:txBody>
      </p:sp>
      <p:sp>
        <p:nvSpPr>
          <p:cNvPr id="3" name="footer">
            <a:extLst xmlns:a="http://schemas.openxmlformats.org/drawingml/2006/main">
              <a:ext uri="{FF2B5EF4-FFF2-40B4-BE49-F238E27FC236}">
                <a16:creationId xmlns:a16="http://schemas.microsoft.com/office/drawing/2014/main" id="{4FDF7716-C355-45CD-B478-48420BFAC107}"/>
              </a:ext>
            </a:extLst>
          </p:cNvPr>
          <p:cNvSpPr>
            <a:spLocks xmlns:a="http://schemas.openxmlformats.org/drawingml/2006/main" noGrp="1"/>
          </p:cNvSpPr>
          <p:nvPr/>
        </p:nvSpPr>
        <p:spPr>
          <a:xfrm xmlns:a="http://schemas.openxmlformats.org/drawingml/2006/main">
            <a:off x="609600" y="6477000"/>
            <a:ext cx="428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60735E"/>
                </a:solidFill>
                <a:latin typeface="Arial"/>
                <a:ea typeface="Arial"/>
                <a:cs typeface="Arial"/>
              </a:defRPr>
            </a:defPPr>
            <a:lvl1pPr>
              <a:defRPr sz="1050" b="0">
                <a:solidFill>
                  <a:srgbClr val="60735E"/>
                </a:solidFill>
                <a:latin typeface="Arial"/>
                <a:ea typeface="Arial"/>
                <a:cs typeface="Arial"/>
              </a:defRPr>
            </a:lvl1pPr>
            <a:lvl2pPr>
              <a:defRPr sz="1050" b="0">
                <a:solidFill>
                  <a:srgbClr val="60735E"/>
                </a:solidFill>
                <a:latin typeface="Arial"/>
                <a:ea typeface="Arial"/>
                <a:cs typeface="Arial"/>
              </a:defRPr>
            </a:lvl2pPr>
            <a:lvl3pPr>
              <a:defRPr sz="1050" b="0">
                <a:solidFill>
                  <a:srgbClr val="60735E"/>
                </a:solidFill>
                <a:latin typeface="Arial"/>
                <a:ea typeface="Arial"/>
                <a:cs typeface="Arial"/>
              </a:defRPr>
            </a:lvl3pPr>
            <a:lvl4pPr>
              <a:defRPr sz="1050" b="0">
                <a:solidFill>
                  <a:srgbClr val="60735E"/>
                </a:solidFill>
                <a:latin typeface="Arial"/>
                <a:ea typeface="Arial"/>
                <a:cs typeface="Arial"/>
              </a:defRPr>
            </a:lvl4pPr>
            <a:lvl5pPr>
              <a:defRPr sz="1050" b="0">
                <a:solidFill>
                  <a:srgbClr val="60735E"/>
                </a:solidFill>
                <a:latin typeface="Arial"/>
                <a:ea typeface="Arial"/>
                <a:cs typeface="Arial"/>
              </a:defRPr>
            </a:lvl5pPr>
            <a:lvl6pPr>
              <a:defRPr sz="1050" b="0">
                <a:solidFill>
                  <a:srgbClr val="60735E"/>
                </a:solidFill>
                <a:latin typeface="Arial"/>
                <a:ea typeface="Arial"/>
                <a:cs typeface="Arial"/>
              </a:defRPr>
            </a:lvl6pPr>
            <a:lvl7pPr>
              <a:defRPr sz="1050" b="0">
                <a:solidFill>
                  <a:srgbClr val="60735E"/>
                </a:solidFill>
                <a:latin typeface="Arial"/>
                <a:ea typeface="Arial"/>
                <a:cs typeface="Arial"/>
              </a:defRPr>
            </a:lvl7pPr>
            <a:lvl8pPr>
              <a:defRPr sz="1050" b="0">
                <a:solidFill>
                  <a:srgbClr val="60735E"/>
                </a:solidFill>
                <a:latin typeface="Arial"/>
                <a:ea typeface="Arial"/>
                <a:cs typeface="Arial"/>
              </a:defRPr>
            </a:lvl8pPr>
            <a:lvl9pPr>
              <a:defRPr sz="1050" b="0">
                <a:solidFill>
                  <a:srgbClr val="60735E"/>
                </a:solidFill>
                <a:latin typeface="Arial"/>
                <a:ea typeface="Arial"/>
                <a:cs typeface="Arial"/>
              </a:defRPr>
            </a:lvl9pPr>
          </a:lstStyle>
          <a:p xmlns:a="http://schemas.openxmlformats.org/drawingml/2006/main">
            <a:pPr>
              <a:defRPr sz="1050" b="0">
                <a:solidFill>
                  <a:srgbClr val="60735E"/>
                </a:solidFill>
                <a:latin typeface="Arial"/>
                <a:ea typeface="Arial"/>
                <a:cs typeface="Arial"/>
              </a:defRPr>
            </a:pPr>
            <a:r>
              <a:rPr sz="1050" b="0">
                <a:solidFill>
                  <a:srgbClr val="60735E"/>
                </a:solidFill>
                <a:latin typeface="Arial"/>
                <a:ea typeface="Arial"/>
                <a:cs typeface="Arial"/>
              </a:rPr>
              <a:t>HRCMS / HAVEN</a:t>
            </a:r>
          </a:p>
        </p:txBody>
      </p:sp>
      <p:sp>
        <p:nvSpPr>
          <p:cNvPr id="4" name="page-number">
            <a:extLst xmlns:a="http://schemas.openxmlformats.org/drawingml/2006/main">
              <a:ext uri="{FF2B5EF4-FFF2-40B4-BE49-F238E27FC236}">
                <a16:creationId xmlns:a16="http://schemas.microsoft.com/office/drawing/2014/main" id="{05F73EC8-3937-4B95-803B-8A4A6D68A4CF}"/>
              </a:ext>
            </a:extLst>
          </p:cNvPr>
          <p:cNvSpPr>
            <a:spLocks xmlns:a="http://schemas.openxmlformats.org/drawingml/2006/main" noGrp="1"/>
          </p:cNvSpPr>
          <p:nvPr/>
        </p:nvSpPr>
        <p:spPr>
          <a:xfrm xmlns:a="http://schemas.openxmlformats.org/drawingml/2006/main">
            <a:off x="10763250" y="6477000"/>
            <a:ext cx="819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60735E"/>
                </a:solidFill>
                <a:latin typeface="Arial"/>
                <a:ea typeface="Arial"/>
                <a:cs typeface="Arial"/>
              </a:defRPr>
            </a:defPPr>
            <a:lvl1pPr>
              <a:defRPr sz="1050" b="0">
                <a:solidFill>
                  <a:srgbClr val="60735E"/>
                </a:solidFill>
                <a:latin typeface="Arial"/>
                <a:ea typeface="Arial"/>
                <a:cs typeface="Arial"/>
              </a:defRPr>
            </a:lvl1pPr>
            <a:lvl2pPr>
              <a:defRPr sz="1050" b="0">
                <a:solidFill>
                  <a:srgbClr val="60735E"/>
                </a:solidFill>
                <a:latin typeface="Arial"/>
                <a:ea typeface="Arial"/>
                <a:cs typeface="Arial"/>
              </a:defRPr>
            </a:lvl2pPr>
            <a:lvl3pPr>
              <a:defRPr sz="1050" b="0">
                <a:solidFill>
                  <a:srgbClr val="60735E"/>
                </a:solidFill>
                <a:latin typeface="Arial"/>
                <a:ea typeface="Arial"/>
                <a:cs typeface="Arial"/>
              </a:defRPr>
            </a:lvl3pPr>
            <a:lvl4pPr>
              <a:defRPr sz="1050" b="0">
                <a:solidFill>
                  <a:srgbClr val="60735E"/>
                </a:solidFill>
                <a:latin typeface="Arial"/>
                <a:ea typeface="Arial"/>
                <a:cs typeface="Arial"/>
              </a:defRPr>
            </a:lvl4pPr>
            <a:lvl5pPr>
              <a:defRPr sz="1050" b="0">
                <a:solidFill>
                  <a:srgbClr val="60735E"/>
                </a:solidFill>
                <a:latin typeface="Arial"/>
                <a:ea typeface="Arial"/>
                <a:cs typeface="Arial"/>
              </a:defRPr>
            </a:lvl5pPr>
            <a:lvl6pPr>
              <a:defRPr sz="1050" b="0">
                <a:solidFill>
                  <a:srgbClr val="60735E"/>
                </a:solidFill>
                <a:latin typeface="Arial"/>
                <a:ea typeface="Arial"/>
                <a:cs typeface="Arial"/>
              </a:defRPr>
            </a:lvl6pPr>
            <a:lvl7pPr>
              <a:defRPr sz="1050" b="0">
                <a:solidFill>
                  <a:srgbClr val="60735E"/>
                </a:solidFill>
                <a:latin typeface="Arial"/>
                <a:ea typeface="Arial"/>
                <a:cs typeface="Arial"/>
              </a:defRPr>
            </a:lvl7pPr>
            <a:lvl8pPr>
              <a:defRPr sz="1050" b="0">
                <a:solidFill>
                  <a:srgbClr val="60735E"/>
                </a:solidFill>
                <a:latin typeface="Arial"/>
                <a:ea typeface="Arial"/>
                <a:cs typeface="Arial"/>
              </a:defRPr>
            </a:lvl8pPr>
            <a:lvl9pPr>
              <a:defRPr sz="1050" b="0">
                <a:solidFill>
                  <a:srgbClr val="60735E"/>
                </a:solidFill>
                <a:latin typeface="Arial"/>
                <a:ea typeface="Arial"/>
                <a:cs typeface="Arial"/>
              </a:defRPr>
            </a:lvl9pPr>
          </a:lstStyle>
          <a:p xmlns:a="http://schemas.openxmlformats.org/drawingml/2006/main">
            <a:pPr>
              <a:defRPr sz="1050" b="0">
                <a:solidFill>
                  <a:srgbClr val="60735E"/>
                </a:solidFill>
                <a:latin typeface="Arial"/>
                <a:ea typeface="Arial"/>
                <a:cs typeface="Arial"/>
              </a:defRPr>
            </a:pPr>
            <a:r>
              <a:rPr sz="1050" b="0">
                <a:solidFill>
                  <a:srgbClr val="60735E"/>
                </a:solidFill>
                <a:latin typeface="Arial"/>
                <a:ea typeface="Arial"/>
                <a:cs typeface="Arial"/>
              </a:rPr>
              <a:t>15 / 18</a:t>
            </a:r>
          </a:p>
        </p:txBody>
      </p:sp>
      <p:graphicFrame>
        <p:nvGraphicFramePr>
          <p:cNvPr id="5" name="">
            <a:extLst xmlns:a="http://schemas.openxmlformats.org/drawingml/2006/main">
              <a:ext uri="{FF2B5EF4-FFF2-40B4-BE49-F238E27FC236}">
                <a16:creationId xmlns:a16="http://schemas.microsoft.com/office/drawing/2014/main" id="{1E012547-7BAA-4795-8089-DE30C6863368}"/>
              </a:ext>
            </a:extLst>
          </p:cNvPr>
          <p:cNvGraphicFramePr/>
          <p:nvPr/>
        </p:nvGraphicFramePr>
        <p:xfrm>
          <a:off xmlns:a="http://schemas.openxmlformats.org/drawingml/2006/main" x="609600" y="1790700"/>
          <a:ext xmlns:a="http://schemas.openxmlformats.org/drawingml/2006/main" cx="10972800" cy="3476625"/>
        </p:xfrm>
        <a:graphic xmlns:a="http://schemas.openxmlformats.org/drawingml/2006/main">
          <a:graphicData uri="http://schemas.openxmlformats.org/drawingml/2006/table">
            <a:tbl>
              <a:tblPr/>
              <a:tblGrid>
                <a:gridCol w="4095750"/>
                <a:gridCol w="6877050"/>
              </a:tblGrid>
              <a:tr h="457200">
                <a:tc>
                  <a:txBody>
                    <a:bodyPr lIns="114300" tIns="114300" rIns="114300" bIns="114300"/>
                    <a:lstStyle/>
                    <a:p>
                      <a:r>
                        <a:rPr sz="1800" b="1">
                          <a:solidFill>
                            <a:srgbClr val="FFFFFF"/>
                          </a:solidFill>
                          <a:latin typeface="Arial"/>
                          <a:ea typeface="Arial"/>
                          <a:cs typeface="Arial"/>
                        </a:rPr>
                        <a:t>View</a:t>
                      </a:r>
                    </a:p>
                  </a:txBody>
                  <a:tcPr marL="91440" marR="91440" marT="45720" marB="45720" anchor="ctr">
                    <a:lnL w="9525">
                      <a:solidFill>
                        <a:srgbClr val="DDE5D7"/>
                      </a:solidFill>
                      <a:prstDash val="solid"/>
                    </a:lnL>
                    <a:lnR w="9525">
                      <a:solidFill>
                        <a:srgbClr val="DDE5D7"/>
                      </a:solidFill>
                      <a:prstDash val="solid"/>
                    </a:lnR>
                    <a:lnT w="9525">
                      <a:solidFill>
                        <a:srgbClr val="DDE5D7"/>
                      </a:solidFill>
                      <a:prstDash val="solid"/>
                    </a:lnT>
                    <a:lnB w="9525">
                      <a:solidFill>
                        <a:srgbClr val="DDE5D7"/>
                      </a:solidFill>
                      <a:prstDash val="solid"/>
                    </a:lnB>
                    <a:solidFill>
                      <a:srgbClr val="1F4D3B"/>
                    </a:solidFill>
                  </a:tcPr>
                </a:tc>
                <a:tc>
                  <a:txBody>
                    <a:bodyPr lIns="114300" tIns="114300" rIns="114300" bIns="114300"/>
                    <a:lstStyle/>
                    <a:p>
                      <a:r>
                        <a:rPr sz="1800" b="1">
                          <a:solidFill>
                            <a:srgbClr val="FFFFFF"/>
                          </a:solidFill>
                          <a:latin typeface="Arial"/>
                          <a:ea typeface="Arial"/>
                          <a:cs typeface="Arial"/>
                        </a:rPr>
                        <a:t>Computed result</a:t>
                      </a:r>
                    </a:p>
                  </a:txBody>
                  <a:tcPr marL="91440" marR="91440" marT="45720" marB="45720" anchor="ctr">
                    <a:lnR w="9525">
                      <a:solidFill>
                        <a:srgbClr val="DDE5D7"/>
                      </a:solidFill>
                      <a:prstDash val="solid"/>
                    </a:lnR>
                    <a:lnT w="9525">
                      <a:solidFill>
                        <a:srgbClr val="DDE5D7"/>
                      </a:solidFill>
                      <a:prstDash val="solid"/>
                    </a:lnT>
                    <a:lnB w="9525">
                      <a:solidFill>
                        <a:srgbClr val="DDE5D7"/>
                      </a:solidFill>
                      <a:prstDash val="solid"/>
                    </a:lnB>
                    <a:solidFill>
                      <a:srgbClr val="1F4D3B"/>
                    </a:solidFill>
                  </a:tcPr>
                </a:tc>
              </a:tr>
              <a:tr h="754856">
                <a:tc>
                  <a:txBody>
                    <a:bodyPr lIns="114300" tIns="114300" rIns="114300" bIns="114300"/>
                    <a:lstStyle/>
                    <a:p>
                      <a:r>
                        <a:rPr sz="1875" b="0">
                          <a:solidFill>
                            <a:srgbClr val="243B2D"/>
                          </a:solidFill>
                          <a:latin typeface="Arial"/>
                          <a:ea typeface="Arial"/>
                          <a:cs typeface="Arial"/>
                        </a:rPr>
                        <a:t>v_room_occupancy</a:t>
                      </a:r>
                    </a:p>
                  </a:txBody>
                  <a:tcPr marL="91440" marR="91440" marT="45720" marB="45720" anchor="ctr">
                    <a:lnL w="9525">
                      <a:solidFill>
                        <a:srgbClr val="DDE5D7"/>
                      </a:solidFill>
                      <a:prstDash val="solid"/>
                    </a:lnL>
                    <a:lnR w="9525">
                      <a:solidFill>
                        <a:srgbClr val="DDE5D7"/>
                      </a:solidFill>
                      <a:prstDash val="solid"/>
                    </a:lnR>
                    <a:lnB w="9525">
                      <a:solidFill>
                        <a:srgbClr val="DDE5D7"/>
                      </a:solidFill>
                      <a:prstDash val="solid"/>
                    </a:lnB>
                    <a:solidFill>
                      <a:srgbClr val="FFFFFF"/>
                    </a:solidFill>
                  </a:tcPr>
                </a:tc>
                <a:tc>
                  <a:txBody>
                    <a:bodyPr lIns="114300" tIns="114300" rIns="114300" bIns="114300"/>
                    <a:lstStyle/>
                    <a:p>
                      <a:r>
                        <a:rPr sz="1875" b="0">
                          <a:solidFill>
                            <a:srgbClr val="243B2D"/>
                          </a:solidFill>
                          <a:latin typeface="Arial"/>
                          <a:ea typeface="Arial"/>
                          <a:cs typeface="Arial"/>
                        </a:rPr>
                        <a:t>Capacity, occupied beds, vacancies and available/full/blocked state</a:t>
                      </a:r>
                    </a:p>
                  </a:txBody>
                  <a:tcPr marL="91440" marR="91440" marT="45720" marB="45720" anchor="ctr">
                    <a:lnR w="9525">
                      <a:solidFill>
                        <a:srgbClr val="DDE5D7"/>
                      </a:solidFill>
                      <a:prstDash val="solid"/>
                    </a:lnR>
                    <a:lnB w="9525">
                      <a:solidFill>
                        <a:srgbClr val="DDE5D7"/>
                      </a:solidFill>
                      <a:prstDash val="solid"/>
                    </a:lnB>
                    <a:solidFill>
                      <a:srgbClr val="FFFFFF"/>
                    </a:solidFill>
                  </a:tcPr>
                </a:tc>
              </a:tr>
              <a:tr h="754856">
                <a:tc>
                  <a:txBody>
                    <a:bodyPr lIns="114300" tIns="114300" rIns="114300" bIns="114300"/>
                    <a:lstStyle/>
                    <a:p>
                      <a:r>
                        <a:rPr sz="1875" b="0">
                          <a:solidFill>
                            <a:srgbClr val="243B2D"/>
                          </a:solidFill>
                          <a:latin typeface="Arial"/>
                          <a:ea typeface="Arial"/>
                          <a:cs typeface="Arial"/>
                        </a:rPr>
                        <a:t>v_complaint_dashboard</a:t>
                      </a:r>
                    </a:p>
                  </a:txBody>
                  <a:tcPr marL="91440" marR="91440" marT="45720" marB="45720" anchor="ctr">
                    <a:lnL w="9525">
                      <a:solidFill>
                        <a:srgbClr val="DDE5D7"/>
                      </a:solidFill>
                      <a:prstDash val="solid"/>
                    </a:lnL>
                    <a:lnR w="9525">
                      <a:solidFill>
                        <a:srgbClr val="DDE5D7"/>
                      </a:solidFill>
                      <a:prstDash val="solid"/>
                    </a:lnR>
                    <a:lnB w="9525">
                      <a:solidFill>
                        <a:srgbClr val="DDE5D7"/>
                      </a:solidFill>
                      <a:prstDash val="solid"/>
                    </a:lnB>
                    <a:solidFill>
                      <a:srgbClr val="F0F4E9"/>
                    </a:solidFill>
                  </a:tcPr>
                </a:tc>
                <a:tc>
                  <a:txBody>
                    <a:bodyPr lIns="114300" tIns="114300" rIns="114300" bIns="114300"/>
                    <a:lstStyle/>
                    <a:p>
                      <a:r>
                        <a:rPr sz="1875" b="0">
                          <a:solidFill>
                            <a:srgbClr val="243B2D"/>
                          </a:solidFill>
                          <a:latin typeface="Arial"/>
                          <a:ea typeface="Arial"/>
                          <a:cs typeface="Arial"/>
                        </a:rPr>
                        <a:t>Student, room, block, category, staff and complaint age</a:t>
                      </a:r>
                    </a:p>
                  </a:txBody>
                  <a:tcPr marL="91440" marR="91440" marT="45720" marB="45720" anchor="ctr">
                    <a:lnR w="9525">
                      <a:solidFill>
                        <a:srgbClr val="DDE5D7"/>
                      </a:solidFill>
                      <a:prstDash val="solid"/>
                    </a:lnR>
                    <a:lnB w="9525">
                      <a:solidFill>
                        <a:srgbClr val="DDE5D7"/>
                      </a:solidFill>
                      <a:prstDash val="solid"/>
                    </a:lnB>
                    <a:solidFill>
                      <a:srgbClr val="F0F4E9"/>
                    </a:solidFill>
                  </a:tcPr>
                </a:tc>
              </a:tr>
              <a:tr h="754856">
                <a:tc>
                  <a:txBody>
                    <a:bodyPr lIns="114300" tIns="114300" rIns="114300" bIns="114300"/>
                    <a:lstStyle/>
                    <a:p>
                      <a:r>
                        <a:rPr sz="1875" b="0">
                          <a:solidFill>
                            <a:srgbClr val="243B2D"/>
                          </a:solidFill>
                          <a:latin typeface="Arial"/>
                          <a:ea typeface="Arial"/>
                          <a:cs typeface="Arial"/>
                        </a:rPr>
                        <a:t>v_overdue_complaints</a:t>
                      </a:r>
                    </a:p>
                  </a:txBody>
                  <a:tcPr marL="91440" marR="91440" marT="45720" marB="45720" anchor="ctr">
                    <a:lnL w="9525">
                      <a:solidFill>
                        <a:srgbClr val="DDE5D7"/>
                      </a:solidFill>
                      <a:prstDash val="solid"/>
                    </a:lnL>
                    <a:lnR w="9525">
                      <a:solidFill>
                        <a:srgbClr val="DDE5D7"/>
                      </a:solidFill>
                      <a:prstDash val="solid"/>
                    </a:lnR>
                    <a:lnB w="9525">
                      <a:solidFill>
                        <a:srgbClr val="DDE5D7"/>
                      </a:solidFill>
                      <a:prstDash val="solid"/>
                    </a:lnB>
                    <a:solidFill>
                      <a:srgbClr val="FFFFFF"/>
                    </a:solidFill>
                  </a:tcPr>
                </a:tc>
                <a:tc>
                  <a:txBody>
                    <a:bodyPr lIns="114300" tIns="114300" rIns="114300" bIns="114300"/>
                    <a:lstStyle/>
                    <a:p>
                      <a:r>
                        <a:rPr sz="1875" b="0">
                          <a:solidFill>
                            <a:srgbClr val="243B2D"/>
                          </a:solidFill>
                          <a:latin typeface="Arial"/>
                          <a:ea typeface="Arial"/>
                          <a:cs typeface="Arial"/>
                        </a:rPr>
                        <a:t>OPEN, ASSIGNED or IN_PROGRESS issues older than category SLA</a:t>
                      </a:r>
                    </a:p>
                  </a:txBody>
                  <a:tcPr marL="91440" marR="91440" marT="45720" marB="45720" anchor="ctr">
                    <a:lnR w="9525">
                      <a:solidFill>
                        <a:srgbClr val="DDE5D7"/>
                      </a:solidFill>
                      <a:prstDash val="solid"/>
                    </a:lnR>
                    <a:lnB w="9525">
                      <a:solidFill>
                        <a:srgbClr val="DDE5D7"/>
                      </a:solidFill>
                      <a:prstDash val="solid"/>
                    </a:lnB>
                    <a:solidFill>
                      <a:srgbClr val="FFFFFF"/>
                    </a:solidFill>
                  </a:tcPr>
                </a:tc>
              </a:tr>
              <a:tr h="754856">
                <a:tc>
                  <a:txBody>
                    <a:bodyPr lIns="114300" tIns="114300" rIns="114300" bIns="114300"/>
                    <a:lstStyle/>
                    <a:p>
                      <a:r>
                        <a:rPr sz="1875" b="0">
                          <a:solidFill>
                            <a:srgbClr val="243B2D"/>
                          </a:solidFill>
                          <a:latin typeface="Arial"/>
                          <a:ea typeface="Arial"/>
                          <a:cs typeface="Arial"/>
                        </a:rPr>
                        <a:t>v_staff_workload</a:t>
                      </a:r>
                    </a:p>
                  </a:txBody>
                  <a:tcPr marL="91440" marR="91440" marT="45720" marB="45720" anchor="ctr">
                    <a:lnL w="9525">
                      <a:solidFill>
                        <a:srgbClr val="DDE5D7"/>
                      </a:solidFill>
                      <a:prstDash val="solid"/>
                    </a:lnL>
                    <a:lnR w="9525">
                      <a:solidFill>
                        <a:srgbClr val="DDE5D7"/>
                      </a:solidFill>
                      <a:prstDash val="solid"/>
                    </a:lnR>
                    <a:lnB w="9525">
                      <a:solidFill>
                        <a:srgbClr val="DDE5D7"/>
                      </a:solidFill>
                      <a:prstDash val="solid"/>
                    </a:lnB>
                    <a:solidFill>
                      <a:srgbClr val="F0F4E9"/>
                    </a:solidFill>
                  </a:tcPr>
                </a:tc>
                <a:tc>
                  <a:txBody>
                    <a:bodyPr lIns="114300" tIns="114300" rIns="114300" bIns="114300"/>
                    <a:lstStyle/>
                    <a:p>
                      <a:r>
                        <a:rPr sz="1875" b="0">
                          <a:solidFill>
                            <a:srgbClr val="243B2D"/>
                          </a:solidFill>
                          <a:latin typeface="Arial"/>
                          <a:ea typeface="Arial"/>
                          <a:cs typeface="Arial"/>
                        </a:rPr>
                        <a:t>Active and completed jobs grouped by maintenance staff</a:t>
                      </a:r>
                    </a:p>
                  </a:txBody>
                  <a:tcPr marL="91440" marR="91440" marT="45720" marB="45720" anchor="ctr">
                    <a:lnR w="9525">
                      <a:solidFill>
                        <a:srgbClr val="DDE5D7"/>
                      </a:solidFill>
                      <a:prstDash val="solid"/>
                    </a:lnR>
                    <a:lnB w="9525">
                      <a:solidFill>
                        <a:srgbClr val="DDE5D7"/>
                      </a:solidFill>
                      <a:prstDash val="solid"/>
                    </a:lnB>
                    <a:solidFill>
                      <a:srgbClr val="F0F4E9"/>
                    </a:solidFill>
                  </a:tcPr>
                </a:tc>
              </a:tr>
            </a:tbl>
          </a:graphicData>
        </a:graphic>
      </p:graphicFrame>
      <p:sp>
        <p:nvSpPr>
          <p:cNvPr id="6" name="text">
            <a:extLst xmlns:a="http://schemas.openxmlformats.org/drawingml/2006/main">
              <a:ext uri="{FF2B5EF4-FFF2-40B4-BE49-F238E27FC236}">
                <a16:creationId xmlns:a16="http://schemas.microsoft.com/office/drawing/2014/main" id="{4471C41E-0981-4580-ABEC-033083BCE007}"/>
              </a:ext>
            </a:extLst>
          </p:cNvPr>
          <p:cNvSpPr>
            <a:spLocks xmlns:a="http://schemas.openxmlformats.org/drawingml/2006/main" noGrp="1"/>
          </p:cNvSpPr>
          <p:nvPr/>
        </p:nvSpPr>
        <p:spPr>
          <a:xfrm xmlns:a="http://schemas.openxmlformats.org/drawingml/2006/main">
            <a:off x="628650" y="5638800"/>
            <a:ext cx="1085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60735E"/>
                </a:solidFill>
                <a:latin typeface="Arial"/>
                <a:ea typeface="Arial"/>
                <a:cs typeface="Arial"/>
              </a:defRPr>
            </a:defPPr>
            <a:lvl1pPr>
              <a:defRPr sz="1950" b="0">
                <a:solidFill>
                  <a:srgbClr val="60735E"/>
                </a:solidFill>
                <a:latin typeface="Arial"/>
                <a:ea typeface="Arial"/>
                <a:cs typeface="Arial"/>
              </a:defRPr>
            </a:lvl1pPr>
            <a:lvl2pPr>
              <a:defRPr sz="1950" b="0">
                <a:solidFill>
                  <a:srgbClr val="60735E"/>
                </a:solidFill>
                <a:latin typeface="Arial"/>
                <a:ea typeface="Arial"/>
                <a:cs typeface="Arial"/>
              </a:defRPr>
            </a:lvl2pPr>
            <a:lvl3pPr>
              <a:defRPr sz="1950" b="0">
                <a:solidFill>
                  <a:srgbClr val="60735E"/>
                </a:solidFill>
                <a:latin typeface="Arial"/>
                <a:ea typeface="Arial"/>
                <a:cs typeface="Arial"/>
              </a:defRPr>
            </a:lvl3pPr>
            <a:lvl4pPr>
              <a:defRPr sz="1950" b="0">
                <a:solidFill>
                  <a:srgbClr val="60735E"/>
                </a:solidFill>
                <a:latin typeface="Arial"/>
                <a:ea typeface="Arial"/>
                <a:cs typeface="Arial"/>
              </a:defRPr>
            </a:lvl4pPr>
            <a:lvl5pPr>
              <a:defRPr sz="1950" b="0">
                <a:solidFill>
                  <a:srgbClr val="60735E"/>
                </a:solidFill>
                <a:latin typeface="Arial"/>
                <a:ea typeface="Arial"/>
                <a:cs typeface="Arial"/>
              </a:defRPr>
            </a:lvl5pPr>
            <a:lvl6pPr>
              <a:defRPr sz="1950" b="0">
                <a:solidFill>
                  <a:srgbClr val="60735E"/>
                </a:solidFill>
                <a:latin typeface="Arial"/>
                <a:ea typeface="Arial"/>
                <a:cs typeface="Arial"/>
              </a:defRPr>
            </a:lvl6pPr>
            <a:lvl7pPr>
              <a:defRPr sz="1950" b="0">
                <a:solidFill>
                  <a:srgbClr val="60735E"/>
                </a:solidFill>
                <a:latin typeface="Arial"/>
                <a:ea typeface="Arial"/>
                <a:cs typeface="Arial"/>
              </a:defRPr>
            </a:lvl7pPr>
            <a:lvl8pPr>
              <a:defRPr sz="1950" b="0">
                <a:solidFill>
                  <a:srgbClr val="60735E"/>
                </a:solidFill>
                <a:latin typeface="Arial"/>
                <a:ea typeface="Arial"/>
                <a:cs typeface="Arial"/>
              </a:defRPr>
            </a:lvl8pPr>
            <a:lvl9pPr>
              <a:defRPr sz="1950" b="0">
                <a:solidFill>
                  <a:srgbClr val="60735E"/>
                </a:solidFill>
                <a:latin typeface="Arial"/>
                <a:ea typeface="Arial"/>
                <a:cs typeface="Arial"/>
              </a:defRPr>
            </a:lvl9pPr>
          </a:lstStyle>
          <a:p xmlns:a="http://schemas.openxmlformats.org/drawingml/2006/main">
            <a:pPr>
              <a:defRPr sz="1950" b="0">
                <a:solidFill>
                  <a:srgbClr val="60735E"/>
                </a:solidFill>
                <a:latin typeface="Arial"/>
                <a:ea typeface="Arial"/>
                <a:cs typeface="Arial"/>
              </a:defRPr>
            </a:pPr>
            <a:r>
              <a:rPr sz="1950" b="0">
                <a:solidFill>
                  <a:srgbClr val="60735E"/>
                </a:solidFill>
                <a:latin typeface="Arial"/>
                <a:ea typeface="Arial"/>
                <a:cs typeface="Arial"/>
              </a:rPr>
              <a:t>Reports show category totals, status distribution, average resolution time and feedback ratings. CSV export respects the signed-in user’s scope.</a:t>
            </a:r>
          </a:p>
        </p:txBody>
      </p:sp>
      <p:sp>
        <p:nvSpPr>
          <p:cNvPr id="7" name="slide-subtitle">
            <a:extLst xmlns:a="http://schemas.openxmlformats.org/drawingml/2006/main">
              <a:ext uri="{FF2B5EF4-FFF2-40B4-BE49-F238E27FC236}">
                <a16:creationId xmlns:a16="http://schemas.microsoft.com/office/drawing/2014/main" id="{27449164-DFB4-4DD6-89BE-CC80C4E291BA}"/>
              </a:ext>
            </a:extLst>
          </p:cNvPr>
          <p:cNvSpPr>
            <a:spLocks xmlns:a="http://schemas.openxmlformats.org/drawingml/2006/main" noGrp="1"/>
          </p:cNvSpPr>
          <p:nvPr/>
        </p:nvSpPr>
        <p:spPr>
          <a:xfrm xmlns:a="http://schemas.openxmlformats.org/drawingml/2006/main">
            <a:off x="628650" y="1190625"/>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60735E"/>
                </a:solidFill>
                <a:latin typeface="Arial"/>
                <a:ea typeface="Arial"/>
                <a:cs typeface="Arial"/>
              </a:defRPr>
            </a:defPPr>
            <a:lvl1pPr>
              <a:defRPr sz="1650" b="0">
                <a:solidFill>
                  <a:srgbClr val="60735E"/>
                </a:solidFill>
                <a:latin typeface="Arial"/>
                <a:ea typeface="Arial"/>
                <a:cs typeface="Arial"/>
              </a:defRPr>
            </a:lvl1pPr>
            <a:lvl2pPr>
              <a:defRPr sz="1650" b="0">
                <a:solidFill>
                  <a:srgbClr val="60735E"/>
                </a:solidFill>
                <a:latin typeface="Arial"/>
                <a:ea typeface="Arial"/>
                <a:cs typeface="Arial"/>
              </a:defRPr>
            </a:lvl2pPr>
            <a:lvl3pPr>
              <a:defRPr sz="1650" b="0">
                <a:solidFill>
                  <a:srgbClr val="60735E"/>
                </a:solidFill>
                <a:latin typeface="Arial"/>
                <a:ea typeface="Arial"/>
                <a:cs typeface="Arial"/>
              </a:defRPr>
            </a:lvl3pPr>
            <a:lvl4pPr>
              <a:defRPr sz="1650" b="0">
                <a:solidFill>
                  <a:srgbClr val="60735E"/>
                </a:solidFill>
                <a:latin typeface="Arial"/>
                <a:ea typeface="Arial"/>
                <a:cs typeface="Arial"/>
              </a:defRPr>
            </a:lvl4pPr>
            <a:lvl5pPr>
              <a:defRPr sz="1650" b="0">
                <a:solidFill>
                  <a:srgbClr val="60735E"/>
                </a:solidFill>
                <a:latin typeface="Arial"/>
                <a:ea typeface="Arial"/>
                <a:cs typeface="Arial"/>
              </a:defRPr>
            </a:lvl5pPr>
            <a:lvl6pPr>
              <a:defRPr sz="1650" b="0">
                <a:solidFill>
                  <a:srgbClr val="60735E"/>
                </a:solidFill>
                <a:latin typeface="Arial"/>
                <a:ea typeface="Arial"/>
                <a:cs typeface="Arial"/>
              </a:defRPr>
            </a:lvl6pPr>
            <a:lvl7pPr>
              <a:defRPr sz="1650" b="0">
                <a:solidFill>
                  <a:srgbClr val="60735E"/>
                </a:solidFill>
                <a:latin typeface="Arial"/>
                <a:ea typeface="Arial"/>
                <a:cs typeface="Arial"/>
              </a:defRPr>
            </a:lvl7pPr>
            <a:lvl8pPr>
              <a:defRPr sz="1650" b="0">
                <a:solidFill>
                  <a:srgbClr val="60735E"/>
                </a:solidFill>
                <a:latin typeface="Arial"/>
                <a:ea typeface="Arial"/>
                <a:cs typeface="Arial"/>
              </a:defRPr>
            </a:lvl8pPr>
            <a:lvl9pPr>
              <a:defRPr sz="1650" b="0">
                <a:solidFill>
                  <a:srgbClr val="60735E"/>
                </a:solidFill>
                <a:latin typeface="Arial"/>
                <a:ea typeface="Arial"/>
                <a:cs typeface="Arial"/>
              </a:defRPr>
            </a:lvl9pPr>
          </a:lstStyle>
          <a:p xmlns:a="http://schemas.openxmlformats.org/drawingml/2006/main">
            <a:pPr>
              <a:defRPr sz="1650" b="0">
                <a:solidFill>
                  <a:srgbClr val="60735E"/>
                </a:solidFill>
                <a:latin typeface="Arial"/>
                <a:ea typeface="Arial"/>
                <a:cs typeface="Arial"/>
              </a:defRPr>
            </a:pPr>
            <a:r>
              <a:rPr sz="1650" b="0">
                <a:solidFill>
                  <a:srgbClr val="60735E"/>
                </a:solidFill>
                <a:latin typeface="Arial"/>
                <a:ea typeface="Arial"/>
                <a:cs typeface="Arial"/>
              </a:rPr>
              <a:t>Four views support occupancy, complaint and workload reporting</a:t>
            </a:r>
          </a:p>
        </p:txBody>
      </p:sp>
    </p:spTree>
    <p:extLst>
      <p:ext uri="{BB962C8B-B14F-4D97-AF65-F5344CB8AC3E}">
        <p14:creationId xmlns:p14="http://schemas.microsoft.com/office/powerpoint/2010/main" val="129963750"/>
      </p:ext>
    </p:extLst>
  </p:cSld>
</p:sld>
</file>

<file path=ppt/slides/slide16.xml><?xml version="1.0" encoding="utf-8"?>
<p:sld xmlns:p="http://schemas.openxmlformats.org/presentationml/2006/main">
  <p:cSld>
    <p:bg>
      <p:bgPr>
        <a:solidFill xmlns:a="http://schemas.openxmlformats.org/drawingml/2006/main">
          <a:srgbClr val="FAFBF7"/>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FC539F61-074A-4957-A295-F554C57B3671}"/>
              </a:ext>
            </a:extLst>
          </p:cNvPr>
          <p:cNvSpPr>
            <a:spLocks xmlns:a="http://schemas.openxmlformats.org/drawingml/2006/main" noGrp="1"/>
          </p:cNvSpPr>
          <p:nvPr/>
        </p:nvSpPr>
        <p:spPr>
          <a:xfrm xmlns:a="http://schemas.openxmlformats.org/drawingml/2006/main">
            <a:off x="609600" y="4572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F4D3B"/>
                </a:solidFill>
                <a:latin typeface="Arial"/>
                <a:ea typeface="Arial"/>
                <a:cs typeface="Arial"/>
              </a:defRPr>
            </a:defPPr>
            <a:lvl1pPr>
              <a:defRPr sz="3300" b="1">
                <a:solidFill>
                  <a:srgbClr val="1F4D3B"/>
                </a:solidFill>
                <a:latin typeface="Arial"/>
                <a:ea typeface="Arial"/>
                <a:cs typeface="Arial"/>
              </a:defRPr>
            </a:lvl1pPr>
            <a:lvl2pPr>
              <a:defRPr sz="3300" b="1">
                <a:solidFill>
                  <a:srgbClr val="1F4D3B"/>
                </a:solidFill>
                <a:latin typeface="Arial"/>
                <a:ea typeface="Arial"/>
                <a:cs typeface="Arial"/>
              </a:defRPr>
            </a:lvl2pPr>
            <a:lvl3pPr>
              <a:defRPr sz="3300" b="1">
                <a:solidFill>
                  <a:srgbClr val="1F4D3B"/>
                </a:solidFill>
                <a:latin typeface="Arial"/>
                <a:ea typeface="Arial"/>
                <a:cs typeface="Arial"/>
              </a:defRPr>
            </a:lvl3pPr>
            <a:lvl4pPr>
              <a:defRPr sz="3300" b="1">
                <a:solidFill>
                  <a:srgbClr val="1F4D3B"/>
                </a:solidFill>
                <a:latin typeface="Arial"/>
                <a:ea typeface="Arial"/>
                <a:cs typeface="Arial"/>
              </a:defRPr>
            </a:lvl4pPr>
            <a:lvl5pPr>
              <a:defRPr sz="3300" b="1">
                <a:solidFill>
                  <a:srgbClr val="1F4D3B"/>
                </a:solidFill>
                <a:latin typeface="Arial"/>
                <a:ea typeface="Arial"/>
                <a:cs typeface="Arial"/>
              </a:defRPr>
            </a:lvl5pPr>
            <a:lvl6pPr>
              <a:defRPr sz="3300" b="1">
                <a:solidFill>
                  <a:srgbClr val="1F4D3B"/>
                </a:solidFill>
                <a:latin typeface="Arial"/>
                <a:ea typeface="Arial"/>
                <a:cs typeface="Arial"/>
              </a:defRPr>
            </a:lvl6pPr>
            <a:lvl7pPr>
              <a:defRPr sz="3300" b="1">
                <a:solidFill>
                  <a:srgbClr val="1F4D3B"/>
                </a:solidFill>
                <a:latin typeface="Arial"/>
                <a:ea typeface="Arial"/>
                <a:cs typeface="Arial"/>
              </a:defRPr>
            </a:lvl7pPr>
            <a:lvl8pPr>
              <a:defRPr sz="3300" b="1">
                <a:solidFill>
                  <a:srgbClr val="1F4D3B"/>
                </a:solidFill>
                <a:latin typeface="Arial"/>
                <a:ea typeface="Arial"/>
                <a:cs typeface="Arial"/>
              </a:defRPr>
            </a:lvl8pPr>
            <a:lvl9pPr>
              <a:defRPr sz="3300" b="1">
                <a:solidFill>
                  <a:srgbClr val="1F4D3B"/>
                </a:solidFill>
                <a:latin typeface="Arial"/>
                <a:ea typeface="Arial"/>
                <a:cs typeface="Arial"/>
              </a:defRPr>
            </a:lvl9pPr>
          </a:lstStyle>
          <a:p xmlns:a="http://schemas.openxmlformats.org/drawingml/2006/main">
            <a:pPr>
              <a:defRPr sz="3300" b="1">
                <a:solidFill>
                  <a:srgbClr val="1F4D3B"/>
                </a:solidFill>
                <a:latin typeface="Arial"/>
                <a:ea typeface="Arial"/>
                <a:cs typeface="Arial"/>
              </a:defRPr>
            </a:pPr>
            <a:r>
              <a:rPr sz="3300" b="1">
                <a:solidFill>
                  <a:srgbClr val="1F4D3B"/>
                </a:solidFill>
                <a:latin typeface="Arial"/>
                <a:ea typeface="Arial"/>
                <a:cs typeface="Arial"/>
              </a:rPr>
              <a:t>Database Connectivity</a:t>
            </a:r>
          </a:p>
        </p:txBody>
      </p:sp>
      <p:sp>
        <p:nvSpPr>
          <p:cNvPr id="3" name="slide-subtitle">
            <a:extLst xmlns:a="http://schemas.openxmlformats.org/drawingml/2006/main">
              <a:ext uri="{FF2B5EF4-FFF2-40B4-BE49-F238E27FC236}">
                <a16:creationId xmlns:a16="http://schemas.microsoft.com/office/drawing/2014/main" id="{C468894E-A8C6-4B58-AE92-E8222478992B}"/>
              </a:ext>
            </a:extLst>
          </p:cNvPr>
          <p:cNvSpPr>
            <a:spLocks xmlns:a="http://schemas.openxmlformats.org/drawingml/2006/main" noGrp="1"/>
          </p:cNvSpPr>
          <p:nvPr/>
        </p:nvSpPr>
        <p:spPr>
          <a:xfrm xmlns:a="http://schemas.openxmlformats.org/drawingml/2006/main">
            <a:off x="628650" y="1190625"/>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60735E"/>
                </a:solidFill>
                <a:latin typeface="Arial"/>
                <a:ea typeface="Arial"/>
                <a:cs typeface="Arial"/>
              </a:defRPr>
            </a:defPPr>
            <a:lvl1pPr>
              <a:defRPr sz="1650" b="0">
                <a:solidFill>
                  <a:srgbClr val="60735E"/>
                </a:solidFill>
                <a:latin typeface="Arial"/>
                <a:ea typeface="Arial"/>
                <a:cs typeface="Arial"/>
              </a:defRPr>
            </a:lvl1pPr>
            <a:lvl2pPr>
              <a:defRPr sz="1650" b="0">
                <a:solidFill>
                  <a:srgbClr val="60735E"/>
                </a:solidFill>
                <a:latin typeface="Arial"/>
                <a:ea typeface="Arial"/>
                <a:cs typeface="Arial"/>
              </a:defRPr>
            </a:lvl2pPr>
            <a:lvl3pPr>
              <a:defRPr sz="1650" b="0">
                <a:solidFill>
                  <a:srgbClr val="60735E"/>
                </a:solidFill>
                <a:latin typeface="Arial"/>
                <a:ea typeface="Arial"/>
                <a:cs typeface="Arial"/>
              </a:defRPr>
            </a:lvl3pPr>
            <a:lvl4pPr>
              <a:defRPr sz="1650" b="0">
                <a:solidFill>
                  <a:srgbClr val="60735E"/>
                </a:solidFill>
                <a:latin typeface="Arial"/>
                <a:ea typeface="Arial"/>
                <a:cs typeface="Arial"/>
              </a:defRPr>
            </a:lvl4pPr>
            <a:lvl5pPr>
              <a:defRPr sz="1650" b="0">
                <a:solidFill>
                  <a:srgbClr val="60735E"/>
                </a:solidFill>
                <a:latin typeface="Arial"/>
                <a:ea typeface="Arial"/>
                <a:cs typeface="Arial"/>
              </a:defRPr>
            </a:lvl5pPr>
            <a:lvl6pPr>
              <a:defRPr sz="1650" b="0">
                <a:solidFill>
                  <a:srgbClr val="60735E"/>
                </a:solidFill>
                <a:latin typeface="Arial"/>
                <a:ea typeface="Arial"/>
                <a:cs typeface="Arial"/>
              </a:defRPr>
            </a:lvl6pPr>
            <a:lvl7pPr>
              <a:defRPr sz="1650" b="0">
                <a:solidFill>
                  <a:srgbClr val="60735E"/>
                </a:solidFill>
                <a:latin typeface="Arial"/>
                <a:ea typeface="Arial"/>
                <a:cs typeface="Arial"/>
              </a:defRPr>
            </a:lvl7pPr>
            <a:lvl8pPr>
              <a:defRPr sz="1650" b="0">
                <a:solidFill>
                  <a:srgbClr val="60735E"/>
                </a:solidFill>
                <a:latin typeface="Arial"/>
                <a:ea typeface="Arial"/>
                <a:cs typeface="Arial"/>
              </a:defRPr>
            </a:lvl8pPr>
            <a:lvl9pPr>
              <a:defRPr sz="1650" b="0">
                <a:solidFill>
                  <a:srgbClr val="60735E"/>
                </a:solidFill>
                <a:latin typeface="Arial"/>
                <a:ea typeface="Arial"/>
                <a:cs typeface="Arial"/>
              </a:defRPr>
            </a:lvl9pPr>
          </a:lstStyle>
          <a:p xmlns:a="http://schemas.openxmlformats.org/drawingml/2006/main">
            <a:pPr>
              <a:defRPr sz="1650" b="0">
                <a:solidFill>
                  <a:srgbClr val="60735E"/>
                </a:solidFill>
                <a:latin typeface="Arial"/>
                <a:ea typeface="Arial"/>
                <a:cs typeface="Arial"/>
              </a:defRPr>
            </a:pPr>
            <a:r>
              <a:rPr sz="1650" b="0">
                <a:solidFill>
                  <a:srgbClr val="60735E"/>
                </a:solidFill>
                <a:latin typeface="Arial"/>
                <a:ea typeface="Arial"/>
                <a:cs typeface="Arial"/>
              </a:rPr>
              <a:t>The browser calls Express. The backend connects to MySQL using mysql2.</a:t>
            </a:r>
          </a:p>
        </p:txBody>
      </p:sp>
      <p:sp>
        <p:nvSpPr>
          <p:cNvPr id="4" name="footer">
            <a:extLst xmlns:a="http://schemas.openxmlformats.org/drawingml/2006/main">
              <a:ext uri="{FF2B5EF4-FFF2-40B4-BE49-F238E27FC236}">
                <a16:creationId xmlns:a16="http://schemas.microsoft.com/office/drawing/2014/main" id="{121E5F9E-E7CA-4173-9053-6FBA171A6421}"/>
              </a:ext>
            </a:extLst>
          </p:cNvPr>
          <p:cNvSpPr>
            <a:spLocks xmlns:a="http://schemas.openxmlformats.org/drawingml/2006/main" noGrp="1"/>
          </p:cNvSpPr>
          <p:nvPr/>
        </p:nvSpPr>
        <p:spPr>
          <a:xfrm xmlns:a="http://schemas.openxmlformats.org/drawingml/2006/main">
            <a:off x="609600" y="6477000"/>
            <a:ext cx="428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60735E"/>
                </a:solidFill>
                <a:latin typeface="Arial"/>
                <a:ea typeface="Arial"/>
                <a:cs typeface="Arial"/>
              </a:defRPr>
            </a:defPPr>
            <a:lvl1pPr>
              <a:defRPr sz="1050" b="0">
                <a:solidFill>
                  <a:srgbClr val="60735E"/>
                </a:solidFill>
                <a:latin typeface="Arial"/>
                <a:ea typeface="Arial"/>
                <a:cs typeface="Arial"/>
              </a:defRPr>
            </a:lvl1pPr>
            <a:lvl2pPr>
              <a:defRPr sz="1050" b="0">
                <a:solidFill>
                  <a:srgbClr val="60735E"/>
                </a:solidFill>
                <a:latin typeface="Arial"/>
                <a:ea typeface="Arial"/>
                <a:cs typeface="Arial"/>
              </a:defRPr>
            </a:lvl2pPr>
            <a:lvl3pPr>
              <a:defRPr sz="1050" b="0">
                <a:solidFill>
                  <a:srgbClr val="60735E"/>
                </a:solidFill>
                <a:latin typeface="Arial"/>
                <a:ea typeface="Arial"/>
                <a:cs typeface="Arial"/>
              </a:defRPr>
            </a:lvl3pPr>
            <a:lvl4pPr>
              <a:defRPr sz="1050" b="0">
                <a:solidFill>
                  <a:srgbClr val="60735E"/>
                </a:solidFill>
                <a:latin typeface="Arial"/>
                <a:ea typeface="Arial"/>
                <a:cs typeface="Arial"/>
              </a:defRPr>
            </a:lvl4pPr>
            <a:lvl5pPr>
              <a:defRPr sz="1050" b="0">
                <a:solidFill>
                  <a:srgbClr val="60735E"/>
                </a:solidFill>
                <a:latin typeface="Arial"/>
                <a:ea typeface="Arial"/>
                <a:cs typeface="Arial"/>
              </a:defRPr>
            </a:lvl5pPr>
            <a:lvl6pPr>
              <a:defRPr sz="1050" b="0">
                <a:solidFill>
                  <a:srgbClr val="60735E"/>
                </a:solidFill>
                <a:latin typeface="Arial"/>
                <a:ea typeface="Arial"/>
                <a:cs typeface="Arial"/>
              </a:defRPr>
            </a:lvl6pPr>
            <a:lvl7pPr>
              <a:defRPr sz="1050" b="0">
                <a:solidFill>
                  <a:srgbClr val="60735E"/>
                </a:solidFill>
                <a:latin typeface="Arial"/>
                <a:ea typeface="Arial"/>
                <a:cs typeface="Arial"/>
              </a:defRPr>
            </a:lvl7pPr>
            <a:lvl8pPr>
              <a:defRPr sz="1050" b="0">
                <a:solidFill>
                  <a:srgbClr val="60735E"/>
                </a:solidFill>
                <a:latin typeface="Arial"/>
                <a:ea typeface="Arial"/>
                <a:cs typeface="Arial"/>
              </a:defRPr>
            </a:lvl8pPr>
            <a:lvl9pPr>
              <a:defRPr sz="1050" b="0">
                <a:solidFill>
                  <a:srgbClr val="60735E"/>
                </a:solidFill>
                <a:latin typeface="Arial"/>
                <a:ea typeface="Arial"/>
                <a:cs typeface="Arial"/>
              </a:defRPr>
            </a:lvl9pPr>
          </a:lstStyle>
          <a:p xmlns:a="http://schemas.openxmlformats.org/drawingml/2006/main">
            <a:pPr>
              <a:defRPr sz="1050" b="0">
                <a:solidFill>
                  <a:srgbClr val="60735E"/>
                </a:solidFill>
                <a:latin typeface="Arial"/>
                <a:ea typeface="Arial"/>
                <a:cs typeface="Arial"/>
              </a:defRPr>
            </a:pPr>
            <a:r>
              <a:rPr sz="1050" b="0">
                <a:solidFill>
                  <a:srgbClr val="60735E"/>
                </a:solidFill>
                <a:latin typeface="Arial"/>
                <a:ea typeface="Arial"/>
                <a:cs typeface="Arial"/>
              </a:rPr>
              <a:t>HRCMS / HAVEN</a:t>
            </a:r>
          </a:p>
        </p:txBody>
      </p:sp>
      <p:sp>
        <p:nvSpPr>
          <p:cNvPr id="5" name="page-number">
            <a:extLst xmlns:a="http://schemas.openxmlformats.org/drawingml/2006/main">
              <a:ext uri="{FF2B5EF4-FFF2-40B4-BE49-F238E27FC236}">
                <a16:creationId xmlns:a16="http://schemas.microsoft.com/office/drawing/2014/main" id="{156DA958-4D6F-424E-8764-77BFCAEDB2E4}"/>
              </a:ext>
            </a:extLst>
          </p:cNvPr>
          <p:cNvSpPr>
            <a:spLocks xmlns:a="http://schemas.openxmlformats.org/drawingml/2006/main" noGrp="1"/>
          </p:cNvSpPr>
          <p:nvPr/>
        </p:nvSpPr>
        <p:spPr>
          <a:xfrm xmlns:a="http://schemas.openxmlformats.org/drawingml/2006/main">
            <a:off x="10763250" y="6477000"/>
            <a:ext cx="819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60735E"/>
                </a:solidFill>
                <a:latin typeface="Arial"/>
                <a:ea typeface="Arial"/>
                <a:cs typeface="Arial"/>
              </a:defRPr>
            </a:defPPr>
            <a:lvl1pPr>
              <a:defRPr sz="1050" b="0">
                <a:solidFill>
                  <a:srgbClr val="60735E"/>
                </a:solidFill>
                <a:latin typeface="Arial"/>
                <a:ea typeface="Arial"/>
                <a:cs typeface="Arial"/>
              </a:defRPr>
            </a:lvl1pPr>
            <a:lvl2pPr>
              <a:defRPr sz="1050" b="0">
                <a:solidFill>
                  <a:srgbClr val="60735E"/>
                </a:solidFill>
                <a:latin typeface="Arial"/>
                <a:ea typeface="Arial"/>
                <a:cs typeface="Arial"/>
              </a:defRPr>
            </a:lvl2pPr>
            <a:lvl3pPr>
              <a:defRPr sz="1050" b="0">
                <a:solidFill>
                  <a:srgbClr val="60735E"/>
                </a:solidFill>
                <a:latin typeface="Arial"/>
                <a:ea typeface="Arial"/>
                <a:cs typeface="Arial"/>
              </a:defRPr>
            </a:lvl3pPr>
            <a:lvl4pPr>
              <a:defRPr sz="1050" b="0">
                <a:solidFill>
                  <a:srgbClr val="60735E"/>
                </a:solidFill>
                <a:latin typeface="Arial"/>
                <a:ea typeface="Arial"/>
                <a:cs typeface="Arial"/>
              </a:defRPr>
            </a:lvl4pPr>
            <a:lvl5pPr>
              <a:defRPr sz="1050" b="0">
                <a:solidFill>
                  <a:srgbClr val="60735E"/>
                </a:solidFill>
                <a:latin typeface="Arial"/>
                <a:ea typeface="Arial"/>
                <a:cs typeface="Arial"/>
              </a:defRPr>
            </a:lvl5pPr>
            <a:lvl6pPr>
              <a:defRPr sz="1050" b="0">
                <a:solidFill>
                  <a:srgbClr val="60735E"/>
                </a:solidFill>
                <a:latin typeface="Arial"/>
                <a:ea typeface="Arial"/>
                <a:cs typeface="Arial"/>
              </a:defRPr>
            </a:lvl6pPr>
            <a:lvl7pPr>
              <a:defRPr sz="1050" b="0">
                <a:solidFill>
                  <a:srgbClr val="60735E"/>
                </a:solidFill>
                <a:latin typeface="Arial"/>
                <a:ea typeface="Arial"/>
                <a:cs typeface="Arial"/>
              </a:defRPr>
            </a:lvl7pPr>
            <a:lvl8pPr>
              <a:defRPr sz="1050" b="0">
                <a:solidFill>
                  <a:srgbClr val="60735E"/>
                </a:solidFill>
                <a:latin typeface="Arial"/>
                <a:ea typeface="Arial"/>
                <a:cs typeface="Arial"/>
              </a:defRPr>
            </a:lvl8pPr>
            <a:lvl9pPr>
              <a:defRPr sz="1050" b="0">
                <a:solidFill>
                  <a:srgbClr val="60735E"/>
                </a:solidFill>
                <a:latin typeface="Arial"/>
                <a:ea typeface="Arial"/>
                <a:cs typeface="Arial"/>
              </a:defRPr>
            </a:lvl9pPr>
          </a:lstStyle>
          <a:p xmlns:a="http://schemas.openxmlformats.org/drawingml/2006/main">
            <a:pPr>
              <a:defRPr sz="1050" b="0">
                <a:solidFill>
                  <a:srgbClr val="60735E"/>
                </a:solidFill>
                <a:latin typeface="Arial"/>
                <a:ea typeface="Arial"/>
                <a:cs typeface="Arial"/>
              </a:defRPr>
            </a:pPr>
            <a:r>
              <a:rPr sz="1050" b="0">
                <a:solidFill>
                  <a:srgbClr val="60735E"/>
                </a:solidFill>
                <a:latin typeface="Arial"/>
                <a:ea typeface="Arial"/>
                <a:cs typeface="Arial"/>
              </a:rPr>
              <a:t>16 / 18</a:t>
            </a:r>
          </a:p>
        </p:txBody>
      </p:sp>
      <p:sp>
        <p:nvSpPr>
          <p:cNvPr id="6" name="entity-REACT FRONTEND">
            <a:extLst xmlns:a="http://schemas.openxmlformats.org/drawingml/2006/main">
              <a:ext uri="{FF2B5EF4-FFF2-40B4-BE49-F238E27FC236}">
                <a16:creationId xmlns:a16="http://schemas.microsoft.com/office/drawing/2014/main" id="{84EF06F7-870F-41DE-A34C-B5B5DFCE567A}"/>
              </a:ext>
            </a:extLst>
          </p:cNvPr>
          <p:cNvSpPr>
            <a:spLocks xmlns:a="http://schemas.openxmlformats.org/drawingml/2006/main" noGrp="1"/>
          </p:cNvSpPr>
          <p:nvPr/>
        </p:nvSpPr>
        <p:spPr>
          <a:xfrm xmlns:a="http://schemas.openxmlformats.org/drawingml/2006/main">
            <a:off x="619125" y="1981200"/>
            <a:ext cx="2952750" cy="1095375"/>
          </a:xfrm>
          <a:prstGeom xmlns:a="http://schemas.openxmlformats.org/drawingml/2006/main" prst="rect">
            <a:avLst/>
          </a:prstGeom>
          <a:solidFill xmlns:a="http://schemas.openxmlformats.org/drawingml/2006/main">
            <a:srgbClr val="FFFFFF"/>
          </a:solidFill>
          <a:ln xmlns:a="http://schemas.openxmlformats.org/drawingml/2006/main" w="14288">
            <a:solidFill>
              <a:srgbClr val="72916C"/>
            </a:solidFill>
          </a:ln>
        </p:spPr>
      </p:sp>
      <p:sp>
        <p:nvSpPr>
          <p:cNvPr id="7" name="entity-name-REACT FRONTEND">
            <a:extLst xmlns:a="http://schemas.openxmlformats.org/drawingml/2006/main">
              <a:ext uri="{FF2B5EF4-FFF2-40B4-BE49-F238E27FC236}">
                <a16:creationId xmlns:a16="http://schemas.microsoft.com/office/drawing/2014/main" id="{7A575E90-C2FC-4DCF-9023-32750DFCB980}"/>
              </a:ext>
            </a:extLst>
          </p:cNvPr>
          <p:cNvSpPr>
            <a:spLocks xmlns:a="http://schemas.openxmlformats.org/drawingml/2006/main" noGrp="1"/>
          </p:cNvSpPr>
          <p:nvPr/>
        </p:nvSpPr>
        <p:spPr>
          <a:xfrm xmlns:a="http://schemas.openxmlformats.org/drawingml/2006/main">
            <a:off x="742950" y="2076450"/>
            <a:ext cx="2705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1">
                <a:solidFill>
                  <a:srgbClr val="1F4D3B"/>
                </a:solidFill>
                <a:latin typeface="Arial"/>
                <a:ea typeface="Arial"/>
                <a:cs typeface="Arial"/>
              </a:defRPr>
            </a:defPPr>
            <a:lvl1pPr>
              <a:defRPr sz="1650" b="1">
                <a:solidFill>
                  <a:srgbClr val="1F4D3B"/>
                </a:solidFill>
                <a:latin typeface="Arial"/>
                <a:ea typeface="Arial"/>
                <a:cs typeface="Arial"/>
              </a:defRPr>
            </a:lvl1pPr>
            <a:lvl2pPr>
              <a:defRPr sz="1650" b="1">
                <a:solidFill>
                  <a:srgbClr val="1F4D3B"/>
                </a:solidFill>
                <a:latin typeface="Arial"/>
                <a:ea typeface="Arial"/>
                <a:cs typeface="Arial"/>
              </a:defRPr>
            </a:lvl2pPr>
            <a:lvl3pPr>
              <a:defRPr sz="1650" b="1">
                <a:solidFill>
                  <a:srgbClr val="1F4D3B"/>
                </a:solidFill>
                <a:latin typeface="Arial"/>
                <a:ea typeface="Arial"/>
                <a:cs typeface="Arial"/>
              </a:defRPr>
            </a:lvl3pPr>
            <a:lvl4pPr>
              <a:defRPr sz="1650" b="1">
                <a:solidFill>
                  <a:srgbClr val="1F4D3B"/>
                </a:solidFill>
                <a:latin typeface="Arial"/>
                <a:ea typeface="Arial"/>
                <a:cs typeface="Arial"/>
              </a:defRPr>
            </a:lvl4pPr>
            <a:lvl5pPr>
              <a:defRPr sz="1650" b="1">
                <a:solidFill>
                  <a:srgbClr val="1F4D3B"/>
                </a:solidFill>
                <a:latin typeface="Arial"/>
                <a:ea typeface="Arial"/>
                <a:cs typeface="Arial"/>
              </a:defRPr>
            </a:lvl5pPr>
            <a:lvl6pPr>
              <a:defRPr sz="1650" b="1">
                <a:solidFill>
                  <a:srgbClr val="1F4D3B"/>
                </a:solidFill>
                <a:latin typeface="Arial"/>
                <a:ea typeface="Arial"/>
                <a:cs typeface="Arial"/>
              </a:defRPr>
            </a:lvl6pPr>
            <a:lvl7pPr>
              <a:defRPr sz="1650" b="1">
                <a:solidFill>
                  <a:srgbClr val="1F4D3B"/>
                </a:solidFill>
                <a:latin typeface="Arial"/>
                <a:ea typeface="Arial"/>
                <a:cs typeface="Arial"/>
              </a:defRPr>
            </a:lvl7pPr>
            <a:lvl8pPr>
              <a:defRPr sz="1650" b="1">
                <a:solidFill>
                  <a:srgbClr val="1F4D3B"/>
                </a:solidFill>
                <a:latin typeface="Arial"/>
                <a:ea typeface="Arial"/>
                <a:cs typeface="Arial"/>
              </a:defRPr>
            </a:lvl8pPr>
            <a:lvl9pPr>
              <a:defRPr sz="1650" b="1">
                <a:solidFill>
                  <a:srgbClr val="1F4D3B"/>
                </a:solidFill>
                <a:latin typeface="Arial"/>
                <a:ea typeface="Arial"/>
                <a:cs typeface="Arial"/>
              </a:defRPr>
            </a:lvl9pPr>
          </a:lstStyle>
          <a:p xmlns:a="http://schemas.openxmlformats.org/drawingml/2006/main">
            <a:pPr>
              <a:defRPr sz="1650" b="1">
                <a:solidFill>
                  <a:srgbClr val="1F4D3B"/>
                </a:solidFill>
                <a:latin typeface="Arial"/>
                <a:ea typeface="Arial"/>
                <a:cs typeface="Arial"/>
              </a:defRPr>
            </a:pPr>
            <a:r>
              <a:rPr sz="1650" b="1">
                <a:solidFill>
                  <a:srgbClr val="1F4D3B"/>
                </a:solidFill>
                <a:latin typeface="Arial"/>
                <a:ea typeface="Arial"/>
                <a:cs typeface="Arial"/>
              </a:rPr>
              <a:t>REACT FRONTEND</a:t>
            </a:r>
          </a:p>
        </p:txBody>
      </p:sp>
      <p:sp>
        <p:nvSpPr>
          <p:cNvPr id="8" name="entity-fields-REACT FRONTEND">
            <a:extLst xmlns:a="http://schemas.openxmlformats.org/drawingml/2006/main">
              <a:ext uri="{FF2B5EF4-FFF2-40B4-BE49-F238E27FC236}">
                <a16:creationId xmlns:a16="http://schemas.microsoft.com/office/drawing/2014/main" id="{D665CFF8-051D-4E8B-9124-3F3F6C9D82D7}"/>
              </a:ext>
            </a:extLst>
          </p:cNvPr>
          <p:cNvSpPr>
            <a:spLocks xmlns:a="http://schemas.openxmlformats.org/drawingml/2006/main" noGrp="1"/>
          </p:cNvSpPr>
          <p:nvPr/>
        </p:nvSpPr>
        <p:spPr>
          <a:xfrm xmlns:a="http://schemas.openxmlformats.org/drawingml/2006/main">
            <a:off x="742950" y="2438400"/>
            <a:ext cx="27051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243B2D"/>
                </a:solidFill>
                <a:latin typeface="Arial"/>
                <a:ea typeface="Arial"/>
                <a:cs typeface="Arial"/>
              </a:defRPr>
            </a:defPPr>
            <a:lvl1pPr>
              <a:defRPr sz="1500" b="0">
                <a:solidFill>
                  <a:srgbClr val="243B2D"/>
                </a:solidFill>
                <a:latin typeface="Arial"/>
                <a:ea typeface="Arial"/>
                <a:cs typeface="Arial"/>
              </a:defRPr>
            </a:lvl1pPr>
            <a:lvl2pPr>
              <a:defRPr sz="1500" b="0">
                <a:solidFill>
                  <a:srgbClr val="243B2D"/>
                </a:solidFill>
                <a:latin typeface="Arial"/>
                <a:ea typeface="Arial"/>
                <a:cs typeface="Arial"/>
              </a:defRPr>
            </a:lvl2pPr>
            <a:lvl3pPr>
              <a:defRPr sz="1500" b="0">
                <a:solidFill>
                  <a:srgbClr val="243B2D"/>
                </a:solidFill>
                <a:latin typeface="Arial"/>
                <a:ea typeface="Arial"/>
                <a:cs typeface="Arial"/>
              </a:defRPr>
            </a:lvl3pPr>
            <a:lvl4pPr>
              <a:defRPr sz="1500" b="0">
                <a:solidFill>
                  <a:srgbClr val="243B2D"/>
                </a:solidFill>
                <a:latin typeface="Arial"/>
                <a:ea typeface="Arial"/>
                <a:cs typeface="Arial"/>
              </a:defRPr>
            </a:lvl4pPr>
            <a:lvl5pPr>
              <a:defRPr sz="1500" b="0">
                <a:solidFill>
                  <a:srgbClr val="243B2D"/>
                </a:solidFill>
                <a:latin typeface="Arial"/>
                <a:ea typeface="Arial"/>
                <a:cs typeface="Arial"/>
              </a:defRPr>
            </a:lvl5pPr>
            <a:lvl6pPr>
              <a:defRPr sz="1500" b="0">
                <a:solidFill>
                  <a:srgbClr val="243B2D"/>
                </a:solidFill>
                <a:latin typeface="Arial"/>
                <a:ea typeface="Arial"/>
                <a:cs typeface="Arial"/>
              </a:defRPr>
            </a:lvl6pPr>
            <a:lvl7pPr>
              <a:defRPr sz="1500" b="0">
                <a:solidFill>
                  <a:srgbClr val="243B2D"/>
                </a:solidFill>
                <a:latin typeface="Arial"/>
                <a:ea typeface="Arial"/>
                <a:cs typeface="Arial"/>
              </a:defRPr>
            </a:lvl7pPr>
            <a:lvl8pPr>
              <a:defRPr sz="1500" b="0">
                <a:solidFill>
                  <a:srgbClr val="243B2D"/>
                </a:solidFill>
                <a:latin typeface="Arial"/>
                <a:ea typeface="Arial"/>
                <a:cs typeface="Arial"/>
              </a:defRPr>
            </a:lvl8pPr>
            <a:lvl9pPr>
              <a:defRPr sz="1500" b="0">
                <a:solidFill>
                  <a:srgbClr val="243B2D"/>
                </a:solidFill>
                <a:latin typeface="Arial"/>
                <a:ea typeface="Arial"/>
                <a:cs typeface="Arial"/>
              </a:defRPr>
            </a:lvl9pPr>
          </a:lstStyle>
          <a:p xmlns:a="http://schemas.openxmlformats.org/drawingml/2006/main">
            <a:pPr>
              <a:defRPr sz="1500" b="0">
                <a:solidFill>
                  <a:srgbClr val="243B2D"/>
                </a:solidFill>
                <a:latin typeface="Arial"/>
                <a:ea typeface="Arial"/>
                <a:cs typeface="Arial"/>
              </a:defRPr>
            </a:pPr>
            <a:r>
              <a:rPr sz="1500" b="0">
                <a:solidFill>
                  <a:srgbClr val="243B2D"/>
                </a:solidFill>
                <a:latin typeface="Arial"/>
                <a:ea typeface="Arial"/>
                <a:cs typeface="Arial"/>
              </a:rPr>
              <a:t>Role dashboards and forms</a:t>
            </a:r>
          </a:p>
        </p:txBody>
      </p:sp>
      <p:sp>
        <p:nvSpPr>
          <p:cNvPr id="9" name="entity-EXPRESS API">
            <a:extLst xmlns:a="http://schemas.openxmlformats.org/drawingml/2006/main">
              <a:ext uri="{FF2B5EF4-FFF2-40B4-BE49-F238E27FC236}">
                <a16:creationId xmlns:a16="http://schemas.microsoft.com/office/drawing/2014/main" id="{7F321D0B-58A9-4111-B2A7-42087CAFBB6D}"/>
              </a:ext>
            </a:extLst>
          </p:cNvPr>
          <p:cNvSpPr>
            <a:spLocks xmlns:a="http://schemas.openxmlformats.org/drawingml/2006/main" noGrp="1"/>
          </p:cNvSpPr>
          <p:nvPr/>
        </p:nvSpPr>
        <p:spPr>
          <a:xfrm xmlns:a="http://schemas.openxmlformats.org/drawingml/2006/main">
            <a:off x="4619625" y="1981200"/>
            <a:ext cx="2952750" cy="1095375"/>
          </a:xfrm>
          <a:prstGeom xmlns:a="http://schemas.openxmlformats.org/drawingml/2006/main" prst="rect">
            <a:avLst/>
          </a:prstGeom>
          <a:solidFill xmlns:a="http://schemas.openxmlformats.org/drawingml/2006/main">
            <a:srgbClr val="FFFFFF"/>
          </a:solidFill>
          <a:ln xmlns:a="http://schemas.openxmlformats.org/drawingml/2006/main" w="14288">
            <a:solidFill>
              <a:srgbClr val="72916C"/>
            </a:solidFill>
          </a:ln>
        </p:spPr>
      </p:sp>
      <p:sp>
        <p:nvSpPr>
          <p:cNvPr id="10" name="entity-name-EXPRESS API">
            <a:extLst xmlns:a="http://schemas.openxmlformats.org/drawingml/2006/main">
              <a:ext uri="{FF2B5EF4-FFF2-40B4-BE49-F238E27FC236}">
                <a16:creationId xmlns:a16="http://schemas.microsoft.com/office/drawing/2014/main" id="{3D8F6DC0-8C61-4251-9626-F10EDADC64D4}"/>
              </a:ext>
            </a:extLst>
          </p:cNvPr>
          <p:cNvSpPr>
            <a:spLocks xmlns:a="http://schemas.openxmlformats.org/drawingml/2006/main" noGrp="1"/>
          </p:cNvSpPr>
          <p:nvPr/>
        </p:nvSpPr>
        <p:spPr>
          <a:xfrm xmlns:a="http://schemas.openxmlformats.org/drawingml/2006/main">
            <a:off x="4743450" y="2076450"/>
            <a:ext cx="2705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1">
                <a:solidFill>
                  <a:srgbClr val="1F4D3B"/>
                </a:solidFill>
                <a:latin typeface="Arial"/>
                <a:ea typeface="Arial"/>
                <a:cs typeface="Arial"/>
              </a:defRPr>
            </a:defPPr>
            <a:lvl1pPr>
              <a:defRPr sz="1650" b="1">
                <a:solidFill>
                  <a:srgbClr val="1F4D3B"/>
                </a:solidFill>
                <a:latin typeface="Arial"/>
                <a:ea typeface="Arial"/>
                <a:cs typeface="Arial"/>
              </a:defRPr>
            </a:lvl1pPr>
            <a:lvl2pPr>
              <a:defRPr sz="1650" b="1">
                <a:solidFill>
                  <a:srgbClr val="1F4D3B"/>
                </a:solidFill>
                <a:latin typeface="Arial"/>
                <a:ea typeface="Arial"/>
                <a:cs typeface="Arial"/>
              </a:defRPr>
            </a:lvl2pPr>
            <a:lvl3pPr>
              <a:defRPr sz="1650" b="1">
                <a:solidFill>
                  <a:srgbClr val="1F4D3B"/>
                </a:solidFill>
                <a:latin typeface="Arial"/>
                <a:ea typeface="Arial"/>
                <a:cs typeface="Arial"/>
              </a:defRPr>
            </a:lvl3pPr>
            <a:lvl4pPr>
              <a:defRPr sz="1650" b="1">
                <a:solidFill>
                  <a:srgbClr val="1F4D3B"/>
                </a:solidFill>
                <a:latin typeface="Arial"/>
                <a:ea typeface="Arial"/>
                <a:cs typeface="Arial"/>
              </a:defRPr>
            </a:lvl4pPr>
            <a:lvl5pPr>
              <a:defRPr sz="1650" b="1">
                <a:solidFill>
                  <a:srgbClr val="1F4D3B"/>
                </a:solidFill>
                <a:latin typeface="Arial"/>
                <a:ea typeface="Arial"/>
                <a:cs typeface="Arial"/>
              </a:defRPr>
            </a:lvl5pPr>
            <a:lvl6pPr>
              <a:defRPr sz="1650" b="1">
                <a:solidFill>
                  <a:srgbClr val="1F4D3B"/>
                </a:solidFill>
                <a:latin typeface="Arial"/>
                <a:ea typeface="Arial"/>
                <a:cs typeface="Arial"/>
              </a:defRPr>
            </a:lvl6pPr>
            <a:lvl7pPr>
              <a:defRPr sz="1650" b="1">
                <a:solidFill>
                  <a:srgbClr val="1F4D3B"/>
                </a:solidFill>
                <a:latin typeface="Arial"/>
                <a:ea typeface="Arial"/>
                <a:cs typeface="Arial"/>
              </a:defRPr>
            </a:lvl7pPr>
            <a:lvl8pPr>
              <a:defRPr sz="1650" b="1">
                <a:solidFill>
                  <a:srgbClr val="1F4D3B"/>
                </a:solidFill>
                <a:latin typeface="Arial"/>
                <a:ea typeface="Arial"/>
                <a:cs typeface="Arial"/>
              </a:defRPr>
            </a:lvl8pPr>
            <a:lvl9pPr>
              <a:defRPr sz="1650" b="1">
                <a:solidFill>
                  <a:srgbClr val="1F4D3B"/>
                </a:solidFill>
                <a:latin typeface="Arial"/>
                <a:ea typeface="Arial"/>
                <a:cs typeface="Arial"/>
              </a:defRPr>
            </a:lvl9pPr>
          </a:lstStyle>
          <a:p xmlns:a="http://schemas.openxmlformats.org/drawingml/2006/main">
            <a:pPr>
              <a:defRPr sz="1650" b="1">
                <a:solidFill>
                  <a:srgbClr val="1F4D3B"/>
                </a:solidFill>
                <a:latin typeface="Arial"/>
                <a:ea typeface="Arial"/>
                <a:cs typeface="Arial"/>
              </a:defRPr>
            </a:pPr>
            <a:r>
              <a:rPr sz="1650" b="1">
                <a:solidFill>
                  <a:srgbClr val="1F4D3B"/>
                </a:solidFill>
                <a:latin typeface="Arial"/>
                <a:ea typeface="Arial"/>
                <a:cs typeface="Arial"/>
              </a:rPr>
              <a:t>EXPRESS API</a:t>
            </a:r>
          </a:p>
        </p:txBody>
      </p:sp>
      <p:sp>
        <p:nvSpPr>
          <p:cNvPr id="11" name="entity-fields-EXPRESS API">
            <a:extLst xmlns:a="http://schemas.openxmlformats.org/drawingml/2006/main">
              <a:ext uri="{FF2B5EF4-FFF2-40B4-BE49-F238E27FC236}">
                <a16:creationId xmlns:a16="http://schemas.microsoft.com/office/drawing/2014/main" id="{F74A40E4-7C12-48BB-A606-C37996FFB9A6}"/>
              </a:ext>
            </a:extLst>
          </p:cNvPr>
          <p:cNvSpPr>
            <a:spLocks xmlns:a="http://schemas.openxmlformats.org/drawingml/2006/main" noGrp="1"/>
          </p:cNvSpPr>
          <p:nvPr/>
        </p:nvSpPr>
        <p:spPr>
          <a:xfrm xmlns:a="http://schemas.openxmlformats.org/drawingml/2006/main">
            <a:off x="4743450" y="2438400"/>
            <a:ext cx="27051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243B2D"/>
                </a:solidFill>
                <a:latin typeface="Arial"/>
                <a:ea typeface="Arial"/>
                <a:cs typeface="Arial"/>
              </a:defRPr>
            </a:defPPr>
            <a:lvl1pPr>
              <a:defRPr sz="1500" b="0">
                <a:solidFill>
                  <a:srgbClr val="243B2D"/>
                </a:solidFill>
                <a:latin typeface="Arial"/>
                <a:ea typeface="Arial"/>
                <a:cs typeface="Arial"/>
              </a:defRPr>
            </a:lvl1pPr>
            <a:lvl2pPr>
              <a:defRPr sz="1500" b="0">
                <a:solidFill>
                  <a:srgbClr val="243B2D"/>
                </a:solidFill>
                <a:latin typeface="Arial"/>
                <a:ea typeface="Arial"/>
                <a:cs typeface="Arial"/>
              </a:defRPr>
            </a:lvl2pPr>
            <a:lvl3pPr>
              <a:defRPr sz="1500" b="0">
                <a:solidFill>
                  <a:srgbClr val="243B2D"/>
                </a:solidFill>
                <a:latin typeface="Arial"/>
                <a:ea typeface="Arial"/>
                <a:cs typeface="Arial"/>
              </a:defRPr>
            </a:lvl3pPr>
            <a:lvl4pPr>
              <a:defRPr sz="1500" b="0">
                <a:solidFill>
                  <a:srgbClr val="243B2D"/>
                </a:solidFill>
                <a:latin typeface="Arial"/>
                <a:ea typeface="Arial"/>
                <a:cs typeface="Arial"/>
              </a:defRPr>
            </a:lvl4pPr>
            <a:lvl5pPr>
              <a:defRPr sz="1500" b="0">
                <a:solidFill>
                  <a:srgbClr val="243B2D"/>
                </a:solidFill>
                <a:latin typeface="Arial"/>
                <a:ea typeface="Arial"/>
                <a:cs typeface="Arial"/>
              </a:defRPr>
            </a:lvl5pPr>
            <a:lvl6pPr>
              <a:defRPr sz="1500" b="0">
                <a:solidFill>
                  <a:srgbClr val="243B2D"/>
                </a:solidFill>
                <a:latin typeface="Arial"/>
                <a:ea typeface="Arial"/>
                <a:cs typeface="Arial"/>
              </a:defRPr>
            </a:lvl6pPr>
            <a:lvl7pPr>
              <a:defRPr sz="1500" b="0">
                <a:solidFill>
                  <a:srgbClr val="243B2D"/>
                </a:solidFill>
                <a:latin typeface="Arial"/>
                <a:ea typeface="Arial"/>
                <a:cs typeface="Arial"/>
              </a:defRPr>
            </a:lvl7pPr>
            <a:lvl8pPr>
              <a:defRPr sz="1500" b="0">
                <a:solidFill>
                  <a:srgbClr val="243B2D"/>
                </a:solidFill>
                <a:latin typeface="Arial"/>
                <a:ea typeface="Arial"/>
                <a:cs typeface="Arial"/>
              </a:defRPr>
            </a:lvl8pPr>
            <a:lvl9pPr>
              <a:defRPr sz="1500" b="0">
                <a:solidFill>
                  <a:srgbClr val="243B2D"/>
                </a:solidFill>
                <a:latin typeface="Arial"/>
                <a:ea typeface="Arial"/>
                <a:cs typeface="Arial"/>
              </a:defRPr>
            </a:lvl9pPr>
          </a:lstStyle>
          <a:p xmlns:a="http://schemas.openxmlformats.org/drawingml/2006/main">
            <a:pPr>
              <a:defRPr sz="1500" b="0">
                <a:solidFill>
                  <a:srgbClr val="243B2D"/>
                </a:solidFill>
                <a:latin typeface="Arial"/>
                <a:ea typeface="Arial"/>
                <a:cs typeface="Arial"/>
              </a:defRPr>
            </a:pPr>
            <a:r>
              <a:rPr sz="1500" b="0">
                <a:solidFill>
                  <a:srgbClr val="243B2D"/>
                </a:solidFill>
                <a:latin typeface="Arial"/>
                <a:ea typeface="Arial"/>
                <a:cs typeface="Arial"/>
              </a:rPr>
              <a:t>JWT, validation, parameterized SQL</a:t>
            </a:r>
          </a:p>
        </p:txBody>
      </p:sp>
      <p:sp>
        <p:nvSpPr>
          <p:cNvPr id="12" name="entity-MYSQL 8.4">
            <a:extLst xmlns:a="http://schemas.openxmlformats.org/drawingml/2006/main">
              <a:ext uri="{FF2B5EF4-FFF2-40B4-BE49-F238E27FC236}">
                <a16:creationId xmlns:a16="http://schemas.microsoft.com/office/drawing/2014/main" id="{93734014-35C2-46AE-9A6F-46088FF13664}"/>
              </a:ext>
            </a:extLst>
          </p:cNvPr>
          <p:cNvSpPr>
            <a:spLocks xmlns:a="http://schemas.openxmlformats.org/drawingml/2006/main" noGrp="1"/>
          </p:cNvSpPr>
          <p:nvPr/>
        </p:nvSpPr>
        <p:spPr>
          <a:xfrm xmlns:a="http://schemas.openxmlformats.org/drawingml/2006/main">
            <a:off x="8620125" y="1981200"/>
            <a:ext cx="2952750" cy="1095375"/>
          </a:xfrm>
          <a:prstGeom xmlns:a="http://schemas.openxmlformats.org/drawingml/2006/main" prst="rect">
            <a:avLst/>
          </a:prstGeom>
          <a:solidFill xmlns:a="http://schemas.openxmlformats.org/drawingml/2006/main">
            <a:srgbClr val="FFFFFF"/>
          </a:solidFill>
          <a:ln xmlns:a="http://schemas.openxmlformats.org/drawingml/2006/main" w="14288">
            <a:solidFill>
              <a:srgbClr val="72916C"/>
            </a:solidFill>
          </a:ln>
        </p:spPr>
      </p:sp>
      <p:sp>
        <p:nvSpPr>
          <p:cNvPr id="13" name="entity-name-MYSQL 8.4">
            <a:extLst xmlns:a="http://schemas.openxmlformats.org/drawingml/2006/main">
              <a:ext uri="{FF2B5EF4-FFF2-40B4-BE49-F238E27FC236}">
                <a16:creationId xmlns:a16="http://schemas.microsoft.com/office/drawing/2014/main" id="{075C060F-DF02-4D7D-8628-6FDE1B8A62B5}"/>
              </a:ext>
            </a:extLst>
          </p:cNvPr>
          <p:cNvSpPr>
            <a:spLocks xmlns:a="http://schemas.openxmlformats.org/drawingml/2006/main" noGrp="1"/>
          </p:cNvSpPr>
          <p:nvPr/>
        </p:nvSpPr>
        <p:spPr>
          <a:xfrm xmlns:a="http://schemas.openxmlformats.org/drawingml/2006/main">
            <a:off x="8743950" y="2076450"/>
            <a:ext cx="2705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1">
                <a:solidFill>
                  <a:srgbClr val="1F4D3B"/>
                </a:solidFill>
                <a:latin typeface="Arial"/>
                <a:ea typeface="Arial"/>
                <a:cs typeface="Arial"/>
              </a:defRPr>
            </a:defPPr>
            <a:lvl1pPr>
              <a:defRPr sz="1650" b="1">
                <a:solidFill>
                  <a:srgbClr val="1F4D3B"/>
                </a:solidFill>
                <a:latin typeface="Arial"/>
                <a:ea typeface="Arial"/>
                <a:cs typeface="Arial"/>
              </a:defRPr>
            </a:lvl1pPr>
            <a:lvl2pPr>
              <a:defRPr sz="1650" b="1">
                <a:solidFill>
                  <a:srgbClr val="1F4D3B"/>
                </a:solidFill>
                <a:latin typeface="Arial"/>
                <a:ea typeface="Arial"/>
                <a:cs typeface="Arial"/>
              </a:defRPr>
            </a:lvl2pPr>
            <a:lvl3pPr>
              <a:defRPr sz="1650" b="1">
                <a:solidFill>
                  <a:srgbClr val="1F4D3B"/>
                </a:solidFill>
                <a:latin typeface="Arial"/>
                <a:ea typeface="Arial"/>
                <a:cs typeface="Arial"/>
              </a:defRPr>
            </a:lvl3pPr>
            <a:lvl4pPr>
              <a:defRPr sz="1650" b="1">
                <a:solidFill>
                  <a:srgbClr val="1F4D3B"/>
                </a:solidFill>
                <a:latin typeface="Arial"/>
                <a:ea typeface="Arial"/>
                <a:cs typeface="Arial"/>
              </a:defRPr>
            </a:lvl4pPr>
            <a:lvl5pPr>
              <a:defRPr sz="1650" b="1">
                <a:solidFill>
                  <a:srgbClr val="1F4D3B"/>
                </a:solidFill>
                <a:latin typeface="Arial"/>
                <a:ea typeface="Arial"/>
                <a:cs typeface="Arial"/>
              </a:defRPr>
            </a:lvl5pPr>
            <a:lvl6pPr>
              <a:defRPr sz="1650" b="1">
                <a:solidFill>
                  <a:srgbClr val="1F4D3B"/>
                </a:solidFill>
                <a:latin typeface="Arial"/>
                <a:ea typeface="Arial"/>
                <a:cs typeface="Arial"/>
              </a:defRPr>
            </a:lvl6pPr>
            <a:lvl7pPr>
              <a:defRPr sz="1650" b="1">
                <a:solidFill>
                  <a:srgbClr val="1F4D3B"/>
                </a:solidFill>
                <a:latin typeface="Arial"/>
                <a:ea typeface="Arial"/>
                <a:cs typeface="Arial"/>
              </a:defRPr>
            </a:lvl7pPr>
            <a:lvl8pPr>
              <a:defRPr sz="1650" b="1">
                <a:solidFill>
                  <a:srgbClr val="1F4D3B"/>
                </a:solidFill>
                <a:latin typeface="Arial"/>
                <a:ea typeface="Arial"/>
                <a:cs typeface="Arial"/>
              </a:defRPr>
            </a:lvl8pPr>
            <a:lvl9pPr>
              <a:defRPr sz="1650" b="1">
                <a:solidFill>
                  <a:srgbClr val="1F4D3B"/>
                </a:solidFill>
                <a:latin typeface="Arial"/>
                <a:ea typeface="Arial"/>
                <a:cs typeface="Arial"/>
              </a:defRPr>
            </a:lvl9pPr>
          </a:lstStyle>
          <a:p xmlns:a="http://schemas.openxmlformats.org/drawingml/2006/main">
            <a:pPr>
              <a:defRPr sz="1650" b="1">
                <a:solidFill>
                  <a:srgbClr val="1F4D3B"/>
                </a:solidFill>
                <a:latin typeface="Arial"/>
                <a:ea typeface="Arial"/>
                <a:cs typeface="Arial"/>
              </a:defRPr>
            </a:pPr>
            <a:r>
              <a:rPr sz="1650" b="1">
                <a:solidFill>
                  <a:srgbClr val="1F4D3B"/>
                </a:solidFill>
                <a:latin typeface="Arial"/>
                <a:ea typeface="Arial"/>
                <a:cs typeface="Arial"/>
              </a:rPr>
              <a:t>MYSQL 8.4</a:t>
            </a:r>
          </a:p>
        </p:txBody>
      </p:sp>
      <p:sp>
        <p:nvSpPr>
          <p:cNvPr id="14" name="entity-fields-MYSQL 8.4">
            <a:extLst xmlns:a="http://schemas.openxmlformats.org/drawingml/2006/main">
              <a:ext uri="{FF2B5EF4-FFF2-40B4-BE49-F238E27FC236}">
                <a16:creationId xmlns:a16="http://schemas.microsoft.com/office/drawing/2014/main" id="{F1D44F21-6CC8-4F0D-863B-75D1DE1E0BB5}"/>
              </a:ext>
            </a:extLst>
          </p:cNvPr>
          <p:cNvSpPr>
            <a:spLocks xmlns:a="http://schemas.openxmlformats.org/drawingml/2006/main" noGrp="1"/>
          </p:cNvSpPr>
          <p:nvPr/>
        </p:nvSpPr>
        <p:spPr>
          <a:xfrm xmlns:a="http://schemas.openxmlformats.org/drawingml/2006/main">
            <a:off x="8743950" y="2438400"/>
            <a:ext cx="27051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243B2D"/>
                </a:solidFill>
                <a:latin typeface="Arial"/>
                <a:ea typeface="Arial"/>
                <a:cs typeface="Arial"/>
              </a:defRPr>
            </a:defPPr>
            <a:lvl1pPr>
              <a:defRPr sz="1500" b="0">
                <a:solidFill>
                  <a:srgbClr val="243B2D"/>
                </a:solidFill>
                <a:latin typeface="Arial"/>
                <a:ea typeface="Arial"/>
                <a:cs typeface="Arial"/>
              </a:defRPr>
            </a:lvl1pPr>
            <a:lvl2pPr>
              <a:defRPr sz="1500" b="0">
                <a:solidFill>
                  <a:srgbClr val="243B2D"/>
                </a:solidFill>
                <a:latin typeface="Arial"/>
                <a:ea typeface="Arial"/>
                <a:cs typeface="Arial"/>
              </a:defRPr>
            </a:lvl2pPr>
            <a:lvl3pPr>
              <a:defRPr sz="1500" b="0">
                <a:solidFill>
                  <a:srgbClr val="243B2D"/>
                </a:solidFill>
                <a:latin typeface="Arial"/>
                <a:ea typeface="Arial"/>
                <a:cs typeface="Arial"/>
              </a:defRPr>
            </a:lvl3pPr>
            <a:lvl4pPr>
              <a:defRPr sz="1500" b="0">
                <a:solidFill>
                  <a:srgbClr val="243B2D"/>
                </a:solidFill>
                <a:latin typeface="Arial"/>
                <a:ea typeface="Arial"/>
                <a:cs typeface="Arial"/>
              </a:defRPr>
            </a:lvl4pPr>
            <a:lvl5pPr>
              <a:defRPr sz="1500" b="0">
                <a:solidFill>
                  <a:srgbClr val="243B2D"/>
                </a:solidFill>
                <a:latin typeface="Arial"/>
                <a:ea typeface="Arial"/>
                <a:cs typeface="Arial"/>
              </a:defRPr>
            </a:lvl5pPr>
            <a:lvl6pPr>
              <a:defRPr sz="1500" b="0">
                <a:solidFill>
                  <a:srgbClr val="243B2D"/>
                </a:solidFill>
                <a:latin typeface="Arial"/>
                <a:ea typeface="Arial"/>
                <a:cs typeface="Arial"/>
              </a:defRPr>
            </a:lvl6pPr>
            <a:lvl7pPr>
              <a:defRPr sz="1500" b="0">
                <a:solidFill>
                  <a:srgbClr val="243B2D"/>
                </a:solidFill>
                <a:latin typeface="Arial"/>
                <a:ea typeface="Arial"/>
                <a:cs typeface="Arial"/>
              </a:defRPr>
            </a:lvl7pPr>
            <a:lvl8pPr>
              <a:defRPr sz="1500" b="0">
                <a:solidFill>
                  <a:srgbClr val="243B2D"/>
                </a:solidFill>
                <a:latin typeface="Arial"/>
                <a:ea typeface="Arial"/>
                <a:cs typeface="Arial"/>
              </a:defRPr>
            </a:lvl8pPr>
            <a:lvl9pPr>
              <a:defRPr sz="1500" b="0">
                <a:solidFill>
                  <a:srgbClr val="243B2D"/>
                </a:solidFill>
                <a:latin typeface="Arial"/>
                <a:ea typeface="Arial"/>
                <a:cs typeface="Arial"/>
              </a:defRPr>
            </a:lvl9pPr>
          </a:lstStyle>
          <a:p xmlns:a="http://schemas.openxmlformats.org/drawingml/2006/main">
            <a:pPr>
              <a:defRPr sz="1500" b="0">
                <a:solidFill>
                  <a:srgbClr val="243B2D"/>
                </a:solidFill>
                <a:latin typeface="Arial"/>
                <a:ea typeface="Arial"/>
                <a:cs typeface="Arial"/>
              </a:defRPr>
            </a:pPr>
            <a:r>
              <a:rPr sz="1500" b="0">
                <a:solidFill>
                  <a:srgbClr val="243B2D"/>
                </a:solidFill>
                <a:latin typeface="Arial"/>
                <a:ea typeface="Arial"/>
                <a:cs typeface="Arial"/>
              </a:rPr>
              <a:t>Tables, views and routines</a:t>
            </a:r>
          </a:p>
        </p:txBody>
      </p:sp>
      <p:cxnSp>
        <p:nvCxnSpPr>
          <p:cNvPr id="15" name="">
            <a:extLst xmlns:a="http://schemas.openxmlformats.org/drawingml/2006/main">
              <a:ext uri="{FF2B5EF4-FFF2-40B4-BE49-F238E27FC236}">
                <a16:creationId xmlns:a16="http://schemas.microsoft.com/office/drawing/2014/main" id="{91F34F8C-815E-4647-9C5E-86008633AE8F}"/>
              </a:ext>
            </a:extLst>
          </p:cNvPr>
          <p:cNvCxnSpPr/>
          <p:nvPr/>
        </p:nvCxnSpPr>
        <p:spPr>
          <a:xfrm xmlns:a="http://schemas.openxmlformats.org/drawingml/2006/main" flipH="0" flipV="0">
            <a:off x="3571875" y="2524125"/>
            <a:ext cx="1047750" cy="0"/>
          </a:xfrm>
          <a:prstGeom xmlns:a="http://schemas.openxmlformats.org/drawingml/2006/main" prst="straightConnector1">
            <a:avLst/>
          </a:prstGeom>
          <a:ln xmlns:a="http://schemas.openxmlformats.org/drawingml/2006/main" w="19050">
            <a:solidFill>
              <a:srgbClr val="789272"/>
            </a:solidFill>
            <a:tailEnd type="arrow" w="med" len="med"/>
          </a:ln>
        </p:spPr>
      </p:cxnSp>
      <p:sp>
        <p:nvSpPr>
          <p:cNvPr id="16" name="text">
            <a:extLst xmlns:a="http://schemas.openxmlformats.org/drawingml/2006/main">
              <a:ext uri="{FF2B5EF4-FFF2-40B4-BE49-F238E27FC236}">
                <a16:creationId xmlns:a16="http://schemas.microsoft.com/office/drawing/2014/main" id="{16C23357-BBA7-4E24-BD18-9C0D566D31DF}"/>
              </a:ext>
            </a:extLst>
          </p:cNvPr>
          <p:cNvSpPr>
            <a:spLocks xmlns:a="http://schemas.openxmlformats.org/drawingml/2006/main" noGrp="1"/>
          </p:cNvSpPr>
          <p:nvPr/>
        </p:nvSpPr>
        <p:spPr>
          <a:xfrm xmlns:a="http://schemas.openxmlformats.org/drawingml/2006/main">
            <a:off x="3657600" y="2143125"/>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1">
                <a:solidFill>
                  <a:srgbClr val="60735E"/>
                </a:solidFill>
                <a:latin typeface="Arial"/>
                <a:ea typeface="Arial"/>
                <a:cs typeface="Arial"/>
              </a:defRPr>
            </a:defPPr>
            <a:lvl1pPr>
              <a:defRPr sz="1350" b="1">
                <a:solidFill>
                  <a:srgbClr val="60735E"/>
                </a:solidFill>
                <a:latin typeface="Arial"/>
                <a:ea typeface="Arial"/>
                <a:cs typeface="Arial"/>
              </a:defRPr>
            </a:lvl1pPr>
            <a:lvl2pPr>
              <a:defRPr sz="1350" b="1">
                <a:solidFill>
                  <a:srgbClr val="60735E"/>
                </a:solidFill>
                <a:latin typeface="Arial"/>
                <a:ea typeface="Arial"/>
                <a:cs typeface="Arial"/>
              </a:defRPr>
            </a:lvl2pPr>
            <a:lvl3pPr>
              <a:defRPr sz="1350" b="1">
                <a:solidFill>
                  <a:srgbClr val="60735E"/>
                </a:solidFill>
                <a:latin typeface="Arial"/>
                <a:ea typeface="Arial"/>
                <a:cs typeface="Arial"/>
              </a:defRPr>
            </a:lvl3pPr>
            <a:lvl4pPr>
              <a:defRPr sz="1350" b="1">
                <a:solidFill>
                  <a:srgbClr val="60735E"/>
                </a:solidFill>
                <a:latin typeface="Arial"/>
                <a:ea typeface="Arial"/>
                <a:cs typeface="Arial"/>
              </a:defRPr>
            </a:lvl4pPr>
            <a:lvl5pPr>
              <a:defRPr sz="1350" b="1">
                <a:solidFill>
                  <a:srgbClr val="60735E"/>
                </a:solidFill>
                <a:latin typeface="Arial"/>
                <a:ea typeface="Arial"/>
                <a:cs typeface="Arial"/>
              </a:defRPr>
            </a:lvl5pPr>
            <a:lvl6pPr>
              <a:defRPr sz="1350" b="1">
                <a:solidFill>
                  <a:srgbClr val="60735E"/>
                </a:solidFill>
                <a:latin typeface="Arial"/>
                <a:ea typeface="Arial"/>
                <a:cs typeface="Arial"/>
              </a:defRPr>
            </a:lvl6pPr>
            <a:lvl7pPr>
              <a:defRPr sz="1350" b="1">
                <a:solidFill>
                  <a:srgbClr val="60735E"/>
                </a:solidFill>
                <a:latin typeface="Arial"/>
                <a:ea typeface="Arial"/>
                <a:cs typeface="Arial"/>
              </a:defRPr>
            </a:lvl7pPr>
            <a:lvl8pPr>
              <a:defRPr sz="1350" b="1">
                <a:solidFill>
                  <a:srgbClr val="60735E"/>
                </a:solidFill>
                <a:latin typeface="Arial"/>
                <a:ea typeface="Arial"/>
                <a:cs typeface="Arial"/>
              </a:defRPr>
            </a:lvl8pPr>
            <a:lvl9pPr>
              <a:defRPr sz="1350" b="1">
                <a:solidFill>
                  <a:srgbClr val="60735E"/>
                </a:solidFill>
                <a:latin typeface="Arial"/>
                <a:ea typeface="Arial"/>
                <a:cs typeface="Arial"/>
              </a:defRPr>
            </a:lvl9pPr>
          </a:lstStyle>
          <a:p xmlns:a="http://schemas.openxmlformats.org/drawingml/2006/main">
            <a:pPr>
              <a:defRPr sz="1350" b="1">
                <a:solidFill>
                  <a:srgbClr val="60735E"/>
                </a:solidFill>
                <a:latin typeface="Arial"/>
                <a:ea typeface="Arial"/>
                <a:cs typeface="Arial"/>
              </a:defRPr>
            </a:pPr>
            <a:r>
              <a:rPr sz="1350" b="1">
                <a:solidFill>
                  <a:srgbClr val="60735E"/>
                </a:solidFill>
                <a:latin typeface="Arial"/>
                <a:ea typeface="Arial"/>
                <a:cs typeface="Arial"/>
              </a:rPr>
              <a:t>REST API</a:t>
            </a:r>
          </a:p>
        </p:txBody>
      </p:sp>
      <p:cxnSp>
        <p:nvCxnSpPr>
          <p:cNvPr id="17" name="">
            <a:extLst xmlns:a="http://schemas.openxmlformats.org/drawingml/2006/main">
              <a:ext uri="{FF2B5EF4-FFF2-40B4-BE49-F238E27FC236}">
                <a16:creationId xmlns:a16="http://schemas.microsoft.com/office/drawing/2014/main" id="{2431E0AD-497D-49B0-BD24-5A9AD38790EE}"/>
              </a:ext>
            </a:extLst>
          </p:cNvPr>
          <p:cNvCxnSpPr/>
          <p:nvPr/>
        </p:nvCxnSpPr>
        <p:spPr>
          <a:xfrm xmlns:a="http://schemas.openxmlformats.org/drawingml/2006/main" flipH="0" flipV="0">
            <a:off x="7572375" y="2524125"/>
            <a:ext cx="1047750" cy="0"/>
          </a:xfrm>
          <a:prstGeom xmlns:a="http://schemas.openxmlformats.org/drawingml/2006/main" prst="straightConnector1">
            <a:avLst/>
          </a:prstGeom>
          <a:ln xmlns:a="http://schemas.openxmlformats.org/drawingml/2006/main" w="19050">
            <a:solidFill>
              <a:srgbClr val="789272"/>
            </a:solidFill>
            <a:tailEnd type="arrow" w="med" len="med"/>
          </a:ln>
        </p:spPr>
      </p:cxnSp>
      <p:sp>
        <p:nvSpPr>
          <p:cNvPr id="18" name="text">
            <a:extLst xmlns:a="http://schemas.openxmlformats.org/drawingml/2006/main">
              <a:ext uri="{FF2B5EF4-FFF2-40B4-BE49-F238E27FC236}">
                <a16:creationId xmlns:a16="http://schemas.microsoft.com/office/drawing/2014/main" id="{A0800C1E-70CE-49A3-ABF1-847A1DEF2B32}"/>
              </a:ext>
            </a:extLst>
          </p:cNvPr>
          <p:cNvSpPr>
            <a:spLocks xmlns:a="http://schemas.openxmlformats.org/drawingml/2006/main" noGrp="1"/>
          </p:cNvSpPr>
          <p:nvPr/>
        </p:nvSpPr>
        <p:spPr>
          <a:xfrm xmlns:a="http://schemas.openxmlformats.org/drawingml/2006/main">
            <a:off x="7715250" y="2143125"/>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1">
                <a:solidFill>
                  <a:srgbClr val="60735E"/>
                </a:solidFill>
                <a:latin typeface="Arial"/>
                <a:ea typeface="Arial"/>
                <a:cs typeface="Arial"/>
              </a:defRPr>
            </a:defPPr>
            <a:lvl1pPr>
              <a:defRPr sz="1350" b="1">
                <a:solidFill>
                  <a:srgbClr val="60735E"/>
                </a:solidFill>
                <a:latin typeface="Arial"/>
                <a:ea typeface="Arial"/>
                <a:cs typeface="Arial"/>
              </a:defRPr>
            </a:lvl1pPr>
            <a:lvl2pPr>
              <a:defRPr sz="1350" b="1">
                <a:solidFill>
                  <a:srgbClr val="60735E"/>
                </a:solidFill>
                <a:latin typeface="Arial"/>
                <a:ea typeface="Arial"/>
                <a:cs typeface="Arial"/>
              </a:defRPr>
            </a:lvl2pPr>
            <a:lvl3pPr>
              <a:defRPr sz="1350" b="1">
                <a:solidFill>
                  <a:srgbClr val="60735E"/>
                </a:solidFill>
                <a:latin typeface="Arial"/>
                <a:ea typeface="Arial"/>
                <a:cs typeface="Arial"/>
              </a:defRPr>
            </a:lvl3pPr>
            <a:lvl4pPr>
              <a:defRPr sz="1350" b="1">
                <a:solidFill>
                  <a:srgbClr val="60735E"/>
                </a:solidFill>
                <a:latin typeface="Arial"/>
                <a:ea typeface="Arial"/>
                <a:cs typeface="Arial"/>
              </a:defRPr>
            </a:lvl4pPr>
            <a:lvl5pPr>
              <a:defRPr sz="1350" b="1">
                <a:solidFill>
                  <a:srgbClr val="60735E"/>
                </a:solidFill>
                <a:latin typeface="Arial"/>
                <a:ea typeface="Arial"/>
                <a:cs typeface="Arial"/>
              </a:defRPr>
            </a:lvl5pPr>
            <a:lvl6pPr>
              <a:defRPr sz="1350" b="1">
                <a:solidFill>
                  <a:srgbClr val="60735E"/>
                </a:solidFill>
                <a:latin typeface="Arial"/>
                <a:ea typeface="Arial"/>
                <a:cs typeface="Arial"/>
              </a:defRPr>
            </a:lvl6pPr>
            <a:lvl7pPr>
              <a:defRPr sz="1350" b="1">
                <a:solidFill>
                  <a:srgbClr val="60735E"/>
                </a:solidFill>
                <a:latin typeface="Arial"/>
                <a:ea typeface="Arial"/>
                <a:cs typeface="Arial"/>
              </a:defRPr>
            </a:lvl7pPr>
            <a:lvl8pPr>
              <a:defRPr sz="1350" b="1">
                <a:solidFill>
                  <a:srgbClr val="60735E"/>
                </a:solidFill>
                <a:latin typeface="Arial"/>
                <a:ea typeface="Arial"/>
                <a:cs typeface="Arial"/>
              </a:defRPr>
            </a:lvl8pPr>
            <a:lvl9pPr>
              <a:defRPr sz="1350" b="1">
                <a:solidFill>
                  <a:srgbClr val="60735E"/>
                </a:solidFill>
                <a:latin typeface="Arial"/>
                <a:ea typeface="Arial"/>
                <a:cs typeface="Arial"/>
              </a:defRPr>
            </a:lvl9pPr>
          </a:lstStyle>
          <a:p xmlns:a="http://schemas.openxmlformats.org/drawingml/2006/main">
            <a:pPr>
              <a:defRPr sz="1350" b="1">
                <a:solidFill>
                  <a:srgbClr val="60735E"/>
                </a:solidFill>
                <a:latin typeface="Arial"/>
                <a:ea typeface="Arial"/>
                <a:cs typeface="Arial"/>
              </a:defRPr>
            </a:pPr>
            <a:r>
              <a:rPr sz="1350" b="1">
                <a:solidFill>
                  <a:srgbClr val="60735E"/>
                </a:solidFill>
                <a:latin typeface="Arial"/>
                <a:ea typeface="Arial"/>
                <a:cs typeface="Arial"/>
              </a:rPr>
              <a:t>mysql2</a:t>
            </a:r>
          </a:p>
        </p:txBody>
      </p:sp>
      <p:sp>
        <p:nvSpPr>
          <p:cNvPr id="19" name="text">
            <a:extLst xmlns:a="http://schemas.openxmlformats.org/drawingml/2006/main">
              <a:ext uri="{FF2B5EF4-FFF2-40B4-BE49-F238E27FC236}">
                <a16:creationId xmlns:a16="http://schemas.microsoft.com/office/drawing/2014/main" id="{431CBE52-504B-473E-8150-00FA84D77271}"/>
              </a:ext>
            </a:extLst>
          </p:cNvPr>
          <p:cNvSpPr>
            <a:spLocks xmlns:a="http://schemas.openxmlformats.org/drawingml/2006/main" noGrp="1"/>
          </p:cNvSpPr>
          <p:nvPr/>
        </p:nvSpPr>
        <p:spPr>
          <a:xfrm xmlns:a="http://schemas.openxmlformats.org/drawingml/2006/main">
            <a:off x="628650" y="355282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1F4D3B"/>
                </a:solidFill>
                <a:latin typeface="Arial"/>
                <a:ea typeface="Arial"/>
                <a:cs typeface="Arial"/>
              </a:defRPr>
            </a:defPPr>
            <a:lvl1pPr>
              <a:defRPr sz="2025" b="1">
                <a:solidFill>
                  <a:srgbClr val="1F4D3B"/>
                </a:solidFill>
                <a:latin typeface="Arial"/>
                <a:ea typeface="Arial"/>
                <a:cs typeface="Arial"/>
              </a:defRPr>
            </a:lvl1pPr>
            <a:lvl2pPr>
              <a:defRPr sz="2025" b="1">
                <a:solidFill>
                  <a:srgbClr val="1F4D3B"/>
                </a:solidFill>
                <a:latin typeface="Arial"/>
                <a:ea typeface="Arial"/>
                <a:cs typeface="Arial"/>
              </a:defRPr>
            </a:lvl2pPr>
            <a:lvl3pPr>
              <a:defRPr sz="2025" b="1">
                <a:solidFill>
                  <a:srgbClr val="1F4D3B"/>
                </a:solidFill>
                <a:latin typeface="Arial"/>
                <a:ea typeface="Arial"/>
                <a:cs typeface="Arial"/>
              </a:defRPr>
            </a:lvl3pPr>
            <a:lvl4pPr>
              <a:defRPr sz="2025" b="1">
                <a:solidFill>
                  <a:srgbClr val="1F4D3B"/>
                </a:solidFill>
                <a:latin typeface="Arial"/>
                <a:ea typeface="Arial"/>
                <a:cs typeface="Arial"/>
              </a:defRPr>
            </a:lvl4pPr>
            <a:lvl5pPr>
              <a:defRPr sz="2025" b="1">
                <a:solidFill>
                  <a:srgbClr val="1F4D3B"/>
                </a:solidFill>
                <a:latin typeface="Arial"/>
                <a:ea typeface="Arial"/>
                <a:cs typeface="Arial"/>
              </a:defRPr>
            </a:lvl5pPr>
            <a:lvl6pPr>
              <a:defRPr sz="2025" b="1">
                <a:solidFill>
                  <a:srgbClr val="1F4D3B"/>
                </a:solidFill>
                <a:latin typeface="Arial"/>
                <a:ea typeface="Arial"/>
                <a:cs typeface="Arial"/>
              </a:defRPr>
            </a:lvl6pPr>
            <a:lvl7pPr>
              <a:defRPr sz="2025" b="1">
                <a:solidFill>
                  <a:srgbClr val="1F4D3B"/>
                </a:solidFill>
                <a:latin typeface="Arial"/>
                <a:ea typeface="Arial"/>
                <a:cs typeface="Arial"/>
              </a:defRPr>
            </a:lvl7pPr>
            <a:lvl8pPr>
              <a:defRPr sz="2025" b="1">
                <a:solidFill>
                  <a:srgbClr val="1F4D3B"/>
                </a:solidFill>
                <a:latin typeface="Arial"/>
                <a:ea typeface="Arial"/>
                <a:cs typeface="Arial"/>
              </a:defRPr>
            </a:lvl8pPr>
            <a:lvl9pPr>
              <a:defRPr sz="2025" b="1">
                <a:solidFill>
                  <a:srgbClr val="1F4D3B"/>
                </a:solidFill>
                <a:latin typeface="Arial"/>
                <a:ea typeface="Arial"/>
                <a:cs typeface="Arial"/>
              </a:defRPr>
            </a:lvl9pPr>
          </a:lstStyle>
          <a:p xmlns:a="http://schemas.openxmlformats.org/drawingml/2006/main">
            <a:pPr>
              <a:defRPr sz="2025" b="1">
                <a:solidFill>
                  <a:srgbClr val="1F4D3B"/>
                </a:solidFill>
                <a:latin typeface="Arial"/>
                <a:ea typeface="Arial"/>
                <a:cs typeface="Arial"/>
              </a:defRPr>
            </a:pPr>
            <a:r>
              <a:rPr sz="2025" b="1">
                <a:solidFill>
                  <a:srgbClr val="1F4D3B"/>
                </a:solidFill>
                <a:latin typeface="Arial"/>
                <a:ea typeface="Arial"/>
                <a:cs typeface="Arial"/>
              </a:rPr>
              <a:t>Parameterized procedure call</a:t>
            </a:r>
          </a:p>
        </p:txBody>
      </p:sp>
      <p:sp>
        <p:nvSpPr>
          <p:cNvPr id="20" name="sql-example">
            <a:extLst xmlns:a="http://schemas.openxmlformats.org/drawingml/2006/main">
              <a:ext uri="{FF2B5EF4-FFF2-40B4-BE49-F238E27FC236}">
                <a16:creationId xmlns:a16="http://schemas.microsoft.com/office/drawing/2014/main" id="{980B1210-5B78-4909-A266-902A8E3CBC1A}"/>
              </a:ext>
            </a:extLst>
          </p:cNvPr>
          <p:cNvSpPr>
            <a:spLocks xmlns:a="http://schemas.openxmlformats.org/drawingml/2006/main" noGrp="1"/>
          </p:cNvSpPr>
          <p:nvPr/>
        </p:nvSpPr>
        <p:spPr>
          <a:xfrm xmlns:a="http://schemas.openxmlformats.org/drawingml/2006/main">
            <a:off x="628650" y="4076700"/>
            <a:ext cx="809625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1F4D3B"/>
                </a:solidFill>
                <a:latin typeface="Courier New"/>
                <a:ea typeface="Courier New"/>
                <a:cs typeface="Courier New"/>
              </a:defRPr>
            </a:defPPr>
            <a:lvl1pPr>
              <a:defRPr sz="1725" b="0">
                <a:solidFill>
                  <a:srgbClr val="1F4D3B"/>
                </a:solidFill>
                <a:latin typeface="Courier New"/>
                <a:ea typeface="Courier New"/>
                <a:cs typeface="Courier New"/>
              </a:defRPr>
            </a:lvl1pPr>
            <a:lvl2pPr>
              <a:defRPr sz="1725" b="0">
                <a:solidFill>
                  <a:srgbClr val="1F4D3B"/>
                </a:solidFill>
                <a:latin typeface="Courier New"/>
                <a:ea typeface="Courier New"/>
                <a:cs typeface="Courier New"/>
              </a:defRPr>
            </a:lvl2pPr>
            <a:lvl3pPr>
              <a:defRPr sz="1725" b="0">
                <a:solidFill>
                  <a:srgbClr val="1F4D3B"/>
                </a:solidFill>
                <a:latin typeface="Courier New"/>
                <a:ea typeface="Courier New"/>
                <a:cs typeface="Courier New"/>
              </a:defRPr>
            </a:lvl3pPr>
            <a:lvl4pPr>
              <a:defRPr sz="1725" b="0">
                <a:solidFill>
                  <a:srgbClr val="1F4D3B"/>
                </a:solidFill>
                <a:latin typeface="Courier New"/>
                <a:ea typeface="Courier New"/>
                <a:cs typeface="Courier New"/>
              </a:defRPr>
            </a:lvl4pPr>
            <a:lvl5pPr>
              <a:defRPr sz="1725" b="0">
                <a:solidFill>
                  <a:srgbClr val="1F4D3B"/>
                </a:solidFill>
                <a:latin typeface="Courier New"/>
                <a:ea typeface="Courier New"/>
                <a:cs typeface="Courier New"/>
              </a:defRPr>
            </a:lvl5pPr>
            <a:lvl6pPr>
              <a:defRPr sz="1725" b="0">
                <a:solidFill>
                  <a:srgbClr val="1F4D3B"/>
                </a:solidFill>
                <a:latin typeface="Courier New"/>
                <a:ea typeface="Courier New"/>
                <a:cs typeface="Courier New"/>
              </a:defRPr>
            </a:lvl6pPr>
            <a:lvl7pPr>
              <a:defRPr sz="1725" b="0">
                <a:solidFill>
                  <a:srgbClr val="1F4D3B"/>
                </a:solidFill>
                <a:latin typeface="Courier New"/>
                <a:ea typeface="Courier New"/>
                <a:cs typeface="Courier New"/>
              </a:defRPr>
            </a:lvl7pPr>
            <a:lvl8pPr>
              <a:defRPr sz="1725" b="0">
                <a:solidFill>
                  <a:srgbClr val="1F4D3B"/>
                </a:solidFill>
                <a:latin typeface="Courier New"/>
                <a:ea typeface="Courier New"/>
                <a:cs typeface="Courier New"/>
              </a:defRPr>
            </a:lvl8pPr>
            <a:lvl9pPr>
              <a:defRPr sz="1725" b="0">
                <a:solidFill>
                  <a:srgbClr val="1F4D3B"/>
                </a:solidFill>
                <a:latin typeface="Courier New"/>
                <a:ea typeface="Courier New"/>
                <a:cs typeface="Courier New"/>
              </a:defRPr>
            </a:lvl9pPr>
          </a:lstStyle>
          <a:p xmlns:a="http://schemas.openxmlformats.org/drawingml/2006/main">
            <a:pPr>
              <a:defRPr sz="1725" b="0">
                <a:solidFill>
                  <a:srgbClr val="1F4D3B"/>
                </a:solidFill>
                <a:latin typeface="Courier New"/>
                <a:ea typeface="Courier New"/>
                <a:cs typeface="Courier New"/>
              </a:defRPr>
            </a:pPr>
            <a:r>
              <a:rPr sz="1725" b="0">
                <a:solidFill>
                  <a:srgbClr val="1F4D3B"/>
                </a:solidFill>
                <a:latin typeface="Courier New"/>
                <a:ea typeface="Courier New"/>
                <a:cs typeface="Courier New"/>
              </a:rPr>
              <a:t>await conn.beginTransaction();</a:t>
            </a:r>
          </a:p>
          <a:p xmlns:a="http://schemas.openxmlformats.org/drawingml/2006/main">
            <a:pPr>
              <a:defRPr sz="1725" b="0">
                <a:solidFill>
                  <a:srgbClr val="1F4D3B"/>
                </a:solidFill>
                <a:latin typeface="Courier New"/>
                <a:ea typeface="Courier New"/>
                <a:cs typeface="Courier New"/>
              </a:defRPr>
            </a:pPr>
            <a:r>
              <a:rPr sz="1725" b="0">
                <a:solidFill>
                  <a:srgbClr val="1F4D3B"/>
                </a:solidFill>
                <a:latin typeface="Courier New"/>
                <a:ea typeface="Courier New"/>
                <a:cs typeface="Courier New"/>
              </a:rPr>
              <a:t>await conn.query(</a:t>
            </a:r>
          </a:p>
          <a:p xmlns:a="http://schemas.openxmlformats.org/drawingml/2006/main">
            <a:pPr>
              <a:defRPr sz="1725" b="0">
                <a:solidFill>
                  <a:srgbClr val="1F4D3B"/>
                </a:solidFill>
                <a:latin typeface="Courier New"/>
                <a:ea typeface="Courier New"/>
                <a:cs typeface="Courier New"/>
              </a:defRPr>
            </a:pPr>
            <a:r>
              <a:rPr sz="1725" b="0">
                <a:solidFill>
                  <a:srgbClr val="1F4D3B"/>
                </a:solidFill>
                <a:latin typeface="Courier New"/>
                <a:ea typeface="Courier New"/>
                <a:cs typeface="Courier New"/>
              </a:rPr>
              <a:t>  'CALL sp_allocate_room(?,?,?,?)',</a:t>
            </a:r>
          </a:p>
          <a:p xmlns:a="http://schemas.openxmlformats.org/drawingml/2006/main">
            <a:pPr>
              <a:defRPr sz="1725" b="0">
                <a:solidFill>
                  <a:srgbClr val="1F4D3B"/>
                </a:solidFill>
                <a:latin typeface="Courier New"/>
                <a:ea typeface="Courier New"/>
                <a:cs typeface="Courier New"/>
              </a:defRPr>
            </a:pPr>
            <a:r>
              <a:rPr sz="1725" b="0">
                <a:solidFill>
                  <a:srgbClr val="1F4D3B"/>
                </a:solidFill>
                <a:latin typeface="Courier New"/>
                <a:ea typeface="Courier New"/>
                <a:cs typeface="Courier New"/>
              </a:rPr>
              <a:t>  [studentId, roomId, academicYear, actorId]</a:t>
            </a:r>
          </a:p>
          <a:p xmlns:a="http://schemas.openxmlformats.org/drawingml/2006/main">
            <a:pPr>
              <a:defRPr sz="1725" b="0">
                <a:solidFill>
                  <a:srgbClr val="1F4D3B"/>
                </a:solidFill>
                <a:latin typeface="Courier New"/>
                <a:ea typeface="Courier New"/>
                <a:cs typeface="Courier New"/>
              </a:defRPr>
            </a:pPr>
            <a:r>
              <a:rPr sz="1725" b="0">
                <a:solidFill>
                  <a:srgbClr val="1F4D3B"/>
                </a:solidFill>
                <a:latin typeface="Courier New"/>
                <a:ea typeface="Courier New"/>
                <a:cs typeface="Courier New"/>
              </a:rPr>
              <a:t>);</a:t>
            </a:r>
          </a:p>
          <a:p xmlns:a="http://schemas.openxmlformats.org/drawingml/2006/main">
            <a:pPr>
              <a:defRPr sz="1725" b="0">
                <a:solidFill>
                  <a:srgbClr val="1F4D3B"/>
                </a:solidFill>
                <a:latin typeface="Courier New"/>
                <a:ea typeface="Courier New"/>
                <a:cs typeface="Courier New"/>
              </a:defRPr>
            </a:pPr>
            <a:r>
              <a:rPr sz="1725" b="0">
                <a:solidFill>
                  <a:srgbClr val="1F4D3B"/>
                </a:solidFill>
                <a:latin typeface="Courier New"/>
                <a:ea typeface="Courier New"/>
                <a:cs typeface="Courier New"/>
              </a:rPr>
              <a:t>await conn.commit();</a:t>
            </a:r>
          </a:p>
        </p:txBody>
      </p:sp>
      <p:sp>
        <p:nvSpPr>
          <p:cNvPr id="21" name="text">
            <a:extLst xmlns:a="http://schemas.openxmlformats.org/drawingml/2006/main">
              <a:ext uri="{FF2B5EF4-FFF2-40B4-BE49-F238E27FC236}">
                <a16:creationId xmlns:a16="http://schemas.microsoft.com/office/drawing/2014/main" id="{0CAD5CD3-84DD-4B7E-A770-2EE77E7268A0}"/>
              </a:ext>
            </a:extLst>
          </p:cNvPr>
          <p:cNvSpPr>
            <a:spLocks xmlns:a="http://schemas.openxmlformats.org/drawingml/2006/main" noGrp="1"/>
          </p:cNvSpPr>
          <p:nvPr/>
        </p:nvSpPr>
        <p:spPr>
          <a:xfrm xmlns:a="http://schemas.openxmlformats.org/drawingml/2006/main">
            <a:off x="8763000" y="4067175"/>
            <a:ext cx="280987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60735E"/>
                </a:solidFill>
                <a:latin typeface="Arial"/>
                <a:ea typeface="Arial"/>
                <a:cs typeface="Arial"/>
              </a:defRPr>
            </a:defPPr>
            <a:lvl1pPr>
              <a:defRPr sz="1800" b="0">
                <a:solidFill>
                  <a:srgbClr val="60735E"/>
                </a:solidFill>
                <a:latin typeface="Arial"/>
                <a:ea typeface="Arial"/>
                <a:cs typeface="Arial"/>
              </a:defRPr>
            </a:lvl1pPr>
            <a:lvl2pPr>
              <a:defRPr sz="1800" b="0">
                <a:solidFill>
                  <a:srgbClr val="60735E"/>
                </a:solidFill>
                <a:latin typeface="Arial"/>
                <a:ea typeface="Arial"/>
                <a:cs typeface="Arial"/>
              </a:defRPr>
            </a:lvl2pPr>
            <a:lvl3pPr>
              <a:defRPr sz="1800" b="0">
                <a:solidFill>
                  <a:srgbClr val="60735E"/>
                </a:solidFill>
                <a:latin typeface="Arial"/>
                <a:ea typeface="Arial"/>
                <a:cs typeface="Arial"/>
              </a:defRPr>
            </a:lvl3pPr>
            <a:lvl4pPr>
              <a:defRPr sz="1800" b="0">
                <a:solidFill>
                  <a:srgbClr val="60735E"/>
                </a:solidFill>
                <a:latin typeface="Arial"/>
                <a:ea typeface="Arial"/>
                <a:cs typeface="Arial"/>
              </a:defRPr>
            </a:lvl4pPr>
            <a:lvl5pPr>
              <a:defRPr sz="1800" b="0">
                <a:solidFill>
                  <a:srgbClr val="60735E"/>
                </a:solidFill>
                <a:latin typeface="Arial"/>
                <a:ea typeface="Arial"/>
                <a:cs typeface="Arial"/>
              </a:defRPr>
            </a:lvl5pPr>
            <a:lvl6pPr>
              <a:defRPr sz="1800" b="0">
                <a:solidFill>
                  <a:srgbClr val="60735E"/>
                </a:solidFill>
                <a:latin typeface="Arial"/>
                <a:ea typeface="Arial"/>
                <a:cs typeface="Arial"/>
              </a:defRPr>
            </a:lvl6pPr>
            <a:lvl7pPr>
              <a:defRPr sz="1800" b="0">
                <a:solidFill>
                  <a:srgbClr val="60735E"/>
                </a:solidFill>
                <a:latin typeface="Arial"/>
                <a:ea typeface="Arial"/>
                <a:cs typeface="Arial"/>
              </a:defRPr>
            </a:lvl7pPr>
            <a:lvl8pPr>
              <a:defRPr sz="1800" b="0">
                <a:solidFill>
                  <a:srgbClr val="60735E"/>
                </a:solidFill>
                <a:latin typeface="Arial"/>
                <a:ea typeface="Arial"/>
                <a:cs typeface="Arial"/>
              </a:defRPr>
            </a:lvl8pPr>
            <a:lvl9pPr>
              <a:defRPr sz="1800" b="0">
                <a:solidFill>
                  <a:srgbClr val="60735E"/>
                </a:solidFill>
                <a:latin typeface="Arial"/>
                <a:ea typeface="Arial"/>
                <a:cs typeface="Arial"/>
              </a:defRPr>
            </a:lvl9pPr>
          </a:lstStyle>
          <a:p xmlns:a="http://schemas.openxmlformats.org/drawingml/2006/main">
            <a:pPr>
              <a:defRPr sz="1800" b="0">
                <a:solidFill>
                  <a:srgbClr val="60735E"/>
                </a:solidFill>
                <a:latin typeface="Arial"/>
                <a:ea typeface="Arial"/>
                <a:cs typeface="Arial"/>
              </a:defRPr>
            </a:pPr>
            <a:r>
              <a:rPr sz="1800" b="0">
                <a:solidFill>
                  <a:srgbClr val="60735E"/>
                </a:solidFill>
                <a:latin typeface="Arial"/>
                <a:ea typeface="Arial"/>
                <a:cs typeface="Arial"/>
              </a:rPr>
              <a:t>Connection pool</a:t>
            </a:r>
          </a:p>
          <a:p xmlns:a="http://schemas.openxmlformats.org/drawingml/2006/main">
            <a:pPr>
              <a:defRPr sz="1800" b="0">
                <a:solidFill>
                  <a:srgbClr val="60735E"/>
                </a:solidFill>
                <a:latin typeface="Arial"/>
                <a:ea typeface="Arial"/>
                <a:cs typeface="Arial"/>
              </a:defRPr>
            </a:pPr>
            <a:r>
              <a:rPr sz="1800" b="0">
                <a:solidFill>
                  <a:srgbClr val="60735E"/>
                </a:solidFill>
                <a:latin typeface="Arial"/>
                <a:ea typeface="Arial"/>
                <a:cs typeface="Arial"/>
              </a:rPr>
              <a:t>Credentials in .env</a:t>
            </a:r>
          </a:p>
          <a:p xmlns:a="http://schemas.openxmlformats.org/drawingml/2006/main">
            <a:pPr>
              <a:defRPr sz="1800" b="0">
                <a:solidFill>
                  <a:srgbClr val="60735E"/>
                </a:solidFill>
                <a:latin typeface="Arial"/>
                <a:ea typeface="Arial"/>
                <a:cs typeface="Arial"/>
              </a:defRPr>
            </a:pPr>
            <a:r>
              <a:rPr sz="1800" b="0">
                <a:solidFill>
                  <a:srgbClr val="60735E"/>
                </a:solidFill>
                <a:latin typeface="Arial"/>
                <a:ea typeface="Arial"/>
                <a:cs typeface="Arial"/>
              </a:rPr>
              <a:t>Rollback on errors</a:t>
            </a:r>
          </a:p>
          <a:p xmlns:a="http://schemas.openxmlformats.org/drawingml/2006/main">
            <a:pPr>
              <a:defRPr sz="1800" b="0">
                <a:solidFill>
                  <a:srgbClr val="60735E"/>
                </a:solidFill>
                <a:latin typeface="Arial"/>
                <a:ea typeface="Arial"/>
                <a:cs typeface="Arial"/>
              </a:defRPr>
            </a:pPr>
            <a:r>
              <a:rPr sz="1800" b="0">
                <a:solidFill>
                  <a:srgbClr val="60735E"/>
                </a:solidFill>
                <a:latin typeface="Arial"/>
                <a:ea typeface="Arial"/>
                <a:cs typeface="Arial"/>
              </a:rPr>
              <a:t>Restricted app account</a:t>
            </a:r>
          </a:p>
        </p:txBody>
      </p:sp>
    </p:spTree>
    <p:extLst>
      <p:ext uri="{BB962C8B-B14F-4D97-AF65-F5344CB8AC3E}">
        <p14:creationId xmlns:p14="http://schemas.microsoft.com/office/powerpoint/2010/main" val="496125371"/>
      </p:ext>
    </p:extLst>
  </p:cSld>
</p:sld>
</file>

<file path=ppt/slides/slide17.xml><?xml version="1.0" encoding="utf-8"?>
<p:sld xmlns:p="http://schemas.openxmlformats.org/presentationml/2006/main">
  <p:cSld>
    <p:bg>
      <p:bgPr>
        <a:solidFill xmlns:a="http://schemas.openxmlformats.org/drawingml/2006/main">
          <a:srgbClr val="FAFBF7"/>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A6464516-CF68-4ECD-BF50-12BD893993F2}"/>
              </a:ext>
            </a:extLst>
          </p:cNvPr>
          <p:cNvSpPr>
            <a:spLocks xmlns:a="http://schemas.openxmlformats.org/drawingml/2006/main" noGrp="1"/>
          </p:cNvSpPr>
          <p:nvPr/>
        </p:nvSpPr>
        <p:spPr>
          <a:xfrm xmlns:a="http://schemas.openxmlformats.org/drawingml/2006/main">
            <a:off x="609600" y="4572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F4D3B"/>
                </a:solidFill>
                <a:latin typeface="Arial"/>
                <a:ea typeface="Arial"/>
                <a:cs typeface="Arial"/>
              </a:defRPr>
            </a:defPPr>
            <a:lvl1pPr>
              <a:defRPr sz="3300" b="1">
                <a:solidFill>
                  <a:srgbClr val="1F4D3B"/>
                </a:solidFill>
                <a:latin typeface="Arial"/>
                <a:ea typeface="Arial"/>
                <a:cs typeface="Arial"/>
              </a:defRPr>
            </a:lvl1pPr>
            <a:lvl2pPr>
              <a:defRPr sz="3300" b="1">
                <a:solidFill>
                  <a:srgbClr val="1F4D3B"/>
                </a:solidFill>
                <a:latin typeface="Arial"/>
                <a:ea typeface="Arial"/>
                <a:cs typeface="Arial"/>
              </a:defRPr>
            </a:lvl2pPr>
            <a:lvl3pPr>
              <a:defRPr sz="3300" b="1">
                <a:solidFill>
                  <a:srgbClr val="1F4D3B"/>
                </a:solidFill>
                <a:latin typeface="Arial"/>
                <a:ea typeface="Arial"/>
                <a:cs typeface="Arial"/>
              </a:defRPr>
            </a:lvl3pPr>
            <a:lvl4pPr>
              <a:defRPr sz="3300" b="1">
                <a:solidFill>
                  <a:srgbClr val="1F4D3B"/>
                </a:solidFill>
                <a:latin typeface="Arial"/>
                <a:ea typeface="Arial"/>
                <a:cs typeface="Arial"/>
              </a:defRPr>
            </a:lvl4pPr>
            <a:lvl5pPr>
              <a:defRPr sz="3300" b="1">
                <a:solidFill>
                  <a:srgbClr val="1F4D3B"/>
                </a:solidFill>
                <a:latin typeface="Arial"/>
                <a:ea typeface="Arial"/>
                <a:cs typeface="Arial"/>
              </a:defRPr>
            </a:lvl5pPr>
            <a:lvl6pPr>
              <a:defRPr sz="3300" b="1">
                <a:solidFill>
                  <a:srgbClr val="1F4D3B"/>
                </a:solidFill>
                <a:latin typeface="Arial"/>
                <a:ea typeface="Arial"/>
                <a:cs typeface="Arial"/>
              </a:defRPr>
            </a:lvl6pPr>
            <a:lvl7pPr>
              <a:defRPr sz="3300" b="1">
                <a:solidFill>
                  <a:srgbClr val="1F4D3B"/>
                </a:solidFill>
                <a:latin typeface="Arial"/>
                <a:ea typeface="Arial"/>
                <a:cs typeface="Arial"/>
              </a:defRPr>
            </a:lvl7pPr>
            <a:lvl8pPr>
              <a:defRPr sz="3300" b="1">
                <a:solidFill>
                  <a:srgbClr val="1F4D3B"/>
                </a:solidFill>
                <a:latin typeface="Arial"/>
                <a:ea typeface="Arial"/>
                <a:cs typeface="Arial"/>
              </a:defRPr>
            </a:lvl8pPr>
            <a:lvl9pPr>
              <a:defRPr sz="3300" b="1">
                <a:solidFill>
                  <a:srgbClr val="1F4D3B"/>
                </a:solidFill>
                <a:latin typeface="Arial"/>
                <a:ea typeface="Arial"/>
                <a:cs typeface="Arial"/>
              </a:defRPr>
            </a:lvl9pPr>
          </a:lstStyle>
          <a:p xmlns:a="http://schemas.openxmlformats.org/drawingml/2006/main">
            <a:pPr>
              <a:defRPr sz="3300" b="1">
                <a:solidFill>
                  <a:srgbClr val="1F4D3B"/>
                </a:solidFill>
                <a:latin typeface="Arial"/>
                <a:ea typeface="Arial"/>
                <a:cs typeface="Arial"/>
              </a:defRPr>
            </a:pPr>
            <a:r>
              <a:rPr sz="3300" b="1">
                <a:solidFill>
                  <a:srgbClr val="1F4D3B"/>
                </a:solidFill>
                <a:latin typeface="Arial"/>
                <a:ea typeface="Arial"/>
                <a:cs typeface="Arial"/>
              </a:rPr>
              <a:t>Testing and Validation</a:t>
            </a:r>
          </a:p>
        </p:txBody>
      </p:sp>
      <p:sp>
        <p:nvSpPr>
          <p:cNvPr id="3" name="slide-subtitle">
            <a:extLst xmlns:a="http://schemas.openxmlformats.org/drawingml/2006/main">
              <a:ext uri="{FF2B5EF4-FFF2-40B4-BE49-F238E27FC236}">
                <a16:creationId xmlns:a16="http://schemas.microsoft.com/office/drawing/2014/main" id="{741D49E9-0312-45B5-A113-4C57399271C4}"/>
              </a:ext>
            </a:extLst>
          </p:cNvPr>
          <p:cNvSpPr>
            <a:spLocks xmlns:a="http://schemas.openxmlformats.org/drawingml/2006/main" noGrp="1"/>
          </p:cNvSpPr>
          <p:nvPr/>
        </p:nvSpPr>
        <p:spPr>
          <a:xfrm xmlns:a="http://schemas.openxmlformats.org/drawingml/2006/main">
            <a:off x="628650" y="1190625"/>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60735E"/>
                </a:solidFill>
                <a:latin typeface="Arial"/>
                <a:ea typeface="Arial"/>
                <a:cs typeface="Arial"/>
              </a:defRPr>
            </a:defPPr>
            <a:lvl1pPr>
              <a:defRPr sz="1650" b="0">
                <a:solidFill>
                  <a:srgbClr val="60735E"/>
                </a:solidFill>
                <a:latin typeface="Arial"/>
                <a:ea typeface="Arial"/>
                <a:cs typeface="Arial"/>
              </a:defRPr>
            </a:lvl1pPr>
            <a:lvl2pPr>
              <a:defRPr sz="1650" b="0">
                <a:solidFill>
                  <a:srgbClr val="60735E"/>
                </a:solidFill>
                <a:latin typeface="Arial"/>
                <a:ea typeface="Arial"/>
                <a:cs typeface="Arial"/>
              </a:defRPr>
            </a:lvl2pPr>
            <a:lvl3pPr>
              <a:defRPr sz="1650" b="0">
                <a:solidFill>
                  <a:srgbClr val="60735E"/>
                </a:solidFill>
                <a:latin typeface="Arial"/>
                <a:ea typeface="Arial"/>
                <a:cs typeface="Arial"/>
              </a:defRPr>
            </a:lvl3pPr>
            <a:lvl4pPr>
              <a:defRPr sz="1650" b="0">
                <a:solidFill>
                  <a:srgbClr val="60735E"/>
                </a:solidFill>
                <a:latin typeface="Arial"/>
                <a:ea typeface="Arial"/>
                <a:cs typeface="Arial"/>
              </a:defRPr>
            </a:lvl4pPr>
            <a:lvl5pPr>
              <a:defRPr sz="1650" b="0">
                <a:solidFill>
                  <a:srgbClr val="60735E"/>
                </a:solidFill>
                <a:latin typeface="Arial"/>
                <a:ea typeface="Arial"/>
                <a:cs typeface="Arial"/>
              </a:defRPr>
            </a:lvl5pPr>
            <a:lvl6pPr>
              <a:defRPr sz="1650" b="0">
                <a:solidFill>
                  <a:srgbClr val="60735E"/>
                </a:solidFill>
                <a:latin typeface="Arial"/>
                <a:ea typeface="Arial"/>
                <a:cs typeface="Arial"/>
              </a:defRPr>
            </a:lvl6pPr>
            <a:lvl7pPr>
              <a:defRPr sz="1650" b="0">
                <a:solidFill>
                  <a:srgbClr val="60735E"/>
                </a:solidFill>
                <a:latin typeface="Arial"/>
                <a:ea typeface="Arial"/>
                <a:cs typeface="Arial"/>
              </a:defRPr>
            </a:lvl7pPr>
            <a:lvl8pPr>
              <a:defRPr sz="1650" b="0">
                <a:solidFill>
                  <a:srgbClr val="60735E"/>
                </a:solidFill>
                <a:latin typeface="Arial"/>
                <a:ea typeface="Arial"/>
                <a:cs typeface="Arial"/>
              </a:defRPr>
            </a:lvl8pPr>
            <a:lvl9pPr>
              <a:defRPr sz="1650" b="0">
                <a:solidFill>
                  <a:srgbClr val="60735E"/>
                </a:solidFill>
                <a:latin typeface="Arial"/>
                <a:ea typeface="Arial"/>
                <a:cs typeface="Arial"/>
              </a:defRPr>
            </a:lvl9pPr>
          </a:lstStyle>
          <a:p xmlns:a="http://schemas.openxmlformats.org/drawingml/2006/main">
            <a:pPr>
              <a:defRPr sz="1650" b="0">
                <a:solidFill>
                  <a:srgbClr val="60735E"/>
                </a:solidFill>
                <a:latin typeface="Arial"/>
                <a:ea typeface="Arial"/>
                <a:cs typeface="Arial"/>
              </a:defRPr>
            </a:pPr>
            <a:r>
              <a:rPr sz="1650" b="0">
                <a:solidFill>
                  <a:srgbClr val="60735E"/>
                </a:solidFill>
                <a:latin typeface="Arial"/>
                <a:ea typeface="Arial"/>
                <a:cs typeface="Arial"/>
              </a:rPr>
              <a:t>31 automated checks passed against a fresh real MySQL database.</a:t>
            </a:r>
          </a:p>
        </p:txBody>
      </p:sp>
      <p:sp>
        <p:nvSpPr>
          <p:cNvPr id="4" name="footer">
            <a:extLst xmlns:a="http://schemas.openxmlformats.org/drawingml/2006/main">
              <a:ext uri="{FF2B5EF4-FFF2-40B4-BE49-F238E27FC236}">
                <a16:creationId xmlns:a16="http://schemas.microsoft.com/office/drawing/2014/main" id="{02B4A4A6-91A6-401C-A6B2-8CCA0E44FF2D}"/>
              </a:ext>
            </a:extLst>
          </p:cNvPr>
          <p:cNvSpPr>
            <a:spLocks xmlns:a="http://schemas.openxmlformats.org/drawingml/2006/main" noGrp="1"/>
          </p:cNvSpPr>
          <p:nvPr/>
        </p:nvSpPr>
        <p:spPr>
          <a:xfrm xmlns:a="http://schemas.openxmlformats.org/drawingml/2006/main">
            <a:off x="609600" y="6477000"/>
            <a:ext cx="428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60735E"/>
                </a:solidFill>
                <a:latin typeface="Arial"/>
                <a:ea typeface="Arial"/>
                <a:cs typeface="Arial"/>
              </a:defRPr>
            </a:defPPr>
            <a:lvl1pPr>
              <a:defRPr sz="1050" b="0">
                <a:solidFill>
                  <a:srgbClr val="60735E"/>
                </a:solidFill>
                <a:latin typeface="Arial"/>
                <a:ea typeface="Arial"/>
                <a:cs typeface="Arial"/>
              </a:defRPr>
            </a:lvl1pPr>
            <a:lvl2pPr>
              <a:defRPr sz="1050" b="0">
                <a:solidFill>
                  <a:srgbClr val="60735E"/>
                </a:solidFill>
                <a:latin typeface="Arial"/>
                <a:ea typeface="Arial"/>
                <a:cs typeface="Arial"/>
              </a:defRPr>
            </a:lvl2pPr>
            <a:lvl3pPr>
              <a:defRPr sz="1050" b="0">
                <a:solidFill>
                  <a:srgbClr val="60735E"/>
                </a:solidFill>
                <a:latin typeface="Arial"/>
                <a:ea typeface="Arial"/>
                <a:cs typeface="Arial"/>
              </a:defRPr>
            </a:lvl3pPr>
            <a:lvl4pPr>
              <a:defRPr sz="1050" b="0">
                <a:solidFill>
                  <a:srgbClr val="60735E"/>
                </a:solidFill>
                <a:latin typeface="Arial"/>
                <a:ea typeface="Arial"/>
                <a:cs typeface="Arial"/>
              </a:defRPr>
            </a:lvl4pPr>
            <a:lvl5pPr>
              <a:defRPr sz="1050" b="0">
                <a:solidFill>
                  <a:srgbClr val="60735E"/>
                </a:solidFill>
                <a:latin typeface="Arial"/>
                <a:ea typeface="Arial"/>
                <a:cs typeface="Arial"/>
              </a:defRPr>
            </a:lvl5pPr>
            <a:lvl6pPr>
              <a:defRPr sz="1050" b="0">
                <a:solidFill>
                  <a:srgbClr val="60735E"/>
                </a:solidFill>
                <a:latin typeface="Arial"/>
                <a:ea typeface="Arial"/>
                <a:cs typeface="Arial"/>
              </a:defRPr>
            </a:lvl6pPr>
            <a:lvl7pPr>
              <a:defRPr sz="1050" b="0">
                <a:solidFill>
                  <a:srgbClr val="60735E"/>
                </a:solidFill>
                <a:latin typeface="Arial"/>
                <a:ea typeface="Arial"/>
                <a:cs typeface="Arial"/>
              </a:defRPr>
            </a:lvl7pPr>
            <a:lvl8pPr>
              <a:defRPr sz="1050" b="0">
                <a:solidFill>
                  <a:srgbClr val="60735E"/>
                </a:solidFill>
                <a:latin typeface="Arial"/>
                <a:ea typeface="Arial"/>
                <a:cs typeface="Arial"/>
              </a:defRPr>
            </a:lvl8pPr>
            <a:lvl9pPr>
              <a:defRPr sz="1050" b="0">
                <a:solidFill>
                  <a:srgbClr val="60735E"/>
                </a:solidFill>
                <a:latin typeface="Arial"/>
                <a:ea typeface="Arial"/>
                <a:cs typeface="Arial"/>
              </a:defRPr>
            </a:lvl9pPr>
          </a:lstStyle>
          <a:p xmlns:a="http://schemas.openxmlformats.org/drawingml/2006/main">
            <a:pPr>
              <a:defRPr sz="1050" b="0">
                <a:solidFill>
                  <a:srgbClr val="60735E"/>
                </a:solidFill>
                <a:latin typeface="Arial"/>
                <a:ea typeface="Arial"/>
                <a:cs typeface="Arial"/>
              </a:defRPr>
            </a:pPr>
            <a:r>
              <a:rPr sz="1050" b="0">
                <a:solidFill>
                  <a:srgbClr val="60735E"/>
                </a:solidFill>
                <a:latin typeface="Arial"/>
                <a:ea typeface="Arial"/>
                <a:cs typeface="Arial"/>
              </a:rPr>
              <a:t>HRCMS / HAVEN</a:t>
            </a:r>
          </a:p>
        </p:txBody>
      </p:sp>
      <p:sp>
        <p:nvSpPr>
          <p:cNvPr id="5" name="page-number">
            <a:extLst xmlns:a="http://schemas.openxmlformats.org/drawingml/2006/main">
              <a:ext uri="{FF2B5EF4-FFF2-40B4-BE49-F238E27FC236}">
                <a16:creationId xmlns:a16="http://schemas.microsoft.com/office/drawing/2014/main" id="{6C4D8266-23BE-4F60-BAEB-85957C932297}"/>
              </a:ext>
            </a:extLst>
          </p:cNvPr>
          <p:cNvSpPr>
            <a:spLocks xmlns:a="http://schemas.openxmlformats.org/drawingml/2006/main" noGrp="1"/>
          </p:cNvSpPr>
          <p:nvPr/>
        </p:nvSpPr>
        <p:spPr>
          <a:xfrm xmlns:a="http://schemas.openxmlformats.org/drawingml/2006/main">
            <a:off x="10763250" y="6477000"/>
            <a:ext cx="819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60735E"/>
                </a:solidFill>
                <a:latin typeface="Arial"/>
                <a:ea typeface="Arial"/>
                <a:cs typeface="Arial"/>
              </a:defRPr>
            </a:defPPr>
            <a:lvl1pPr>
              <a:defRPr sz="1050" b="0">
                <a:solidFill>
                  <a:srgbClr val="60735E"/>
                </a:solidFill>
                <a:latin typeface="Arial"/>
                <a:ea typeface="Arial"/>
                <a:cs typeface="Arial"/>
              </a:defRPr>
            </a:lvl1pPr>
            <a:lvl2pPr>
              <a:defRPr sz="1050" b="0">
                <a:solidFill>
                  <a:srgbClr val="60735E"/>
                </a:solidFill>
                <a:latin typeface="Arial"/>
                <a:ea typeface="Arial"/>
                <a:cs typeface="Arial"/>
              </a:defRPr>
            </a:lvl2pPr>
            <a:lvl3pPr>
              <a:defRPr sz="1050" b="0">
                <a:solidFill>
                  <a:srgbClr val="60735E"/>
                </a:solidFill>
                <a:latin typeface="Arial"/>
                <a:ea typeface="Arial"/>
                <a:cs typeface="Arial"/>
              </a:defRPr>
            </a:lvl3pPr>
            <a:lvl4pPr>
              <a:defRPr sz="1050" b="0">
                <a:solidFill>
                  <a:srgbClr val="60735E"/>
                </a:solidFill>
                <a:latin typeface="Arial"/>
                <a:ea typeface="Arial"/>
                <a:cs typeface="Arial"/>
              </a:defRPr>
            </a:lvl4pPr>
            <a:lvl5pPr>
              <a:defRPr sz="1050" b="0">
                <a:solidFill>
                  <a:srgbClr val="60735E"/>
                </a:solidFill>
                <a:latin typeface="Arial"/>
                <a:ea typeface="Arial"/>
                <a:cs typeface="Arial"/>
              </a:defRPr>
            </a:lvl5pPr>
            <a:lvl6pPr>
              <a:defRPr sz="1050" b="0">
                <a:solidFill>
                  <a:srgbClr val="60735E"/>
                </a:solidFill>
                <a:latin typeface="Arial"/>
                <a:ea typeface="Arial"/>
                <a:cs typeface="Arial"/>
              </a:defRPr>
            </a:lvl6pPr>
            <a:lvl7pPr>
              <a:defRPr sz="1050" b="0">
                <a:solidFill>
                  <a:srgbClr val="60735E"/>
                </a:solidFill>
                <a:latin typeface="Arial"/>
                <a:ea typeface="Arial"/>
                <a:cs typeface="Arial"/>
              </a:defRPr>
            </a:lvl7pPr>
            <a:lvl8pPr>
              <a:defRPr sz="1050" b="0">
                <a:solidFill>
                  <a:srgbClr val="60735E"/>
                </a:solidFill>
                <a:latin typeface="Arial"/>
                <a:ea typeface="Arial"/>
                <a:cs typeface="Arial"/>
              </a:defRPr>
            </a:lvl8pPr>
            <a:lvl9pPr>
              <a:defRPr sz="1050" b="0">
                <a:solidFill>
                  <a:srgbClr val="60735E"/>
                </a:solidFill>
                <a:latin typeface="Arial"/>
                <a:ea typeface="Arial"/>
                <a:cs typeface="Arial"/>
              </a:defRPr>
            </a:lvl9pPr>
          </a:lstStyle>
          <a:p xmlns:a="http://schemas.openxmlformats.org/drawingml/2006/main">
            <a:pPr>
              <a:defRPr sz="1050" b="0">
                <a:solidFill>
                  <a:srgbClr val="60735E"/>
                </a:solidFill>
                <a:latin typeface="Arial"/>
                <a:ea typeface="Arial"/>
                <a:cs typeface="Arial"/>
              </a:defRPr>
            </a:pPr>
            <a:r>
              <a:rPr sz="1050" b="0">
                <a:solidFill>
                  <a:srgbClr val="60735E"/>
                </a:solidFill>
                <a:latin typeface="Arial"/>
                <a:ea typeface="Arial"/>
                <a:cs typeface="Arial"/>
              </a:rPr>
              <a:t>17 / 18</a:t>
            </a:r>
          </a:p>
        </p:txBody>
      </p:sp>
      <p:graphicFrame>
        <p:nvGraphicFramePr>
          <p:cNvPr id="6" name="">
            <a:extLst xmlns:a="http://schemas.openxmlformats.org/drawingml/2006/main">
              <a:ext uri="{FF2B5EF4-FFF2-40B4-BE49-F238E27FC236}">
                <a16:creationId xmlns:a16="http://schemas.microsoft.com/office/drawing/2014/main" id="{8B8F8870-ECF2-4FCA-AA82-3134AD662845}"/>
              </a:ext>
            </a:extLst>
          </p:cNvPr>
          <p:cNvGraphicFramePr/>
          <p:nvPr/>
        </p:nvGraphicFramePr>
        <p:xfrm>
          <a:off xmlns:a="http://schemas.openxmlformats.org/drawingml/2006/main" x="609600" y="1790700"/>
          <a:ext xmlns:a="http://schemas.openxmlformats.org/drawingml/2006/main" cx="10972800" cy="4238625"/>
        </p:xfrm>
        <a:graphic xmlns:a="http://schemas.openxmlformats.org/drawingml/2006/main">
          <a:graphicData uri="http://schemas.openxmlformats.org/drawingml/2006/table">
            <a:tbl>
              <a:tblPr/>
              <a:tblGrid>
                <a:gridCol w="2619375"/>
                <a:gridCol w="5400675"/>
                <a:gridCol w="2952750"/>
              </a:tblGrid>
              <a:tr h="457200">
                <a:tc>
                  <a:txBody>
                    <a:bodyPr lIns="114300" tIns="114300" rIns="114300" bIns="114300"/>
                    <a:lstStyle/>
                    <a:p>
                      <a:r>
                        <a:rPr sz="1425" b="1">
                          <a:solidFill>
                            <a:srgbClr val="FFFFFF"/>
                          </a:solidFill>
                          <a:latin typeface="Arial"/>
                          <a:ea typeface="Arial"/>
                          <a:cs typeface="Arial"/>
                        </a:rPr>
                        <a:t>Test area</a:t>
                      </a:r>
                    </a:p>
                  </a:txBody>
                  <a:tcPr marL="91440" marR="91440" marT="45720" marB="45720" anchor="ctr">
                    <a:lnL w="9525">
                      <a:solidFill>
                        <a:srgbClr val="DDE5D7"/>
                      </a:solidFill>
                      <a:prstDash val="solid"/>
                    </a:lnL>
                    <a:lnR w="9525">
                      <a:solidFill>
                        <a:srgbClr val="DDE5D7"/>
                      </a:solidFill>
                      <a:prstDash val="solid"/>
                    </a:lnR>
                    <a:lnT w="9525">
                      <a:solidFill>
                        <a:srgbClr val="DDE5D7"/>
                      </a:solidFill>
                      <a:prstDash val="solid"/>
                    </a:lnT>
                    <a:lnB w="9525">
                      <a:solidFill>
                        <a:srgbClr val="DDE5D7"/>
                      </a:solidFill>
                      <a:prstDash val="solid"/>
                    </a:lnB>
                    <a:solidFill>
                      <a:srgbClr val="1F4D3B"/>
                    </a:solidFill>
                  </a:tcPr>
                </a:tc>
                <a:tc>
                  <a:txBody>
                    <a:bodyPr lIns="114300" tIns="114300" rIns="114300" bIns="114300"/>
                    <a:lstStyle/>
                    <a:p>
                      <a:r>
                        <a:rPr sz="1425" b="1">
                          <a:solidFill>
                            <a:srgbClr val="FFFFFF"/>
                          </a:solidFill>
                          <a:latin typeface="Arial"/>
                          <a:ea typeface="Arial"/>
                          <a:cs typeface="Arial"/>
                        </a:rPr>
                        <a:t>Representative check</a:t>
                      </a:r>
                    </a:p>
                  </a:txBody>
                  <a:tcPr marL="91440" marR="91440" marT="45720" marB="45720" anchor="ctr">
                    <a:lnR w="9525">
                      <a:solidFill>
                        <a:srgbClr val="DDE5D7"/>
                      </a:solidFill>
                      <a:prstDash val="solid"/>
                    </a:lnR>
                    <a:lnT w="9525">
                      <a:solidFill>
                        <a:srgbClr val="DDE5D7"/>
                      </a:solidFill>
                      <a:prstDash val="solid"/>
                    </a:lnT>
                    <a:lnB w="9525">
                      <a:solidFill>
                        <a:srgbClr val="DDE5D7"/>
                      </a:solidFill>
                      <a:prstDash val="solid"/>
                    </a:lnB>
                    <a:solidFill>
                      <a:srgbClr val="1F4D3B"/>
                    </a:solidFill>
                  </a:tcPr>
                </a:tc>
                <a:tc>
                  <a:txBody>
                    <a:bodyPr lIns="114300" tIns="114300" rIns="114300" bIns="114300"/>
                    <a:lstStyle/>
                    <a:p>
                      <a:r>
                        <a:rPr sz="1425" b="1">
                          <a:solidFill>
                            <a:srgbClr val="FFFFFF"/>
                          </a:solidFill>
                          <a:latin typeface="Arial"/>
                          <a:ea typeface="Arial"/>
                          <a:cs typeface="Arial"/>
                        </a:rPr>
                        <a:t>Recorded outcome</a:t>
                      </a:r>
                    </a:p>
                  </a:txBody>
                  <a:tcPr marL="91440" marR="91440" marT="45720" marB="45720" anchor="ctr">
                    <a:lnR w="9525">
                      <a:solidFill>
                        <a:srgbClr val="DDE5D7"/>
                      </a:solidFill>
                      <a:prstDash val="solid"/>
                    </a:lnR>
                    <a:lnT w="9525">
                      <a:solidFill>
                        <a:srgbClr val="DDE5D7"/>
                      </a:solidFill>
                      <a:prstDash val="solid"/>
                    </a:lnT>
                    <a:lnB w="9525">
                      <a:solidFill>
                        <a:srgbClr val="DDE5D7"/>
                      </a:solidFill>
                      <a:prstDash val="solid"/>
                    </a:lnB>
                    <a:solidFill>
                      <a:srgbClr val="1F4D3B"/>
                    </a:solidFill>
                  </a:tcPr>
                </a:tc>
              </a:tr>
              <a:tr h="540204">
                <a:tc>
                  <a:txBody>
                    <a:bodyPr lIns="114300" tIns="114300" rIns="114300" bIns="114300"/>
                    <a:lstStyle/>
                    <a:p>
                      <a:r>
                        <a:rPr sz="1500" b="0">
                          <a:solidFill>
                            <a:srgbClr val="243B2D"/>
                          </a:solidFill>
                          <a:latin typeface="Arial"/>
                          <a:ea typeface="Arial"/>
                          <a:cs typeface="Arial"/>
                        </a:rPr>
                        <a:t>Room integrity</a:t>
                      </a:r>
                    </a:p>
                  </a:txBody>
                  <a:tcPr marL="91440" marR="91440" marT="45720" marB="45720" anchor="ctr">
                    <a:lnL w="9525">
                      <a:solidFill>
                        <a:srgbClr val="DDE5D7"/>
                      </a:solidFill>
                      <a:prstDash val="solid"/>
                    </a:lnL>
                    <a:lnR w="9525">
                      <a:solidFill>
                        <a:srgbClr val="DDE5D7"/>
                      </a:solidFill>
                      <a:prstDash val="solid"/>
                    </a:lnR>
                    <a:lnB w="9525">
                      <a:solidFill>
                        <a:srgbClr val="DDE5D7"/>
                      </a:solidFill>
                      <a:prstDash val="solid"/>
                    </a:lnB>
                    <a:solidFill>
                      <a:srgbClr val="FFFFFF"/>
                    </a:solidFill>
                  </a:tcPr>
                </a:tc>
                <a:tc>
                  <a:txBody>
                    <a:bodyPr lIns="114300" tIns="114300" rIns="114300" bIns="114300"/>
                    <a:lstStyle/>
                    <a:p>
                      <a:r>
                        <a:rPr sz="1500" b="0">
                          <a:solidFill>
                            <a:srgbClr val="243B2D"/>
                          </a:solidFill>
                          <a:latin typeface="Arial"/>
                          <a:ea typeface="Arial"/>
                          <a:cs typeface="Arial"/>
                        </a:rPr>
                        <a:t>Full rooms, wrong block gender, second active room</a:t>
                      </a:r>
                    </a:p>
                  </a:txBody>
                  <a:tcPr marL="91440" marR="91440" marT="45720" marB="45720" anchor="ctr">
                    <a:lnR w="9525">
                      <a:solidFill>
                        <a:srgbClr val="DDE5D7"/>
                      </a:solidFill>
                      <a:prstDash val="solid"/>
                    </a:lnR>
                    <a:lnB w="9525">
                      <a:solidFill>
                        <a:srgbClr val="DDE5D7"/>
                      </a:solidFill>
                      <a:prstDash val="solid"/>
                    </a:lnB>
                    <a:solidFill>
                      <a:srgbClr val="FFFFFF"/>
                    </a:solidFill>
                  </a:tcPr>
                </a:tc>
                <a:tc>
                  <a:txBody>
                    <a:bodyPr lIns="114300" tIns="114300" rIns="114300" bIns="114300"/>
                    <a:lstStyle/>
                    <a:p>
                      <a:r>
                        <a:rPr sz="1500" b="0">
                          <a:solidFill>
                            <a:srgbClr val="243B2D"/>
                          </a:solidFill>
                          <a:latin typeface="Arial"/>
                          <a:ea typeface="Arial"/>
                          <a:cs typeface="Arial"/>
                        </a:rPr>
                        <a:t>Rejected</a:t>
                      </a:r>
                    </a:p>
                  </a:txBody>
                  <a:tcPr marL="91440" marR="91440" marT="45720" marB="45720" anchor="ctr">
                    <a:lnR w="9525">
                      <a:solidFill>
                        <a:srgbClr val="DDE5D7"/>
                      </a:solidFill>
                      <a:prstDash val="solid"/>
                    </a:lnR>
                    <a:lnB w="9525">
                      <a:solidFill>
                        <a:srgbClr val="DDE5D7"/>
                      </a:solidFill>
                      <a:prstDash val="solid"/>
                    </a:lnB>
                    <a:solidFill>
                      <a:srgbClr val="FFFFFF"/>
                    </a:solidFill>
                  </a:tcPr>
                </a:tc>
              </a:tr>
              <a:tr h="540204">
                <a:tc>
                  <a:txBody>
                    <a:bodyPr lIns="114300" tIns="114300" rIns="114300" bIns="114300"/>
                    <a:lstStyle/>
                    <a:p>
                      <a:r>
                        <a:rPr sz="1500" b="0">
                          <a:solidFill>
                            <a:srgbClr val="243B2D"/>
                          </a:solidFill>
                          <a:latin typeface="Arial"/>
                          <a:ea typeface="Arial"/>
                          <a:cs typeface="Arial"/>
                        </a:rPr>
                        <a:t>Concurrency</a:t>
                      </a:r>
                    </a:p>
                  </a:txBody>
                  <a:tcPr marL="91440" marR="91440" marT="45720" marB="45720" anchor="ctr">
                    <a:lnL w="9525">
                      <a:solidFill>
                        <a:srgbClr val="DDE5D7"/>
                      </a:solidFill>
                      <a:prstDash val="solid"/>
                    </a:lnL>
                    <a:lnR w="9525">
                      <a:solidFill>
                        <a:srgbClr val="DDE5D7"/>
                      </a:solidFill>
                      <a:prstDash val="solid"/>
                    </a:lnR>
                    <a:lnB w="9525">
                      <a:solidFill>
                        <a:srgbClr val="DDE5D7"/>
                      </a:solidFill>
                      <a:prstDash val="solid"/>
                    </a:lnB>
                    <a:solidFill>
                      <a:srgbClr val="F0F4E9"/>
                    </a:solidFill>
                  </a:tcPr>
                </a:tc>
                <a:tc>
                  <a:txBody>
                    <a:bodyPr lIns="114300" tIns="114300" rIns="114300" bIns="114300"/>
                    <a:lstStyle/>
                    <a:p>
                      <a:r>
                        <a:rPr sz="1500" b="0">
                          <a:solidFill>
                            <a:srgbClr val="243B2D"/>
                          </a:solidFill>
                          <a:latin typeface="Arial"/>
                          <a:ea typeface="Arial"/>
                          <a:cs typeface="Arial"/>
                        </a:rPr>
                        <a:t>Two requests claim the last bed</a:t>
                      </a:r>
                    </a:p>
                  </a:txBody>
                  <a:tcPr marL="91440" marR="91440" marT="45720" marB="45720" anchor="ctr">
                    <a:lnR w="9525">
                      <a:solidFill>
                        <a:srgbClr val="DDE5D7"/>
                      </a:solidFill>
                      <a:prstDash val="solid"/>
                    </a:lnR>
                    <a:lnB w="9525">
                      <a:solidFill>
                        <a:srgbClr val="DDE5D7"/>
                      </a:solidFill>
                      <a:prstDash val="solid"/>
                    </a:lnB>
                    <a:solidFill>
                      <a:srgbClr val="F0F4E9"/>
                    </a:solidFill>
                  </a:tcPr>
                </a:tc>
                <a:tc>
                  <a:txBody>
                    <a:bodyPr lIns="114300" tIns="114300" rIns="114300" bIns="114300"/>
                    <a:lstStyle/>
                    <a:p>
                      <a:r>
                        <a:rPr sz="1500" b="0">
                          <a:solidFill>
                            <a:srgbClr val="243B2D"/>
                          </a:solidFill>
                          <a:latin typeface="Arial"/>
                          <a:ea typeface="Arial"/>
                          <a:cs typeface="Arial"/>
                        </a:rPr>
                        <a:t>Exactly one success</a:t>
                      </a:r>
                    </a:p>
                  </a:txBody>
                  <a:tcPr marL="91440" marR="91440" marT="45720" marB="45720" anchor="ctr">
                    <a:lnR w="9525">
                      <a:solidFill>
                        <a:srgbClr val="DDE5D7"/>
                      </a:solidFill>
                      <a:prstDash val="solid"/>
                    </a:lnR>
                    <a:lnB w="9525">
                      <a:solidFill>
                        <a:srgbClr val="DDE5D7"/>
                      </a:solidFill>
                      <a:prstDash val="solid"/>
                    </a:lnB>
                    <a:solidFill>
                      <a:srgbClr val="F0F4E9"/>
                    </a:solidFill>
                  </a:tcPr>
                </a:tc>
              </a:tr>
              <a:tr h="540204">
                <a:tc>
                  <a:txBody>
                    <a:bodyPr lIns="114300" tIns="114300" rIns="114300" bIns="114300"/>
                    <a:lstStyle/>
                    <a:p>
                      <a:r>
                        <a:rPr sz="1500" b="0">
                          <a:solidFill>
                            <a:srgbClr val="243B2D"/>
                          </a:solidFill>
                          <a:latin typeface="Arial"/>
                          <a:ea typeface="Arial"/>
                          <a:cs typeface="Arial"/>
                        </a:rPr>
                        <a:t>Duplicate complaints</a:t>
                      </a:r>
                    </a:p>
                  </a:txBody>
                  <a:tcPr marL="91440" marR="91440" marT="45720" marB="45720" anchor="ctr">
                    <a:lnL w="9525">
                      <a:solidFill>
                        <a:srgbClr val="DDE5D7"/>
                      </a:solidFill>
                      <a:prstDash val="solid"/>
                    </a:lnL>
                    <a:lnR w="9525">
                      <a:solidFill>
                        <a:srgbClr val="DDE5D7"/>
                      </a:solidFill>
                      <a:prstDash val="solid"/>
                    </a:lnR>
                    <a:lnB w="9525">
                      <a:solidFill>
                        <a:srgbClr val="DDE5D7"/>
                      </a:solidFill>
                      <a:prstDash val="solid"/>
                    </a:lnB>
                    <a:solidFill>
                      <a:srgbClr val="FFFFFF"/>
                    </a:solidFill>
                  </a:tcPr>
                </a:tc>
                <a:tc>
                  <a:txBody>
                    <a:bodyPr lIns="114300" tIns="114300" rIns="114300" bIns="114300"/>
                    <a:lstStyle/>
                    <a:p>
                      <a:r>
                        <a:rPr sz="1500" b="0">
                          <a:solidFill>
                            <a:srgbClr val="243B2D"/>
                          </a:solidFill>
                          <a:latin typeface="Arial"/>
                          <a:ea typeface="Arial"/>
                          <a:cs typeface="Arial"/>
                        </a:rPr>
                        <a:t>Parallel requests for one room/category</a:t>
                      </a:r>
                    </a:p>
                  </a:txBody>
                  <a:tcPr marL="91440" marR="91440" marT="45720" marB="45720" anchor="ctr">
                    <a:lnR w="9525">
                      <a:solidFill>
                        <a:srgbClr val="DDE5D7"/>
                      </a:solidFill>
                      <a:prstDash val="solid"/>
                    </a:lnR>
                    <a:lnB w="9525">
                      <a:solidFill>
                        <a:srgbClr val="DDE5D7"/>
                      </a:solidFill>
                      <a:prstDash val="solid"/>
                    </a:lnB>
                    <a:solidFill>
                      <a:srgbClr val="FFFFFF"/>
                    </a:solidFill>
                  </a:tcPr>
                </a:tc>
                <a:tc>
                  <a:txBody>
                    <a:bodyPr lIns="114300" tIns="114300" rIns="114300" bIns="114300"/>
                    <a:lstStyle/>
                    <a:p>
                      <a:r>
                        <a:rPr sz="1500" b="0">
                          <a:solidFill>
                            <a:srgbClr val="243B2D"/>
                          </a:solidFill>
                          <a:latin typeface="Arial"/>
                          <a:ea typeface="Arial"/>
                          <a:cs typeface="Arial"/>
                        </a:rPr>
                        <a:t>Exactly one record</a:t>
                      </a:r>
                    </a:p>
                  </a:txBody>
                  <a:tcPr marL="91440" marR="91440" marT="45720" marB="45720" anchor="ctr">
                    <a:lnR w="9525">
                      <a:solidFill>
                        <a:srgbClr val="DDE5D7"/>
                      </a:solidFill>
                      <a:prstDash val="solid"/>
                    </a:lnR>
                    <a:lnB w="9525">
                      <a:solidFill>
                        <a:srgbClr val="DDE5D7"/>
                      </a:solidFill>
                      <a:prstDash val="solid"/>
                    </a:lnB>
                    <a:solidFill>
                      <a:srgbClr val="FFFFFF"/>
                    </a:solidFill>
                  </a:tcPr>
                </a:tc>
              </a:tr>
              <a:tr h="540204">
                <a:tc>
                  <a:txBody>
                    <a:bodyPr lIns="114300" tIns="114300" rIns="114300" bIns="114300"/>
                    <a:lstStyle/>
                    <a:p>
                      <a:r>
                        <a:rPr sz="1500" b="0">
                          <a:solidFill>
                            <a:srgbClr val="243B2D"/>
                          </a:solidFill>
                          <a:latin typeface="Arial"/>
                          <a:ea typeface="Arial"/>
                          <a:cs typeface="Arial"/>
                        </a:rPr>
                        <a:t>Role access</a:t>
                      </a:r>
                    </a:p>
                  </a:txBody>
                  <a:tcPr marL="91440" marR="91440" marT="45720" marB="45720" anchor="ctr">
                    <a:lnL w="9525">
                      <a:solidFill>
                        <a:srgbClr val="DDE5D7"/>
                      </a:solidFill>
                      <a:prstDash val="solid"/>
                    </a:lnL>
                    <a:lnR w="9525">
                      <a:solidFill>
                        <a:srgbClr val="DDE5D7"/>
                      </a:solidFill>
                      <a:prstDash val="solid"/>
                    </a:lnR>
                    <a:lnB w="9525">
                      <a:solidFill>
                        <a:srgbClr val="DDE5D7"/>
                      </a:solidFill>
                      <a:prstDash val="solid"/>
                    </a:lnB>
                    <a:solidFill>
                      <a:srgbClr val="F0F4E9"/>
                    </a:solidFill>
                  </a:tcPr>
                </a:tc>
                <a:tc>
                  <a:txBody>
                    <a:bodyPr lIns="114300" tIns="114300" rIns="114300" bIns="114300"/>
                    <a:lstStyle/>
                    <a:p>
                      <a:r>
                        <a:rPr sz="1500" b="0">
                          <a:solidFill>
                            <a:srgbClr val="243B2D"/>
                          </a:solidFill>
                          <a:latin typeface="Arial"/>
                          <a:ea typeface="Arial"/>
                          <a:cs typeface="Arial"/>
                        </a:rPr>
                        <a:t>Another student, block warden or staff reads a record</a:t>
                      </a:r>
                    </a:p>
                  </a:txBody>
                  <a:tcPr marL="91440" marR="91440" marT="45720" marB="45720" anchor="ctr">
                    <a:lnR w="9525">
                      <a:solidFill>
                        <a:srgbClr val="DDE5D7"/>
                      </a:solidFill>
                      <a:prstDash val="solid"/>
                    </a:lnR>
                    <a:lnB w="9525">
                      <a:solidFill>
                        <a:srgbClr val="DDE5D7"/>
                      </a:solidFill>
                      <a:prstDash val="solid"/>
                    </a:lnB>
                    <a:solidFill>
                      <a:srgbClr val="F0F4E9"/>
                    </a:solidFill>
                  </a:tcPr>
                </a:tc>
                <a:tc>
                  <a:txBody>
                    <a:bodyPr lIns="114300" tIns="114300" rIns="114300" bIns="114300"/>
                    <a:lstStyle/>
                    <a:p>
                      <a:r>
                        <a:rPr sz="1500" b="0">
                          <a:solidFill>
                            <a:srgbClr val="243B2D"/>
                          </a:solidFill>
                          <a:latin typeface="Arial"/>
                          <a:ea typeface="Arial"/>
                          <a:cs typeface="Arial"/>
                        </a:rPr>
                        <a:t>Denied</a:t>
                      </a:r>
                    </a:p>
                  </a:txBody>
                  <a:tcPr marL="91440" marR="91440" marT="45720" marB="45720" anchor="ctr">
                    <a:lnR w="9525">
                      <a:solidFill>
                        <a:srgbClr val="DDE5D7"/>
                      </a:solidFill>
                      <a:prstDash val="solid"/>
                    </a:lnR>
                    <a:lnB w="9525">
                      <a:solidFill>
                        <a:srgbClr val="DDE5D7"/>
                      </a:solidFill>
                      <a:prstDash val="solid"/>
                    </a:lnB>
                    <a:solidFill>
                      <a:srgbClr val="F0F4E9"/>
                    </a:solidFill>
                  </a:tcPr>
                </a:tc>
              </a:tr>
              <a:tr h="540204">
                <a:tc>
                  <a:txBody>
                    <a:bodyPr lIns="114300" tIns="114300" rIns="114300" bIns="114300"/>
                    <a:lstStyle/>
                    <a:p>
                      <a:r>
                        <a:rPr sz="1500" b="0">
                          <a:solidFill>
                            <a:srgbClr val="243B2D"/>
                          </a:solidFill>
                          <a:latin typeface="Arial"/>
                          <a:ea typeface="Arial"/>
                          <a:cs typeface="Arial"/>
                        </a:rPr>
                        <a:t>Workflow and feedback</a:t>
                      </a:r>
                    </a:p>
                  </a:txBody>
                  <a:tcPr marL="91440" marR="91440" marT="45720" marB="45720" anchor="ctr">
                    <a:lnL w="9525">
                      <a:solidFill>
                        <a:srgbClr val="DDE5D7"/>
                      </a:solidFill>
                      <a:prstDash val="solid"/>
                    </a:lnL>
                    <a:lnR w="9525">
                      <a:solidFill>
                        <a:srgbClr val="DDE5D7"/>
                      </a:solidFill>
                      <a:prstDash val="solid"/>
                    </a:lnR>
                    <a:lnB w="9525">
                      <a:solidFill>
                        <a:srgbClr val="DDE5D7"/>
                      </a:solidFill>
                      <a:prstDash val="solid"/>
                    </a:lnB>
                    <a:solidFill>
                      <a:srgbClr val="FFFFFF"/>
                    </a:solidFill>
                  </a:tcPr>
                </a:tc>
                <a:tc>
                  <a:txBody>
                    <a:bodyPr lIns="114300" tIns="114300" rIns="114300" bIns="114300"/>
                    <a:lstStyle/>
                    <a:p>
                      <a:r>
                        <a:rPr sz="1500" b="0">
                          <a:solidFill>
                            <a:srgbClr val="243B2D"/>
                          </a:solidFill>
                          <a:latin typeface="Arial"/>
                          <a:ea typeface="Arial"/>
                          <a:cs typeface="Arial"/>
                        </a:rPr>
                        <a:t>Reopen, resolve, rate and close with authored history</a:t>
                      </a:r>
                    </a:p>
                  </a:txBody>
                  <a:tcPr marL="91440" marR="91440" marT="45720" marB="45720" anchor="ctr">
                    <a:lnR w="9525">
                      <a:solidFill>
                        <a:srgbClr val="DDE5D7"/>
                      </a:solidFill>
                      <a:prstDash val="solid"/>
                    </a:lnR>
                    <a:lnB w="9525">
                      <a:solidFill>
                        <a:srgbClr val="DDE5D7"/>
                      </a:solidFill>
                      <a:prstDash val="solid"/>
                    </a:lnB>
                    <a:solidFill>
                      <a:srgbClr val="FFFFFF"/>
                    </a:solidFill>
                  </a:tcPr>
                </a:tc>
                <a:tc>
                  <a:txBody>
                    <a:bodyPr lIns="114300" tIns="114300" rIns="114300" bIns="114300"/>
                    <a:lstStyle/>
                    <a:p>
                      <a:r>
                        <a:rPr sz="1500" b="0">
                          <a:solidFill>
                            <a:srgbClr val="243B2D"/>
                          </a:solidFill>
                          <a:latin typeface="Arial"/>
                          <a:ea typeface="Arial"/>
                          <a:cs typeface="Arial"/>
                        </a:rPr>
                        <a:t>Passed</a:t>
                      </a:r>
                    </a:p>
                  </a:txBody>
                  <a:tcPr marL="91440" marR="91440" marT="45720" marB="45720" anchor="ctr">
                    <a:lnR w="9525">
                      <a:solidFill>
                        <a:srgbClr val="DDE5D7"/>
                      </a:solidFill>
                      <a:prstDash val="solid"/>
                    </a:lnR>
                    <a:lnB w="9525">
                      <a:solidFill>
                        <a:srgbClr val="DDE5D7"/>
                      </a:solidFill>
                      <a:prstDash val="solid"/>
                    </a:lnB>
                    <a:solidFill>
                      <a:srgbClr val="FFFFFF"/>
                    </a:solidFill>
                  </a:tcPr>
                </a:tc>
              </a:tr>
              <a:tr h="540204">
                <a:tc>
                  <a:txBody>
                    <a:bodyPr lIns="114300" tIns="114300" rIns="114300" bIns="114300"/>
                    <a:lstStyle/>
                    <a:p>
                      <a:r>
                        <a:rPr sz="1500" b="0">
                          <a:solidFill>
                            <a:srgbClr val="243B2D"/>
                          </a:solidFill>
                          <a:latin typeface="Arial"/>
                          <a:ea typeface="Arial"/>
                          <a:cs typeface="Arial"/>
                        </a:rPr>
                        <a:t>Admin and accounts</a:t>
                      </a:r>
                    </a:p>
                  </a:txBody>
                  <a:tcPr marL="91440" marR="91440" marT="45720" marB="45720" anchor="ctr">
                    <a:lnL w="9525">
                      <a:solidFill>
                        <a:srgbClr val="DDE5D7"/>
                      </a:solidFill>
                      <a:prstDash val="solid"/>
                    </a:lnL>
                    <a:lnR w="9525">
                      <a:solidFill>
                        <a:srgbClr val="DDE5D7"/>
                      </a:solidFill>
                      <a:prstDash val="solid"/>
                    </a:lnR>
                    <a:lnB w="9525">
                      <a:solidFill>
                        <a:srgbClr val="DDE5D7"/>
                      </a:solidFill>
                      <a:prstDash val="solid"/>
                    </a:lnB>
                    <a:solidFill>
                      <a:srgbClr val="F0F4E9"/>
                    </a:solidFill>
                  </a:tcPr>
                </a:tc>
                <a:tc>
                  <a:txBody>
                    <a:bodyPr lIns="114300" tIns="114300" rIns="114300" bIns="114300"/>
                    <a:lstStyle/>
                    <a:p>
                      <a:r>
                        <a:rPr sz="1500" b="0">
                          <a:solidFill>
                            <a:srgbClr val="243B2D"/>
                          </a:solidFill>
                          <a:latin typeface="Arial"/>
                          <a:ea typeface="Arial"/>
                          <a:cs typeface="Arial"/>
                        </a:rPr>
                        <a:t>Invalid occupancy edits and deactivated account token</a:t>
                      </a:r>
                    </a:p>
                  </a:txBody>
                  <a:tcPr marL="91440" marR="91440" marT="45720" marB="45720" anchor="ctr">
                    <a:lnR w="9525">
                      <a:solidFill>
                        <a:srgbClr val="DDE5D7"/>
                      </a:solidFill>
                      <a:prstDash val="solid"/>
                    </a:lnR>
                    <a:lnB w="9525">
                      <a:solidFill>
                        <a:srgbClr val="DDE5D7"/>
                      </a:solidFill>
                      <a:prstDash val="solid"/>
                    </a:lnB>
                    <a:solidFill>
                      <a:srgbClr val="F0F4E9"/>
                    </a:solidFill>
                  </a:tcPr>
                </a:tc>
                <a:tc>
                  <a:txBody>
                    <a:bodyPr lIns="114300" tIns="114300" rIns="114300" bIns="114300"/>
                    <a:lstStyle/>
                    <a:p>
                      <a:r>
                        <a:rPr sz="1500" b="0">
                          <a:solidFill>
                            <a:srgbClr val="243B2D"/>
                          </a:solidFill>
                          <a:latin typeface="Arial"/>
                          <a:ea typeface="Arial"/>
                          <a:cs typeface="Arial"/>
                        </a:rPr>
                        <a:t>Blocked</a:t>
                      </a:r>
                    </a:p>
                  </a:txBody>
                  <a:tcPr marL="91440" marR="91440" marT="45720" marB="45720" anchor="ctr">
                    <a:lnR w="9525">
                      <a:solidFill>
                        <a:srgbClr val="DDE5D7"/>
                      </a:solidFill>
                      <a:prstDash val="solid"/>
                    </a:lnR>
                    <a:lnB w="9525">
                      <a:solidFill>
                        <a:srgbClr val="DDE5D7"/>
                      </a:solidFill>
                      <a:prstDash val="solid"/>
                    </a:lnB>
                    <a:solidFill>
                      <a:srgbClr val="F0F4E9"/>
                    </a:solidFill>
                  </a:tcPr>
                </a:tc>
              </a:tr>
              <a:tr h="540204">
                <a:tc>
                  <a:txBody>
                    <a:bodyPr lIns="114300" tIns="114300" rIns="114300" bIns="114300"/>
                    <a:lstStyle/>
                    <a:p>
                      <a:r>
                        <a:rPr sz="1500" b="0">
                          <a:solidFill>
                            <a:srgbClr val="243B2D"/>
                          </a:solidFill>
                          <a:latin typeface="Arial"/>
                          <a:ea typeface="Arial"/>
                          <a:cs typeface="Arial"/>
                        </a:rPr>
                        <a:t>Browser walkthrough</a:t>
                      </a:r>
                    </a:p>
                  </a:txBody>
                  <a:tcPr marL="91440" marR="91440" marT="45720" marB="45720" anchor="ctr">
                    <a:lnL w="9525">
                      <a:solidFill>
                        <a:srgbClr val="DDE5D7"/>
                      </a:solidFill>
                      <a:prstDash val="solid"/>
                    </a:lnL>
                    <a:lnR w="9525">
                      <a:solidFill>
                        <a:srgbClr val="DDE5D7"/>
                      </a:solidFill>
                      <a:prstDash val="solid"/>
                    </a:lnR>
                    <a:lnB w="9525">
                      <a:solidFill>
                        <a:srgbClr val="DDE5D7"/>
                      </a:solidFill>
                      <a:prstDash val="solid"/>
                    </a:lnB>
                    <a:solidFill>
                      <a:srgbClr val="FFFFFF"/>
                    </a:solidFill>
                  </a:tcPr>
                </a:tc>
                <a:tc>
                  <a:txBody>
                    <a:bodyPr lIns="114300" tIns="114300" rIns="114300" bIns="114300"/>
                    <a:lstStyle/>
                    <a:p>
                      <a:r>
                        <a:rPr sz="1500" b="0">
                          <a:solidFill>
                            <a:srgbClr val="243B2D"/>
                          </a:solidFill>
                          <a:latin typeface="Arial"/>
                          <a:ea typeface="Arial"/>
                          <a:cs typeface="Arial"/>
                        </a:rPr>
                        <a:t>Submit, assign, start, resolve and give feedback</a:t>
                      </a:r>
                    </a:p>
                  </a:txBody>
                  <a:tcPr marL="91440" marR="91440" marT="45720" marB="45720" anchor="ctr">
                    <a:lnR w="9525">
                      <a:solidFill>
                        <a:srgbClr val="DDE5D7"/>
                      </a:solidFill>
                      <a:prstDash val="solid"/>
                    </a:lnR>
                    <a:lnB w="9525">
                      <a:solidFill>
                        <a:srgbClr val="DDE5D7"/>
                      </a:solidFill>
                      <a:prstDash val="solid"/>
                    </a:lnB>
                    <a:solidFill>
                      <a:srgbClr val="FFFFFF"/>
                    </a:solidFill>
                  </a:tcPr>
                </a:tc>
                <a:tc>
                  <a:txBody>
                    <a:bodyPr lIns="114300" tIns="114300" rIns="114300" bIns="114300"/>
                    <a:lstStyle/>
                    <a:p>
                      <a:r>
                        <a:rPr sz="1500" b="0">
                          <a:solidFill>
                            <a:srgbClr val="243B2D"/>
                          </a:solidFill>
                          <a:latin typeface="Arial"/>
                          <a:ea typeface="Arial"/>
                          <a:cs typeface="Arial"/>
                        </a:rPr>
                        <a:t>CLOSED with full timeline</a:t>
                      </a:r>
                    </a:p>
                  </a:txBody>
                  <a:tcPr marL="91440" marR="91440" marT="45720" marB="45720" anchor="ctr">
                    <a:lnR w="9525">
                      <a:solidFill>
                        <a:srgbClr val="DDE5D7"/>
                      </a:solidFill>
                      <a:prstDash val="solid"/>
                    </a:lnR>
                    <a:lnB w="9525">
                      <a:solidFill>
                        <a:srgbClr val="DDE5D7"/>
                      </a:solidFill>
                      <a:prstDash val="solid"/>
                    </a:lnB>
                    <a:solidFill>
                      <a:srgbClr val="FFFFFF"/>
                    </a:solidFill>
                  </a:tcPr>
                </a:tc>
              </a:tr>
            </a:tbl>
          </a:graphicData>
        </a:graphic>
      </p:graphicFrame>
    </p:spTree>
    <p:extLst>
      <p:ext uri="{BB962C8B-B14F-4D97-AF65-F5344CB8AC3E}">
        <p14:creationId xmlns:p14="http://schemas.microsoft.com/office/powerpoint/2010/main" val="174516512"/>
      </p:ext>
    </p:extLst>
  </p:cSld>
</p:sld>
</file>

<file path=ppt/slides/slide18.xml><?xml version="1.0" encoding="utf-8"?>
<p:sld xmlns:p="http://schemas.openxmlformats.org/presentationml/2006/main">
  <p:cSld>
    <p:bg>
      <p:bgPr>
        <a:solidFill xmlns:a="http://schemas.openxmlformats.org/drawingml/2006/main">
          <a:srgbClr val="FAFBF7"/>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9827DF17-88B5-4DF9-A8D3-B33DA621E959}"/>
              </a:ext>
            </a:extLst>
          </p:cNvPr>
          <p:cNvSpPr>
            <a:spLocks xmlns:a="http://schemas.openxmlformats.org/drawingml/2006/main" noGrp="1"/>
          </p:cNvSpPr>
          <p:nvPr/>
        </p:nvSpPr>
        <p:spPr>
          <a:xfrm xmlns:a="http://schemas.openxmlformats.org/drawingml/2006/main">
            <a:off x="609600" y="4572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F4D3B"/>
                </a:solidFill>
                <a:latin typeface="Arial"/>
                <a:ea typeface="Arial"/>
                <a:cs typeface="Arial"/>
              </a:defRPr>
            </a:defPPr>
            <a:lvl1pPr>
              <a:defRPr sz="3000" b="1">
                <a:solidFill>
                  <a:srgbClr val="1F4D3B"/>
                </a:solidFill>
                <a:latin typeface="Arial"/>
                <a:ea typeface="Arial"/>
                <a:cs typeface="Arial"/>
              </a:defRPr>
            </a:lvl1pPr>
            <a:lvl2pPr>
              <a:defRPr sz="3000" b="1">
                <a:solidFill>
                  <a:srgbClr val="1F4D3B"/>
                </a:solidFill>
                <a:latin typeface="Arial"/>
                <a:ea typeface="Arial"/>
                <a:cs typeface="Arial"/>
              </a:defRPr>
            </a:lvl2pPr>
            <a:lvl3pPr>
              <a:defRPr sz="3000" b="1">
                <a:solidFill>
                  <a:srgbClr val="1F4D3B"/>
                </a:solidFill>
                <a:latin typeface="Arial"/>
                <a:ea typeface="Arial"/>
                <a:cs typeface="Arial"/>
              </a:defRPr>
            </a:lvl3pPr>
            <a:lvl4pPr>
              <a:defRPr sz="3000" b="1">
                <a:solidFill>
                  <a:srgbClr val="1F4D3B"/>
                </a:solidFill>
                <a:latin typeface="Arial"/>
                <a:ea typeface="Arial"/>
                <a:cs typeface="Arial"/>
              </a:defRPr>
            </a:lvl4pPr>
            <a:lvl5pPr>
              <a:defRPr sz="3000" b="1">
                <a:solidFill>
                  <a:srgbClr val="1F4D3B"/>
                </a:solidFill>
                <a:latin typeface="Arial"/>
                <a:ea typeface="Arial"/>
                <a:cs typeface="Arial"/>
              </a:defRPr>
            </a:lvl5pPr>
            <a:lvl6pPr>
              <a:defRPr sz="3000" b="1">
                <a:solidFill>
                  <a:srgbClr val="1F4D3B"/>
                </a:solidFill>
                <a:latin typeface="Arial"/>
                <a:ea typeface="Arial"/>
                <a:cs typeface="Arial"/>
              </a:defRPr>
            </a:lvl6pPr>
            <a:lvl7pPr>
              <a:defRPr sz="3000" b="1">
                <a:solidFill>
                  <a:srgbClr val="1F4D3B"/>
                </a:solidFill>
                <a:latin typeface="Arial"/>
                <a:ea typeface="Arial"/>
                <a:cs typeface="Arial"/>
              </a:defRPr>
            </a:lvl7pPr>
            <a:lvl8pPr>
              <a:defRPr sz="3000" b="1">
                <a:solidFill>
                  <a:srgbClr val="1F4D3B"/>
                </a:solidFill>
                <a:latin typeface="Arial"/>
                <a:ea typeface="Arial"/>
                <a:cs typeface="Arial"/>
              </a:defRPr>
            </a:lvl8pPr>
            <a:lvl9pPr>
              <a:defRPr sz="3000" b="1">
                <a:solidFill>
                  <a:srgbClr val="1F4D3B"/>
                </a:solidFill>
                <a:latin typeface="Arial"/>
                <a:ea typeface="Arial"/>
                <a:cs typeface="Arial"/>
              </a:defRPr>
            </a:lvl9pPr>
          </a:lstStyle>
          <a:p xmlns:a="http://schemas.openxmlformats.org/drawingml/2006/main">
            <a:pPr>
              <a:defRPr sz="3000" b="1">
                <a:solidFill>
                  <a:srgbClr val="1F4D3B"/>
                </a:solidFill>
                <a:latin typeface="Arial"/>
                <a:ea typeface="Arial"/>
                <a:cs typeface="Arial"/>
              </a:defRPr>
            </a:pPr>
            <a:r>
              <a:rPr sz="3000" b="1">
                <a:solidFill>
                  <a:srgbClr val="1F4D3B"/>
                </a:solidFill>
                <a:latin typeface="Arial"/>
                <a:ea typeface="Arial"/>
                <a:cs typeface="Arial"/>
              </a:rPr>
              <a:t>Project Demonstration and Documentation</a:t>
            </a:r>
          </a:p>
        </p:txBody>
      </p:sp>
      <p:sp>
        <p:nvSpPr>
          <p:cNvPr id="3" name="footer">
            <a:extLst xmlns:a="http://schemas.openxmlformats.org/drawingml/2006/main">
              <a:ext uri="{FF2B5EF4-FFF2-40B4-BE49-F238E27FC236}">
                <a16:creationId xmlns:a16="http://schemas.microsoft.com/office/drawing/2014/main" id="{A9CAA610-BA3C-4CFC-9BE0-9B0215FCE424}"/>
              </a:ext>
            </a:extLst>
          </p:cNvPr>
          <p:cNvSpPr>
            <a:spLocks xmlns:a="http://schemas.openxmlformats.org/drawingml/2006/main" noGrp="1"/>
          </p:cNvSpPr>
          <p:nvPr/>
        </p:nvSpPr>
        <p:spPr>
          <a:xfrm xmlns:a="http://schemas.openxmlformats.org/drawingml/2006/main">
            <a:off x="609600" y="6477000"/>
            <a:ext cx="428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60735E"/>
                </a:solidFill>
                <a:latin typeface="Arial"/>
                <a:ea typeface="Arial"/>
                <a:cs typeface="Arial"/>
              </a:defRPr>
            </a:defPPr>
            <a:lvl1pPr>
              <a:defRPr sz="1050" b="0">
                <a:solidFill>
                  <a:srgbClr val="60735E"/>
                </a:solidFill>
                <a:latin typeface="Arial"/>
                <a:ea typeface="Arial"/>
                <a:cs typeface="Arial"/>
              </a:defRPr>
            </a:lvl1pPr>
            <a:lvl2pPr>
              <a:defRPr sz="1050" b="0">
                <a:solidFill>
                  <a:srgbClr val="60735E"/>
                </a:solidFill>
                <a:latin typeface="Arial"/>
                <a:ea typeface="Arial"/>
                <a:cs typeface="Arial"/>
              </a:defRPr>
            </a:lvl2pPr>
            <a:lvl3pPr>
              <a:defRPr sz="1050" b="0">
                <a:solidFill>
                  <a:srgbClr val="60735E"/>
                </a:solidFill>
                <a:latin typeface="Arial"/>
                <a:ea typeface="Arial"/>
                <a:cs typeface="Arial"/>
              </a:defRPr>
            </a:lvl3pPr>
            <a:lvl4pPr>
              <a:defRPr sz="1050" b="0">
                <a:solidFill>
                  <a:srgbClr val="60735E"/>
                </a:solidFill>
                <a:latin typeface="Arial"/>
                <a:ea typeface="Arial"/>
                <a:cs typeface="Arial"/>
              </a:defRPr>
            </a:lvl4pPr>
            <a:lvl5pPr>
              <a:defRPr sz="1050" b="0">
                <a:solidFill>
                  <a:srgbClr val="60735E"/>
                </a:solidFill>
                <a:latin typeface="Arial"/>
                <a:ea typeface="Arial"/>
                <a:cs typeface="Arial"/>
              </a:defRPr>
            </a:lvl5pPr>
            <a:lvl6pPr>
              <a:defRPr sz="1050" b="0">
                <a:solidFill>
                  <a:srgbClr val="60735E"/>
                </a:solidFill>
                <a:latin typeface="Arial"/>
                <a:ea typeface="Arial"/>
                <a:cs typeface="Arial"/>
              </a:defRPr>
            </a:lvl6pPr>
            <a:lvl7pPr>
              <a:defRPr sz="1050" b="0">
                <a:solidFill>
                  <a:srgbClr val="60735E"/>
                </a:solidFill>
                <a:latin typeface="Arial"/>
                <a:ea typeface="Arial"/>
                <a:cs typeface="Arial"/>
              </a:defRPr>
            </a:lvl7pPr>
            <a:lvl8pPr>
              <a:defRPr sz="1050" b="0">
                <a:solidFill>
                  <a:srgbClr val="60735E"/>
                </a:solidFill>
                <a:latin typeface="Arial"/>
                <a:ea typeface="Arial"/>
                <a:cs typeface="Arial"/>
              </a:defRPr>
            </a:lvl8pPr>
            <a:lvl9pPr>
              <a:defRPr sz="1050" b="0">
                <a:solidFill>
                  <a:srgbClr val="60735E"/>
                </a:solidFill>
                <a:latin typeface="Arial"/>
                <a:ea typeface="Arial"/>
                <a:cs typeface="Arial"/>
              </a:defRPr>
            </a:lvl9pPr>
          </a:lstStyle>
          <a:p xmlns:a="http://schemas.openxmlformats.org/drawingml/2006/main">
            <a:pPr>
              <a:defRPr sz="1050" b="0">
                <a:solidFill>
                  <a:srgbClr val="60735E"/>
                </a:solidFill>
                <a:latin typeface="Arial"/>
                <a:ea typeface="Arial"/>
                <a:cs typeface="Arial"/>
              </a:defRPr>
            </a:pPr>
            <a:r>
              <a:rPr sz="1050" b="0">
                <a:solidFill>
                  <a:srgbClr val="60735E"/>
                </a:solidFill>
                <a:latin typeface="Arial"/>
                <a:ea typeface="Arial"/>
                <a:cs typeface="Arial"/>
              </a:rPr>
              <a:t>HRCMS / HAVEN</a:t>
            </a:r>
          </a:p>
        </p:txBody>
      </p:sp>
      <p:sp>
        <p:nvSpPr>
          <p:cNvPr id="4" name="page-number">
            <a:extLst xmlns:a="http://schemas.openxmlformats.org/drawingml/2006/main">
              <a:ext uri="{FF2B5EF4-FFF2-40B4-BE49-F238E27FC236}">
                <a16:creationId xmlns:a16="http://schemas.microsoft.com/office/drawing/2014/main" id="{A3A37658-4B46-44D4-82AD-A08E3BA570A1}"/>
              </a:ext>
            </a:extLst>
          </p:cNvPr>
          <p:cNvSpPr>
            <a:spLocks xmlns:a="http://schemas.openxmlformats.org/drawingml/2006/main" noGrp="1"/>
          </p:cNvSpPr>
          <p:nvPr/>
        </p:nvSpPr>
        <p:spPr>
          <a:xfrm xmlns:a="http://schemas.openxmlformats.org/drawingml/2006/main">
            <a:off x="10763250" y="6477000"/>
            <a:ext cx="819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60735E"/>
                </a:solidFill>
                <a:latin typeface="Arial"/>
                <a:ea typeface="Arial"/>
                <a:cs typeface="Arial"/>
              </a:defRPr>
            </a:defPPr>
            <a:lvl1pPr>
              <a:defRPr sz="1050" b="0">
                <a:solidFill>
                  <a:srgbClr val="60735E"/>
                </a:solidFill>
                <a:latin typeface="Arial"/>
                <a:ea typeface="Arial"/>
                <a:cs typeface="Arial"/>
              </a:defRPr>
            </a:lvl1pPr>
            <a:lvl2pPr>
              <a:defRPr sz="1050" b="0">
                <a:solidFill>
                  <a:srgbClr val="60735E"/>
                </a:solidFill>
                <a:latin typeface="Arial"/>
                <a:ea typeface="Arial"/>
                <a:cs typeface="Arial"/>
              </a:defRPr>
            </a:lvl2pPr>
            <a:lvl3pPr>
              <a:defRPr sz="1050" b="0">
                <a:solidFill>
                  <a:srgbClr val="60735E"/>
                </a:solidFill>
                <a:latin typeface="Arial"/>
                <a:ea typeface="Arial"/>
                <a:cs typeface="Arial"/>
              </a:defRPr>
            </a:lvl3pPr>
            <a:lvl4pPr>
              <a:defRPr sz="1050" b="0">
                <a:solidFill>
                  <a:srgbClr val="60735E"/>
                </a:solidFill>
                <a:latin typeface="Arial"/>
                <a:ea typeface="Arial"/>
                <a:cs typeface="Arial"/>
              </a:defRPr>
            </a:lvl4pPr>
            <a:lvl5pPr>
              <a:defRPr sz="1050" b="0">
                <a:solidFill>
                  <a:srgbClr val="60735E"/>
                </a:solidFill>
                <a:latin typeface="Arial"/>
                <a:ea typeface="Arial"/>
                <a:cs typeface="Arial"/>
              </a:defRPr>
            </a:lvl5pPr>
            <a:lvl6pPr>
              <a:defRPr sz="1050" b="0">
                <a:solidFill>
                  <a:srgbClr val="60735E"/>
                </a:solidFill>
                <a:latin typeface="Arial"/>
                <a:ea typeface="Arial"/>
                <a:cs typeface="Arial"/>
              </a:defRPr>
            </a:lvl6pPr>
            <a:lvl7pPr>
              <a:defRPr sz="1050" b="0">
                <a:solidFill>
                  <a:srgbClr val="60735E"/>
                </a:solidFill>
                <a:latin typeface="Arial"/>
                <a:ea typeface="Arial"/>
                <a:cs typeface="Arial"/>
              </a:defRPr>
            </a:lvl7pPr>
            <a:lvl8pPr>
              <a:defRPr sz="1050" b="0">
                <a:solidFill>
                  <a:srgbClr val="60735E"/>
                </a:solidFill>
                <a:latin typeface="Arial"/>
                <a:ea typeface="Arial"/>
                <a:cs typeface="Arial"/>
              </a:defRPr>
            </a:lvl8pPr>
            <a:lvl9pPr>
              <a:defRPr sz="1050" b="0">
                <a:solidFill>
                  <a:srgbClr val="60735E"/>
                </a:solidFill>
                <a:latin typeface="Arial"/>
                <a:ea typeface="Arial"/>
                <a:cs typeface="Arial"/>
              </a:defRPr>
            </a:lvl9pPr>
          </a:lstStyle>
          <a:p xmlns:a="http://schemas.openxmlformats.org/drawingml/2006/main">
            <a:pPr>
              <a:defRPr sz="1050" b="0">
                <a:solidFill>
                  <a:srgbClr val="60735E"/>
                </a:solidFill>
                <a:latin typeface="Arial"/>
                <a:ea typeface="Arial"/>
                <a:cs typeface="Arial"/>
              </a:defRPr>
            </a:pPr>
            <a:r>
              <a:rPr sz="1050" b="0">
                <a:solidFill>
                  <a:srgbClr val="60735E"/>
                </a:solidFill>
                <a:latin typeface="Arial"/>
                <a:ea typeface="Arial"/>
                <a:cs typeface="Arial"/>
              </a:rPr>
              <a:t>18 / 18</a:t>
            </a:r>
          </a:p>
        </p:txBody>
      </p:sp>
      <p:graphicFrame>
        <p:nvGraphicFramePr>
          <p:cNvPr id="5" name="">
            <a:extLst xmlns:a="http://schemas.openxmlformats.org/drawingml/2006/main">
              <a:ext uri="{FF2B5EF4-FFF2-40B4-BE49-F238E27FC236}">
                <a16:creationId xmlns:a16="http://schemas.microsoft.com/office/drawing/2014/main" id="{B8DFC0BF-0A00-4C78-92B9-8A7D9CF547BE}"/>
              </a:ext>
            </a:extLst>
          </p:cNvPr>
          <p:cNvGraphicFramePr/>
          <p:nvPr/>
        </p:nvGraphicFramePr>
        <p:xfrm>
          <a:off xmlns:a="http://schemas.openxmlformats.org/drawingml/2006/main" x="609600" y="1676400"/>
          <a:ext xmlns:a="http://schemas.openxmlformats.org/drawingml/2006/main" cx="10972800" cy="3333750"/>
        </p:xfrm>
        <a:graphic xmlns:a="http://schemas.openxmlformats.org/drawingml/2006/main">
          <a:graphicData uri="http://schemas.openxmlformats.org/drawingml/2006/table">
            <a:tbl>
              <a:tblPr/>
              <a:tblGrid>
                <a:gridCol w="904875"/>
                <a:gridCol w="2333625"/>
                <a:gridCol w="7734300"/>
              </a:tblGrid>
              <a:tr h="457200">
                <a:tc>
                  <a:txBody>
                    <a:bodyPr lIns="114300" tIns="114300" rIns="114300" bIns="114300"/>
                    <a:lstStyle/>
                    <a:p>
                      <a:r>
                        <a:rPr sz="1725" b="1">
                          <a:solidFill>
                            <a:srgbClr val="FFFFFF"/>
                          </a:solidFill>
                          <a:latin typeface="Arial"/>
                          <a:ea typeface="Arial"/>
                          <a:cs typeface="Arial"/>
                        </a:rPr>
                        <a:t>Step</a:t>
                      </a:r>
                    </a:p>
                  </a:txBody>
                  <a:tcPr marL="91440" marR="91440" marT="45720" marB="45720" anchor="ctr">
                    <a:lnL w="9525">
                      <a:solidFill>
                        <a:srgbClr val="DDE5D7"/>
                      </a:solidFill>
                      <a:prstDash val="solid"/>
                    </a:lnL>
                    <a:lnR w="9525">
                      <a:solidFill>
                        <a:srgbClr val="DDE5D7"/>
                      </a:solidFill>
                      <a:prstDash val="solid"/>
                    </a:lnR>
                    <a:lnT w="9525">
                      <a:solidFill>
                        <a:srgbClr val="DDE5D7"/>
                      </a:solidFill>
                      <a:prstDash val="solid"/>
                    </a:lnT>
                    <a:lnB w="9525">
                      <a:solidFill>
                        <a:srgbClr val="DDE5D7"/>
                      </a:solidFill>
                      <a:prstDash val="solid"/>
                    </a:lnB>
                    <a:solidFill>
                      <a:srgbClr val="1F4D3B"/>
                    </a:solidFill>
                  </a:tcPr>
                </a:tc>
                <a:tc>
                  <a:txBody>
                    <a:bodyPr lIns="114300" tIns="114300" rIns="114300" bIns="114300"/>
                    <a:lstStyle/>
                    <a:p>
                      <a:r>
                        <a:rPr sz="1725" b="1">
                          <a:solidFill>
                            <a:srgbClr val="FFFFFF"/>
                          </a:solidFill>
                          <a:latin typeface="Arial"/>
                          <a:ea typeface="Arial"/>
                          <a:cs typeface="Arial"/>
                        </a:rPr>
                        <a:t>Role</a:t>
                      </a:r>
                    </a:p>
                  </a:txBody>
                  <a:tcPr marL="91440" marR="91440" marT="45720" marB="45720" anchor="ctr">
                    <a:lnR w="9525">
                      <a:solidFill>
                        <a:srgbClr val="DDE5D7"/>
                      </a:solidFill>
                      <a:prstDash val="solid"/>
                    </a:lnR>
                    <a:lnT w="9525">
                      <a:solidFill>
                        <a:srgbClr val="DDE5D7"/>
                      </a:solidFill>
                      <a:prstDash val="solid"/>
                    </a:lnT>
                    <a:lnB w="9525">
                      <a:solidFill>
                        <a:srgbClr val="DDE5D7"/>
                      </a:solidFill>
                      <a:prstDash val="solid"/>
                    </a:lnB>
                    <a:solidFill>
                      <a:srgbClr val="1F4D3B"/>
                    </a:solidFill>
                  </a:tcPr>
                </a:tc>
                <a:tc>
                  <a:txBody>
                    <a:bodyPr lIns="114300" tIns="114300" rIns="114300" bIns="114300"/>
                    <a:lstStyle/>
                    <a:p>
                      <a:r>
                        <a:rPr sz="1725" b="1">
                          <a:solidFill>
                            <a:srgbClr val="FFFFFF"/>
                          </a:solidFill>
                          <a:latin typeface="Arial"/>
                          <a:ea typeface="Arial"/>
                          <a:cs typeface="Arial"/>
                        </a:rPr>
                        <a:t>Demonstration</a:t>
                      </a:r>
                    </a:p>
                  </a:txBody>
                  <a:tcPr marL="91440" marR="91440" marT="45720" marB="45720" anchor="ctr">
                    <a:lnR w="9525">
                      <a:solidFill>
                        <a:srgbClr val="DDE5D7"/>
                      </a:solidFill>
                      <a:prstDash val="solid"/>
                    </a:lnR>
                    <a:lnT w="9525">
                      <a:solidFill>
                        <a:srgbClr val="DDE5D7"/>
                      </a:solidFill>
                      <a:prstDash val="solid"/>
                    </a:lnT>
                    <a:lnB w="9525">
                      <a:solidFill>
                        <a:srgbClr val="DDE5D7"/>
                      </a:solidFill>
                      <a:prstDash val="solid"/>
                    </a:lnB>
                    <a:solidFill>
                      <a:srgbClr val="1F4D3B"/>
                    </a:solidFill>
                  </a:tcPr>
                </a:tc>
              </a:tr>
              <a:tr h="575310">
                <a:tc>
                  <a:txBody>
                    <a:bodyPr lIns="114300" tIns="114300" rIns="114300" bIns="114300"/>
                    <a:lstStyle/>
                    <a:p>
                      <a:r>
                        <a:rPr sz="1800" b="0">
                          <a:solidFill>
                            <a:srgbClr val="243B2D"/>
                          </a:solidFill>
                          <a:latin typeface="Arial"/>
                          <a:ea typeface="Arial"/>
                          <a:cs typeface="Arial"/>
                        </a:rPr>
                        <a:t>1</a:t>
                      </a:r>
                    </a:p>
                  </a:txBody>
                  <a:tcPr marL="91440" marR="91440" marT="45720" marB="45720" anchor="ctr">
                    <a:lnL w="9525">
                      <a:solidFill>
                        <a:srgbClr val="DDE5D7"/>
                      </a:solidFill>
                      <a:prstDash val="solid"/>
                    </a:lnL>
                    <a:lnR w="9525">
                      <a:solidFill>
                        <a:srgbClr val="DDE5D7"/>
                      </a:solidFill>
                      <a:prstDash val="solid"/>
                    </a:lnR>
                    <a:lnB w="9525">
                      <a:solidFill>
                        <a:srgbClr val="DDE5D7"/>
                      </a:solidFill>
                      <a:prstDash val="solid"/>
                    </a:lnB>
                    <a:solidFill>
                      <a:srgbClr val="FFFFFF"/>
                    </a:solidFill>
                  </a:tcPr>
                </a:tc>
                <a:tc>
                  <a:txBody>
                    <a:bodyPr lIns="114300" tIns="114300" rIns="114300" bIns="114300"/>
                    <a:lstStyle/>
                    <a:p>
                      <a:r>
                        <a:rPr sz="1800" b="0">
                          <a:solidFill>
                            <a:srgbClr val="243B2D"/>
                          </a:solidFill>
                          <a:latin typeface="Arial"/>
                          <a:ea typeface="Arial"/>
                          <a:cs typeface="Arial"/>
                        </a:rPr>
                        <a:t>Student</a:t>
                      </a:r>
                    </a:p>
                  </a:txBody>
                  <a:tcPr marL="91440" marR="91440" marT="45720" marB="45720" anchor="ctr">
                    <a:lnR w="9525">
                      <a:solidFill>
                        <a:srgbClr val="DDE5D7"/>
                      </a:solidFill>
                      <a:prstDash val="solid"/>
                    </a:lnR>
                    <a:lnB w="9525">
                      <a:solidFill>
                        <a:srgbClr val="DDE5D7"/>
                      </a:solidFill>
                      <a:prstDash val="solid"/>
                    </a:lnB>
                    <a:solidFill>
                      <a:srgbClr val="FFFFFF"/>
                    </a:solidFill>
                  </a:tcPr>
                </a:tc>
                <a:tc>
                  <a:txBody>
                    <a:bodyPr lIns="114300" tIns="114300" rIns="114300" bIns="114300"/>
                    <a:lstStyle/>
                    <a:p>
                      <a:r>
                        <a:rPr sz="1800" b="0">
                          <a:solidFill>
                            <a:srgbClr val="243B2D"/>
                          </a:solidFill>
                          <a:latin typeface="Arial"/>
                          <a:ea typeface="Arial"/>
                          <a:cs typeface="Arial"/>
                        </a:rPr>
                        <a:t>Show room and roommate, then raise a complaint.</a:t>
                      </a:r>
                    </a:p>
                  </a:txBody>
                  <a:tcPr marL="91440" marR="91440" marT="45720" marB="45720" anchor="ctr">
                    <a:lnR w="9525">
                      <a:solidFill>
                        <a:srgbClr val="DDE5D7"/>
                      </a:solidFill>
                      <a:prstDash val="solid"/>
                    </a:lnR>
                    <a:lnB w="9525">
                      <a:solidFill>
                        <a:srgbClr val="DDE5D7"/>
                      </a:solidFill>
                      <a:prstDash val="solid"/>
                    </a:lnB>
                    <a:solidFill>
                      <a:srgbClr val="FFFFFF"/>
                    </a:solidFill>
                  </a:tcPr>
                </a:tc>
              </a:tr>
              <a:tr h="575310">
                <a:tc>
                  <a:txBody>
                    <a:bodyPr lIns="114300" tIns="114300" rIns="114300" bIns="114300"/>
                    <a:lstStyle/>
                    <a:p>
                      <a:r>
                        <a:rPr sz="1800" b="0">
                          <a:solidFill>
                            <a:srgbClr val="243B2D"/>
                          </a:solidFill>
                          <a:latin typeface="Arial"/>
                          <a:ea typeface="Arial"/>
                          <a:cs typeface="Arial"/>
                        </a:rPr>
                        <a:t>2</a:t>
                      </a:r>
                    </a:p>
                  </a:txBody>
                  <a:tcPr marL="91440" marR="91440" marT="45720" marB="45720" anchor="ctr">
                    <a:lnL w="9525">
                      <a:solidFill>
                        <a:srgbClr val="DDE5D7"/>
                      </a:solidFill>
                      <a:prstDash val="solid"/>
                    </a:lnL>
                    <a:lnR w="9525">
                      <a:solidFill>
                        <a:srgbClr val="DDE5D7"/>
                      </a:solidFill>
                      <a:prstDash val="solid"/>
                    </a:lnR>
                    <a:lnB w="9525">
                      <a:solidFill>
                        <a:srgbClr val="DDE5D7"/>
                      </a:solidFill>
                      <a:prstDash val="solid"/>
                    </a:lnB>
                    <a:solidFill>
                      <a:srgbClr val="F0F4E9"/>
                    </a:solidFill>
                  </a:tcPr>
                </a:tc>
                <a:tc>
                  <a:txBody>
                    <a:bodyPr lIns="114300" tIns="114300" rIns="114300" bIns="114300"/>
                    <a:lstStyle/>
                    <a:p>
                      <a:r>
                        <a:rPr sz="1800" b="0">
                          <a:solidFill>
                            <a:srgbClr val="243B2D"/>
                          </a:solidFill>
                          <a:latin typeface="Arial"/>
                          <a:ea typeface="Arial"/>
                          <a:cs typeface="Arial"/>
                        </a:rPr>
                        <a:t>Warden</a:t>
                      </a:r>
                    </a:p>
                  </a:txBody>
                  <a:tcPr marL="91440" marR="91440" marT="45720" marB="45720" anchor="ctr">
                    <a:lnR w="9525">
                      <a:solidFill>
                        <a:srgbClr val="DDE5D7"/>
                      </a:solidFill>
                      <a:prstDash val="solid"/>
                    </a:lnR>
                    <a:lnB w="9525">
                      <a:solidFill>
                        <a:srgbClr val="DDE5D7"/>
                      </a:solidFill>
                      <a:prstDash val="solid"/>
                    </a:lnB>
                    <a:solidFill>
                      <a:srgbClr val="F0F4E9"/>
                    </a:solidFill>
                  </a:tcPr>
                </a:tc>
                <a:tc>
                  <a:txBody>
                    <a:bodyPr lIns="114300" tIns="114300" rIns="114300" bIns="114300"/>
                    <a:lstStyle/>
                    <a:p>
                      <a:r>
                        <a:rPr sz="1800" b="0">
                          <a:solidFill>
                            <a:srgbClr val="243B2D"/>
                          </a:solidFill>
                          <a:latin typeface="Arial"/>
                          <a:ea typeface="Arial"/>
                          <a:cs typeface="Arial"/>
                        </a:rPr>
                        <a:t>Assign the issue to matching staff in A Block.</a:t>
                      </a:r>
                    </a:p>
                  </a:txBody>
                  <a:tcPr marL="91440" marR="91440" marT="45720" marB="45720" anchor="ctr">
                    <a:lnR w="9525">
                      <a:solidFill>
                        <a:srgbClr val="DDE5D7"/>
                      </a:solidFill>
                      <a:prstDash val="solid"/>
                    </a:lnR>
                    <a:lnB w="9525">
                      <a:solidFill>
                        <a:srgbClr val="DDE5D7"/>
                      </a:solidFill>
                      <a:prstDash val="solid"/>
                    </a:lnB>
                    <a:solidFill>
                      <a:srgbClr val="F0F4E9"/>
                    </a:solidFill>
                  </a:tcPr>
                </a:tc>
              </a:tr>
              <a:tr h="575310">
                <a:tc>
                  <a:txBody>
                    <a:bodyPr lIns="114300" tIns="114300" rIns="114300" bIns="114300"/>
                    <a:lstStyle/>
                    <a:p>
                      <a:r>
                        <a:rPr sz="1800" b="0">
                          <a:solidFill>
                            <a:srgbClr val="243B2D"/>
                          </a:solidFill>
                          <a:latin typeface="Arial"/>
                          <a:ea typeface="Arial"/>
                          <a:cs typeface="Arial"/>
                        </a:rPr>
                        <a:t>3</a:t>
                      </a:r>
                    </a:p>
                  </a:txBody>
                  <a:tcPr marL="91440" marR="91440" marT="45720" marB="45720" anchor="ctr">
                    <a:lnL w="9525">
                      <a:solidFill>
                        <a:srgbClr val="DDE5D7"/>
                      </a:solidFill>
                      <a:prstDash val="solid"/>
                    </a:lnL>
                    <a:lnR w="9525">
                      <a:solidFill>
                        <a:srgbClr val="DDE5D7"/>
                      </a:solidFill>
                      <a:prstDash val="solid"/>
                    </a:lnR>
                    <a:lnB w="9525">
                      <a:solidFill>
                        <a:srgbClr val="DDE5D7"/>
                      </a:solidFill>
                      <a:prstDash val="solid"/>
                    </a:lnB>
                    <a:solidFill>
                      <a:srgbClr val="FFFFFF"/>
                    </a:solidFill>
                  </a:tcPr>
                </a:tc>
                <a:tc>
                  <a:txBody>
                    <a:bodyPr lIns="114300" tIns="114300" rIns="114300" bIns="114300"/>
                    <a:lstStyle/>
                    <a:p>
                      <a:r>
                        <a:rPr sz="1800" b="0">
                          <a:solidFill>
                            <a:srgbClr val="243B2D"/>
                          </a:solidFill>
                          <a:latin typeface="Arial"/>
                          <a:ea typeface="Arial"/>
                          <a:cs typeface="Arial"/>
                        </a:rPr>
                        <a:t>Assigned staff</a:t>
                      </a:r>
                    </a:p>
                  </a:txBody>
                  <a:tcPr marL="91440" marR="91440" marT="45720" marB="45720" anchor="ctr">
                    <a:lnR w="9525">
                      <a:solidFill>
                        <a:srgbClr val="DDE5D7"/>
                      </a:solidFill>
                      <a:prstDash val="solid"/>
                    </a:lnR>
                    <a:lnB w="9525">
                      <a:solidFill>
                        <a:srgbClr val="DDE5D7"/>
                      </a:solidFill>
                      <a:prstDash val="solid"/>
                    </a:lnB>
                    <a:solidFill>
                      <a:srgbClr val="FFFFFF"/>
                    </a:solidFill>
                  </a:tcPr>
                </a:tc>
                <a:tc>
                  <a:txBody>
                    <a:bodyPr lIns="114300" tIns="114300" rIns="114300" bIns="114300"/>
                    <a:lstStyle/>
                    <a:p>
                      <a:r>
                        <a:rPr sz="1800" b="0">
                          <a:solidFill>
                            <a:srgbClr val="243B2D"/>
                          </a:solidFill>
                          <a:latin typeface="Arial"/>
                          <a:ea typeface="Arial"/>
                          <a:cs typeface="Arial"/>
                        </a:rPr>
                        <a:t>Start work and resolve it with a repair remark.</a:t>
                      </a:r>
                    </a:p>
                  </a:txBody>
                  <a:tcPr marL="91440" marR="91440" marT="45720" marB="45720" anchor="ctr">
                    <a:lnR w="9525">
                      <a:solidFill>
                        <a:srgbClr val="DDE5D7"/>
                      </a:solidFill>
                      <a:prstDash val="solid"/>
                    </a:lnR>
                    <a:lnB w="9525">
                      <a:solidFill>
                        <a:srgbClr val="DDE5D7"/>
                      </a:solidFill>
                      <a:prstDash val="solid"/>
                    </a:lnB>
                    <a:solidFill>
                      <a:srgbClr val="FFFFFF"/>
                    </a:solidFill>
                  </a:tcPr>
                </a:tc>
              </a:tr>
              <a:tr h="575310">
                <a:tc>
                  <a:txBody>
                    <a:bodyPr lIns="114300" tIns="114300" rIns="114300" bIns="114300"/>
                    <a:lstStyle/>
                    <a:p>
                      <a:r>
                        <a:rPr sz="1800" b="0">
                          <a:solidFill>
                            <a:srgbClr val="243B2D"/>
                          </a:solidFill>
                          <a:latin typeface="Arial"/>
                          <a:ea typeface="Arial"/>
                          <a:cs typeface="Arial"/>
                        </a:rPr>
                        <a:t>4</a:t>
                      </a:r>
                    </a:p>
                  </a:txBody>
                  <a:tcPr marL="91440" marR="91440" marT="45720" marB="45720" anchor="ctr">
                    <a:lnL w="9525">
                      <a:solidFill>
                        <a:srgbClr val="DDE5D7"/>
                      </a:solidFill>
                      <a:prstDash val="solid"/>
                    </a:lnL>
                    <a:lnR w="9525">
                      <a:solidFill>
                        <a:srgbClr val="DDE5D7"/>
                      </a:solidFill>
                      <a:prstDash val="solid"/>
                    </a:lnR>
                    <a:lnB w="9525">
                      <a:solidFill>
                        <a:srgbClr val="DDE5D7"/>
                      </a:solidFill>
                      <a:prstDash val="solid"/>
                    </a:lnB>
                    <a:solidFill>
                      <a:srgbClr val="F0F4E9"/>
                    </a:solidFill>
                  </a:tcPr>
                </a:tc>
                <a:tc>
                  <a:txBody>
                    <a:bodyPr lIns="114300" tIns="114300" rIns="114300" bIns="114300"/>
                    <a:lstStyle/>
                    <a:p>
                      <a:r>
                        <a:rPr sz="1800" b="0">
                          <a:solidFill>
                            <a:srgbClr val="243B2D"/>
                          </a:solidFill>
                          <a:latin typeface="Arial"/>
                          <a:ea typeface="Arial"/>
                          <a:cs typeface="Arial"/>
                        </a:rPr>
                        <a:t>Student</a:t>
                      </a:r>
                    </a:p>
                  </a:txBody>
                  <a:tcPr marL="91440" marR="91440" marT="45720" marB="45720" anchor="ctr">
                    <a:lnR w="9525">
                      <a:solidFill>
                        <a:srgbClr val="DDE5D7"/>
                      </a:solidFill>
                      <a:prstDash val="solid"/>
                    </a:lnR>
                    <a:lnB w="9525">
                      <a:solidFill>
                        <a:srgbClr val="DDE5D7"/>
                      </a:solidFill>
                      <a:prstDash val="solid"/>
                    </a:lnB>
                    <a:solidFill>
                      <a:srgbClr val="F0F4E9"/>
                    </a:solidFill>
                  </a:tcPr>
                </a:tc>
                <a:tc>
                  <a:txBody>
                    <a:bodyPr lIns="114300" tIns="114300" rIns="114300" bIns="114300"/>
                    <a:lstStyle/>
                    <a:p>
                      <a:r>
                        <a:rPr sz="1800" b="0">
                          <a:solidFill>
                            <a:srgbClr val="243B2D"/>
                          </a:solidFill>
                          <a:latin typeface="Arial"/>
                          <a:ea typeface="Arial"/>
                          <a:cs typeface="Arial"/>
                        </a:rPr>
                        <a:t>Rate the repair. Show CLOSED status and full history.</a:t>
                      </a:r>
                    </a:p>
                  </a:txBody>
                  <a:tcPr marL="91440" marR="91440" marT="45720" marB="45720" anchor="ctr">
                    <a:lnR w="9525">
                      <a:solidFill>
                        <a:srgbClr val="DDE5D7"/>
                      </a:solidFill>
                      <a:prstDash val="solid"/>
                    </a:lnR>
                    <a:lnB w="9525">
                      <a:solidFill>
                        <a:srgbClr val="DDE5D7"/>
                      </a:solidFill>
                      <a:prstDash val="solid"/>
                    </a:lnB>
                    <a:solidFill>
                      <a:srgbClr val="F0F4E9"/>
                    </a:solidFill>
                  </a:tcPr>
                </a:tc>
              </a:tr>
              <a:tr h="575310">
                <a:tc>
                  <a:txBody>
                    <a:bodyPr lIns="114300" tIns="114300" rIns="114300" bIns="114300"/>
                    <a:lstStyle/>
                    <a:p>
                      <a:r>
                        <a:rPr sz="1800" b="0">
                          <a:solidFill>
                            <a:srgbClr val="243B2D"/>
                          </a:solidFill>
                          <a:latin typeface="Arial"/>
                          <a:ea typeface="Arial"/>
                          <a:cs typeface="Arial"/>
                        </a:rPr>
                        <a:t>5</a:t>
                      </a:r>
                    </a:p>
                  </a:txBody>
                  <a:tcPr marL="91440" marR="91440" marT="45720" marB="45720" anchor="ctr">
                    <a:lnL w="9525">
                      <a:solidFill>
                        <a:srgbClr val="DDE5D7"/>
                      </a:solidFill>
                      <a:prstDash val="solid"/>
                    </a:lnL>
                    <a:lnR w="9525">
                      <a:solidFill>
                        <a:srgbClr val="DDE5D7"/>
                      </a:solidFill>
                      <a:prstDash val="solid"/>
                    </a:lnR>
                    <a:lnB w="9525">
                      <a:solidFill>
                        <a:srgbClr val="DDE5D7"/>
                      </a:solidFill>
                      <a:prstDash val="solid"/>
                    </a:lnB>
                    <a:solidFill>
                      <a:srgbClr val="FFFFFF"/>
                    </a:solidFill>
                  </a:tcPr>
                </a:tc>
                <a:tc>
                  <a:txBody>
                    <a:bodyPr lIns="114300" tIns="114300" rIns="114300" bIns="114300"/>
                    <a:lstStyle/>
                    <a:p>
                      <a:r>
                        <a:rPr sz="1800" b="0">
                          <a:solidFill>
                            <a:srgbClr val="243B2D"/>
                          </a:solidFill>
                          <a:latin typeface="Arial"/>
                          <a:ea typeface="Arial"/>
                          <a:cs typeface="Arial"/>
                        </a:rPr>
                        <a:t>Warden / admin</a:t>
                      </a:r>
                    </a:p>
                  </a:txBody>
                  <a:tcPr marL="91440" marR="91440" marT="45720" marB="45720" anchor="ctr">
                    <a:lnR w="9525">
                      <a:solidFill>
                        <a:srgbClr val="DDE5D7"/>
                      </a:solidFill>
                      <a:prstDash val="solid"/>
                    </a:lnR>
                    <a:lnB w="9525">
                      <a:solidFill>
                        <a:srgbClr val="DDE5D7"/>
                      </a:solidFill>
                      <a:prstDash val="solid"/>
                    </a:lnB>
                    <a:solidFill>
                      <a:srgbClr val="FFFFFF"/>
                    </a:solidFill>
                  </a:tcPr>
                </a:tc>
                <a:tc>
                  <a:txBody>
                    <a:bodyPr lIns="114300" tIns="114300" rIns="114300" bIns="114300"/>
                    <a:lstStyle/>
                    <a:p>
                      <a:r>
                        <a:rPr sz="1800" b="0">
                          <a:solidFill>
                            <a:srgbClr val="243B2D"/>
                          </a:solidFill>
                          <a:latin typeface="Arial"/>
                          <a:ea typeface="Arial"/>
                          <a:cs typeface="Arial"/>
                        </a:rPr>
                        <a:t>Show occupancy, an invalid allotment and overdue reports.</a:t>
                      </a:r>
                    </a:p>
                  </a:txBody>
                  <a:tcPr marL="91440" marR="91440" marT="45720" marB="45720" anchor="ctr">
                    <a:lnR w="9525">
                      <a:solidFill>
                        <a:srgbClr val="DDE5D7"/>
                      </a:solidFill>
                      <a:prstDash val="solid"/>
                    </a:lnR>
                    <a:lnB w="9525">
                      <a:solidFill>
                        <a:srgbClr val="DDE5D7"/>
                      </a:solidFill>
                      <a:prstDash val="solid"/>
                    </a:lnB>
                    <a:solidFill>
                      <a:srgbClr val="FFFFFF"/>
                    </a:solidFill>
                  </a:tcPr>
                </a:tc>
              </a:tr>
            </a:tbl>
          </a:graphicData>
        </a:graphic>
      </p:graphicFrame>
      <p:sp>
        <p:nvSpPr>
          <p:cNvPr id="6" name="text">
            <a:extLst xmlns:a="http://schemas.openxmlformats.org/drawingml/2006/main">
              <a:ext uri="{FF2B5EF4-FFF2-40B4-BE49-F238E27FC236}">
                <a16:creationId xmlns:a16="http://schemas.microsoft.com/office/drawing/2014/main" id="{D20BF498-B707-42B0-8B12-A4EE21903A60}"/>
              </a:ext>
            </a:extLst>
          </p:cNvPr>
          <p:cNvSpPr>
            <a:spLocks xmlns:a="http://schemas.openxmlformats.org/drawingml/2006/main" noGrp="1"/>
          </p:cNvSpPr>
          <p:nvPr/>
        </p:nvSpPr>
        <p:spPr>
          <a:xfrm xmlns:a="http://schemas.openxmlformats.org/drawingml/2006/main">
            <a:off x="628650" y="5353050"/>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1F4D3B"/>
                </a:solidFill>
                <a:latin typeface="Arial"/>
                <a:ea typeface="Arial"/>
                <a:cs typeface="Arial"/>
              </a:defRPr>
            </a:defPPr>
            <a:lvl1pPr>
              <a:defRPr sz="2025" b="1">
                <a:solidFill>
                  <a:srgbClr val="1F4D3B"/>
                </a:solidFill>
                <a:latin typeface="Arial"/>
                <a:ea typeface="Arial"/>
                <a:cs typeface="Arial"/>
              </a:defRPr>
            </a:lvl1pPr>
            <a:lvl2pPr>
              <a:defRPr sz="2025" b="1">
                <a:solidFill>
                  <a:srgbClr val="1F4D3B"/>
                </a:solidFill>
                <a:latin typeface="Arial"/>
                <a:ea typeface="Arial"/>
                <a:cs typeface="Arial"/>
              </a:defRPr>
            </a:lvl2pPr>
            <a:lvl3pPr>
              <a:defRPr sz="2025" b="1">
                <a:solidFill>
                  <a:srgbClr val="1F4D3B"/>
                </a:solidFill>
                <a:latin typeface="Arial"/>
                <a:ea typeface="Arial"/>
                <a:cs typeface="Arial"/>
              </a:defRPr>
            </a:lvl3pPr>
            <a:lvl4pPr>
              <a:defRPr sz="2025" b="1">
                <a:solidFill>
                  <a:srgbClr val="1F4D3B"/>
                </a:solidFill>
                <a:latin typeface="Arial"/>
                <a:ea typeface="Arial"/>
                <a:cs typeface="Arial"/>
              </a:defRPr>
            </a:lvl4pPr>
            <a:lvl5pPr>
              <a:defRPr sz="2025" b="1">
                <a:solidFill>
                  <a:srgbClr val="1F4D3B"/>
                </a:solidFill>
                <a:latin typeface="Arial"/>
                <a:ea typeface="Arial"/>
                <a:cs typeface="Arial"/>
              </a:defRPr>
            </a:lvl5pPr>
            <a:lvl6pPr>
              <a:defRPr sz="2025" b="1">
                <a:solidFill>
                  <a:srgbClr val="1F4D3B"/>
                </a:solidFill>
                <a:latin typeface="Arial"/>
                <a:ea typeface="Arial"/>
                <a:cs typeface="Arial"/>
              </a:defRPr>
            </a:lvl6pPr>
            <a:lvl7pPr>
              <a:defRPr sz="2025" b="1">
                <a:solidFill>
                  <a:srgbClr val="1F4D3B"/>
                </a:solidFill>
                <a:latin typeface="Arial"/>
                <a:ea typeface="Arial"/>
                <a:cs typeface="Arial"/>
              </a:defRPr>
            </a:lvl7pPr>
            <a:lvl8pPr>
              <a:defRPr sz="2025" b="1">
                <a:solidFill>
                  <a:srgbClr val="1F4D3B"/>
                </a:solidFill>
                <a:latin typeface="Arial"/>
                <a:ea typeface="Arial"/>
                <a:cs typeface="Arial"/>
              </a:defRPr>
            </a:lvl8pPr>
            <a:lvl9pPr>
              <a:defRPr sz="2025" b="1">
                <a:solidFill>
                  <a:srgbClr val="1F4D3B"/>
                </a:solidFill>
                <a:latin typeface="Arial"/>
                <a:ea typeface="Arial"/>
                <a:cs typeface="Arial"/>
              </a:defRPr>
            </a:lvl9pPr>
          </a:lstStyle>
          <a:p xmlns:a="http://schemas.openxmlformats.org/drawingml/2006/main">
            <a:pPr>
              <a:defRPr sz="2025" b="1">
                <a:solidFill>
                  <a:srgbClr val="1F4D3B"/>
                </a:solidFill>
                <a:latin typeface="Arial"/>
                <a:ea typeface="Arial"/>
                <a:cs typeface="Arial"/>
              </a:defRPr>
            </a:pPr>
            <a:r>
              <a:rPr sz="2025" b="1">
                <a:solidFill>
                  <a:srgbClr val="1F4D3B"/>
                </a:solidFill>
                <a:latin typeface="Arial"/>
                <a:ea typeface="Arial"/>
                <a:cs typeface="Arial"/>
              </a:rPr>
              <a:t>Documentation</a:t>
            </a:r>
          </a:p>
        </p:txBody>
      </p:sp>
      <p:sp>
        <p:nvSpPr>
          <p:cNvPr id="7" name="text">
            <a:extLst xmlns:a="http://schemas.openxmlformats.org/drawingml/2006/main">
              <a:ext uri="{FF2B5EF4-FFF2-40B4-BE49-F238E27FC236}">
                <a16:creationId xmlns:a16="http://schemas.microsoft.com/office/drawing/2014/main" id="{47C31C22-96EE-4B81-B61E-3CBF6A703E5A}"/>
              </a:ext>
            </a:extLst>
          </p:cNvPr>
          <p:cNvSpPr>
            <a:spLocks xmlns:a="http://schemas.openxmlformats.org/drawingml/2006/main" noGrp="1"/>
          </p:cNvSpPr>
          <p:nvPr/>
        </p:nvSpPr>
        <p:spPr>
          <a:xfrm xmlns:a="http://schemas.openxmlformats.org/drawingml/2006/main">
            <a:off x="628650" y="5772150"/>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60735E"/>
                </a:solidFill>
                <a:latin typeface="Arial"/>
                <a:ea typeface="Arial"/>
                <a:cs typeface="Arial"/>
              </a:defRPr>
            </a:defPPr>
            <a:lvl1pPr>
              <a:defRPr sz="1725" b="0">
                <a:solidFill>
                  <a:srgbClr val="60735E"/>
                </a:solidFill>
                <a:latin typeface="Arial"/>
                <a:ea typeface="Arial"/>
                <a:cs typeface="Arial"/>
              </a:defRPr>
            </a:lvl1pPr>
            <a:lvl2pPr>
              <a:defRPr sz="1725" b="0">
                <a:solidFill>
                  <a:srgbClr val="60735E"/>
                </a:solidFill>
                <a:latin typeface="Arial"/>
                <a:ea typeface="Arial"/>
                <a:cs typeface="Arial"/>
              </a:defRPr>
            </a:lvl2pPr>
            <a:lvl3pPr>
              <a:defRPr sz="1725" b="0">
                <a:solidFill>
                  <a:srgbClr val="60735E"/>
                </a:solidFill>
                <a:latin typeface="Arial"/>
                <a:ea typeface="Arial"/>
                <a:cs typeface="Arial"/>
              </a:defRPr>
            </a:lvl3pPr>
            <a:lvl4pPr>
              <a:defRPr sz="1725" b="0">
                <a:solidFill>
                  <a:srgbClr val="60735E"/>
                </a:solidFill>
                <a:latin typeface="Arial"/>
                <a:ea typeface="Arial"/>
                <a:cs typeface="Arial"/>
              </a:defRPr>
            </a:lvl4pPr>
            <a:lvl5pPr>
              <a:defRPr sz="1725" b="0">
                <a:solidFill>
                  <a:srgbClr val="60735E"/>
                </a:solidFill>
                <a:latin typeface="Arial"/>
                <a:ea typeface="Arial"/>
                <a:cs typeface="Arial"/>
              </a:defRPr>
            </a:lvl5pPr>
            <a:lvl6pPr>
              <a:defRPr sz="1725" b="0">
                <a:solidFill>
                  <a:srgbClr val="60735E"/>
                </a:solidFill>
                <a:latin typeface="Arial"/>
                <a:ea typeface="Arial"/>
                <a:cs typeface="Arial"/>
              </a:defRPr>
            </a:lvl6pPr>
            <a:lvl7pPr>
              <a:defRPr sz="1725" b="0">
                <a:solidFill>
                  <a:srgbClr val="60735E"/>
                </a:solidFill>
                <a:latin typeface="Arial"/>
                <a:ea typeface="Arial"/>
                <a:cs typeface="Arial"/>
              </a:defRPr>
            </a:lvl7pPr>
            <a:lvl8pPr>
              <a:defRPr sz="1725" b="0">
                <a:solidFill>
                  <a:srgbClr val="60735E"/>
                </a:solidFill>
                <a:latin typeface="Arial"/>
                <a:ea typeface="Arial"/>
                <a:cs typeface="Arial"/>
              </a:defRPr>
            </a:lvl8pPr>
            <a:lvl9pPr>
              <a:defRPr sz="1725" b="0">
                <a:solidFill>
                  <a:srgbClr val="60735E"/>
                </a:solidFill>
                <a:latin typeface="Arial"/>
                <a:ea typeface="Arial"/>
                <a:cs typeface="Arial"/>
              </a:defRPr>
            </a:lvl9pPr>
          </a:lstStyle>
          <a:p xmlns:a="http://schemas.openxmlformats.org/drawingml/2006/main">
            <a:pPr>
              <a:defRPr sz="1725" b="0">
                <a:solidFill>
                  <a:srgbClr val="60735E"/>
                </a:solidFill>
                <a:latin typeface="Arial"/>
                <a:ea typeface="Arial"/>
                <a:cs typeface="Arial"/>
              </a:defRPr>
            </a:pPr>
            <a:r>
              <a:rPr sz="1725" b="0">
                <a:solidFill>
                  <a:srgbClr val="60735E"/>
                </a:solidFill>
                <a:latin typeface="Arial"/>
                <a:ea typeface="Arial"/>
                <a:cs typeface="Arial"/>
              </a:rPr>
              <a:t>README.md   docs/API.md   database/README.md   docs/VALIDATION.md</a:t>
            </a:r>
          </a:p>
        </p:txBody>
      </p:sp>
    </p:spTree>
    <p:extLst>
      <p:ext uri="{BB962C8B-B14F-4D97-AF65-F5344CB8AC3E}">
        <p14:creationId xmlns:p14="http://schemas.microsoft.com/office/powerpoint/2010/main" val="6985655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2026-10-26T16:09:44.2600000Z</dcterms:created>
  <dcterms:modified xsi:type="dcterms:W3CDTF">2026-10-26T16:09:44.2600000Z</dcterms:modified>
</coreProperties>
</file>